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964504834674c08" /><Relationship Type="http://schemas.openxmlformats.org/officeDocument/2006/relationships/extended-properties" Target="/docProps/app.xml" Id="R9734234eca5f4a0d" /><Relationship Type="http://schemas.openxmlformats.org/officeDocument/2006/relationships/officeDocument" Target="/ppt/presentation.xml" Id="R20e26d0540a54a5c" /></Relationships>
</file>

<file path=ppt/presentation.xml><?xml version="1.0" encoding="utf-8"?>
<p:presentation xmlns:p="http://schemas.openxmlformats.org/presentationml/2006/main">
  <p:sldMasterIdLst>
    <p:sldMasterId xmlns:r="http://schemas.openxmlformats.org/officeDocument/2006/relationships" id="2147483648" r:id="R1c2899daa90247d7"/>
  </p:sldMasterIdLst>
  <p:notesMasterIdLst>
    <p:notesMasterId xmlns:r="http://schemas.openxmlformats.org/officeDocument/2006/relationships" r:id="Rf48510761f2b4e09"/>
  </p:notesMasterIdLst>
  <p:sldIdLst>
    <p:sldId xmlns:r="http://schemas.openxmlformats.org/officeDocument/2006/relationships" id="256" r:id="R5877abcec7154e67"/>
    <p:sldId xmlns:r="http://schemas.openxmlformats.org/officeDocument/2006/relationships" id="257" r:id="R79ae1443e2874505"/>
    <p:sldId xmlns:r="http://schemas.openxmlformats.org/officeDocument/2006/relationships" id="258" r:id="Re2c8a57997d14896"/>
    <p:sldId xmlns:r="http://schemas.openxmlformats.org/officeDocument/2006/relationships" id="259" r:id="R860795907bb64a6a"/>
    <p:sldId xmlns:r="http://schemas.openxmlformats.org/officeDocument/2006/relationships" id="260" r:id="R8d55518630a643c8"/>
    <p:sldId xmlns:r="http://schemas.openxmlformats.org/officeDocument/2006/relationships" id="261" r:id="Rf872861649b94a16"/>
    <p:sldId xmlns:r="http://schemas.openxmlformats.org/officeDocument/2006/relationships" id="262" r:id="R2a27277b959e4987"/>
    <p:sldId xmlns:r="http://schemas.openxmlformats.org/officeDocument/2006/relationships" id="263" r:id="Rbeabf12c64c6402b"/>
    <p:sldId xmlns:r="http://schemas.openxmlformats.org/officeDocument/2006/relationships" id="264" r:id="Rd0b2e3b940b64e3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75e10571c234a63" /><Relationship Type="http://schemas.openxmlformats.org/officeDocument/2006/relationships/slideMaster" Target="/ppt/slideMasters/slideMaster1.xml" Id="R1c2899daa90247d7" /><Relationship Type="http://schemas.openxmlformats.org/officeDocument/2006/relationships/notesMaster" Target="/ppt/notesMasters/notesMaster1.xml" Id="Rf48510761f2b4e09" /><Relationship Type="http://schemas.openxmlformats.org/officeDocument/2006/relationships/presProps" Target="/ppt/presProps.xml" Id="Rd5c319fd99c34dce" /><Relationship Type="http://schemas.openxmlformats.org/officeDocument/2006/relationships/tableStyles" Target="/ppt/tableStyles.xml" Id="R26bacc87c4eb45c6" /><Relationship Type="http://schemas.openxmlformats.org/officeDocument/2006/relationships/slide" Target="/ppt/slides/slide1.xml" Id="R5877abcec7154e67" /><Relationship Type="http://schemas.openxmlformats.org/officeDocument/2006/relationships/slide" Target="/ppt/slides/slide2.xml" Id="R79ae1443e2874505" /><Relationship Type="http://schemas.openxmlformats.org/officeDocument/2006/relationships/slide" Target="/ppt/slides/slide3.xml" Id="Re2c8a57997d14896" /><Relationship Type="http://schemas.openxmlformats.org/officeDocument/2006/relationships/slide" Target="/ppt/slides/slide4.xml" Id="R860795907bb64a6a" /><Relationship Type="http://schemas.openxmlformats.org/officeDocument/2006/relationships/slide" Target="/ppt/slides/slide5.xml" Id="R8d55518630a643c8" /><Relationship Type="http://schemas.openxmlformats.org/officeDocument/2006/relationships/slide" Target="/ppt/slides/slide6.xml" Id="Rf872861649b94a16" /><Relationship Type="http://schemas.openxmlformats.org/officeDocument/2006/relationships/slide" Target="/ppt/slides/slide7.xml" Id="R2a27277b959e4987" /><Relationship Type="http://schemas.openxmlformats.org/officeDocument/2006/relationships/slide" Target="/ppt/slides/slide8.xml" Id="Rbeabf12c64c6402b" /><Relationship Type="http://schemas.openxmlformats.org/officeDocument/2006/relationships/slide" Target="/ppt/slides/slide9.xml" Id="Rd0b2e3b940b64e3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b821687a17f4c4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867f43165b344e6" /><Relationship Type="http://schemas.openxmlformats.org/officeDocument/2006/relationships/notesMaster" Target="/ppt/notesMasters/notesMaster1.xml" Id="Rae2e099b7a34426c" /></Relationships>
</file>

<file path=ppt/notesSlides/_rels/notesSlide2.xml.rels>&#65279;<?xml version="1.0" encoding="utf-8"?><Relationships xmlns="http://schemas.openxmlformats.org/package/2006/relationships"><Relationship Type="http://schemas.openxmlformats.org/officeDocument/2006/relationships/slide" Target="/ppt/slides/slide2.xml" Id="R2eaaf381521f43de" /><Relationship Type="http://schemas.openxmlformats.org/officeDocument/2006/relationships/notesMaster" Target="/ppt/notesMasters/notesMaster1.xml" Id="Rf58c624c3d4c4bac" /></Relationships>
</file>

<file path=ppt/notesSlides/_rels/notesSlide3.xml.rels>&#65279;<?xml version="1.0" encoding="utf-8"?><Relationships xmlns="http://schemas.openxmlformats.org/package/2006/relationships"><Relationship Type="http://schemas.openxmlformats.org/officeDocument/2006/relationships/slide" Target="/ppt/slides/slide3.xml" Id="Ra2c736f41db240f1" /><Relationship Type="http://schemas.openxmlformats.org/officeDocument/2006/relationships/notesMaster" Target="/ppt/notesMasters/notesMaster1.xml" Id="R31d0160a9a734e96" /></Relationships>
</file>

<file path=ppt/notesSlides/_rels/notesSlide4.xml.rels>&#65279;<?xml version="1.0" encoding="utf-8"?><Relationships xmlns="http://schemas.openxmlformats.org/package/2006/relationships"><Relationship Type="http://schemas.openxmlformats.org/officeDocument/2006/relationships/slide" Target="/ppt/slides/slide4.xml" Id="R426fa8154cd24aab" /><Relationship Type="http://schemas.openxmlformats.org/officeDocument/2006/relationships/notesMaster" Target="/ppt/notesMasters/notesMaster1.xml" Id="Re268838e5bf04a57" /></Relationships>
</file>

<file path=ppt/notesSlides/_rels/notesSlide5.xml.rels>&#65279;<?xml version="1.0" encoding="utf-8"?><Relationships xmlns="http://schemas.openxmlformats.org/package/2006/relationships"><Relationship Type="http://schemas.openxmlformats.org/officeDocument/2006/relationships/slide" Target="/ppt/slides/slide5.xml" Id="R54392fd0b12b4d7e" /><Relationship Type="http://schemas.openxmlformats.org/officeDocument/2006/relationships/notesMaster" Target="/ppt/notesMasters/notesMaster1.xml" Id="Rb1c5ef183ad9486f" /></Relationships>
</file>

<file path=ppt/notesSlides/_rels/notesSlide6.xml.rels>&#65279;<?xml version="1.0" encoding="utf-8"?><Relationships xmlns="http://schemas.openxmlformats.org/package/2006/relationships"><Relationship Type="http://schemas.openxmlformats.org/officeDocument/2006/relationships/slide" Target="/ppt/slides/slide6.xml" Id="Rbc03b2df4dd34849" /><Relationship Type="http://schemas.openxmlformats.org/officeDocument/2006/relationships/notesMaster" Target="/ppt/notesMasters/notesMaster1.xml" Id="R268d9889c65b479f" /></Relationships>
</file>

<file path=ppt/notesSlides/_rels/notesSlide7.xml.rels>&#65279;<?xml version="1.0" encoding="utf-8"?><Relationships xmlns="http://schemas.openxmlformats.org/package/2006/relationships"><Relationship Type="http://schemas.openxmlformats.org/officeDocument/2006/relationships/slide" Target="/ppt/slides/slide7.xml" Id="R942fd1f258ab4ede" /><Relationship Type="http://schemas.openxmlformats.org/officeDocument/2006/relationships/notesMaster" Target="/ppt/notesMasters/notesMaster1.xml" Id="Rd1465137aa69441d" /></Relationships>
</file>

<file path=ppt/notesSlides/_rels/notesSlide8.xml.rels>&#65279;<?xml version="1.0" encoding="utf-8"?><Relationships xmlns="http://schemas.openxmlformats.org/package/2006/relationships"><Relationship Type="http://schemas.openxmlformats.org/officeDocument/2006/relationships/slide" Target="/ppt/slides/slide8.xml" Id="R47772bfe10e84575" /><Relationship Type="http://schemas.openxmlformats.org/officeDocument/2006/relationships/notesMaster" Target="/ppt/notesMasters/notesMaster1.xml" Id="R1dc2396ac5ae46ff" /></Relationships>
</file>

<file path=ppt/notesSlides/_rels/notesSlide9.xml.rels>&#65279;<?xml version="1.0" encoding="utf-8"?><Relationships xmlns="http://schemas.openxmlformats.org/package/2006/relationships"><Relationship Type="http://schemas.openxmlformats.org/officeDocument/2006/relationships/slide" Target="/ppt/slides/slide9.xml" Id="Raa779440840d41a2" /><Relationship Type="http://schemas.openxmlformats.org/officeDocument/2006/relationships/notesMaster" Target="/ppt/notesMasters/notesMaster1.xml" Id="Rb3633633c5f74ed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안녕하세요. 이정인입니다. 기존 운영 인시던트 Agent를 개선했습니다. AI가 답을 길게 만드는 것보다, 사용자가 요청한 서비스를 실제로 조회했는지와 그 근거에 맞게 답하는지를 확인하는 데 집중했습니다. 오늘 숫자는 실제 운영 장애가 아닌 수업용 고정 샘플의 비교 결과입니다. 발표는 문제, 설계, 코드, 실측, 한계 순서입니다.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원본에도 계획, MCP 조회, 런북 기반 작성, 세션 저장과 반복 제한은 있었습니다. 개선점은 그 기능의 존재가 아니라 검사 수준입니다. 원본의 런북 분류는 첫 키워드 일치 유형 하나를 고르고, Validator는 글자 수와 번호를 확인합니다. 그래서 요청 대상과 실제 결과, 수치와 적용 조건까지 확인하도록 강화했습니다. 과거 응답의 결함이 어느 코드 한 줄 때문이라고 단정하지 않고 실제 흐름과 테스트로 확인했습니다.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FastAPI는 요청을 받고, LangGraph는 단계를 연결합니다. MCP는 모니터링 도구와 런북 원문을 제공합니다. 의존성 주입으로 모델과 도구를 전달하기 때문에 테스트에서는 통제된 모델과 도구로 바꿀 수 있습니다. 새로 보완한 부분은 이전 대상 연결, 조사 범위 대조, RAG, 구조화 검수, 선택적 Reviewer입니다. 모든 노드가 독립 Agent라는 뜻은 아닙니다. 작성과 검토를 별도 역할과 지시문으로 나눴습니다.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런북은 장애 대응 매뉴얼입니다. 서비스별 알림과 질문을 나눠 Chroma에서 검색한 뒤 관련성 모델의 선택과 실제 인용을 코드로 확인합니다. 이전의 두 문서 제한은 교재가 요구한 규칙이 아니며 세 증상의 근거를 누락시킬 수 있어 제거했습니다. 현재 문서는 여섯 개로 작으므로 전체 후보를 확인합니다. 문서가 커지면 후보 수와 입력 토큰 예산을 새로 설계해야 합니다. 실제 F08의 세 런북 결과는 별도 실행 기록으로 남겼습니다.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SQLite가 대화를 저장하는 기능은 원래 있었습니다. 하지만 운영 계획에 이전 대상을 연결하는 것은 별도의 문제입니다. 이번에는 최근 사용자 메시지에서 이름만 가져와 작업 질문을 구성합니다. 두 대상 중 하나를 가리키면 추가 질문하고, 둘 다라고 하면 둘을 새로 조회합니다. 첫 실제 검사에서 대상은 맞게 연결했지만 라우터가 일반 대화로 보내 이전 수치를 답한 문제가 나타났습니다. 그 실패를 보존하고, 대상이 연결된 운영 질문은 반드시 조회하도록 가드를 추가했습니다. 아직 모든 한국어 대명사를 처리하는 기능은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Writer는 긴 보고서 대신 허용된 절차와 가설의 ID를 선택합니다. Python이 실제 조회 사실과 조건을 붙이고, Validator가 존재하지 않는 ID나 바뀐 수치, 확인되지 않은 조건을 검사합니다. 복잡한 질문은 별도 Reviewer가 누락과 관련성을 읽습니다. Reviewer가 반려하면 다시 쓰고 코드 검사도 다시 받습니다. Writer 세 번, Reviewer 두 번 한도 뒤에는 강제 합격하지 않습니다. 이 횟수 조합과 보류 정책은 프로젝트 선택이며 교재의 그대로인 숫자는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같은 열한 입력을 세 번씩 실행해 원본과 최종 수정본 각각 서른세 건을 비교했습니다. 평균 시간은 4.207초와 3.246초, 모델 총 토큰은 29,671개와 74,252개입니다. 토큰에는 Reviewer가 포함됩니다. 검색 준비 여덟 건과 새 기능 열 건은 본 비교에서 제외하고 따로 기록했습니다. 조회 대상 일치에는 Q08의 기존 auth-service 대체 정책이 포함됩니다. billing-service를 조사했다는 뜻은 아닙니다. 자동 처리 완료와 조회 대상 일치는 답변 정답률과 다릅니다. 네트워크와 모델 변동이 있고 변경을 묶어서 비교했으므로 개별 변경의 인과 효과를 단정하지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검사를 강화하면 모델 입력과 검토 비용이 늘 수 있습니다. 빠르다는 것과 싸다는 것은 다르므로 둘을 분리했습니다. 현재 데이터는 수업용 샘플이며 시계열, 배포 이력, 호출 관계가 없어 실제 원인을 확정할 수 없습니다. 미지원 billing-service를 auth-service로 대체하는 기존 정책도 남아 있습니다. 사람 승인과 실제 재시작, 롤백, 증설은 구현하지 않았습니다. 독립적인 사람의 의미 정확도 채점과 실제 청구액 확인도 남았습니다.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코드 검사는 Python 아흔 개와 화면 처리 다섯 개를 통과했습니다. 실제 API는 같은 입력 예순여섯 건과 별도 기능 열 건을 실행했고, 84개 그래프 추적을 재조회했습니다. 원문 해시, 고정 지표, 제공자 토큰을 대조해 숫자를 재현할 근거를 남겼습니다. 발표 시에는 F08의 세 증상 조회, F02의 후속 질문, F05의 모호한 대상 확인을 시연할 수 있습니다. 다음은 독립 평가자의 의미 정확도 채점과 미지원 서비스 정책, 문서가 많아질 때의 입력 예산 개선입니다. 감사합니다.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14048da4b94421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27e205ae26a455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3e4861fb275416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6ac84b1d113424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b26542d96e84e0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30e603ace2d4a6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778FEFF-4EC4-4827-B472-CCDBE029C62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399946C-6488-4319-B267-41BE48A8971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521D191-0473-43F9-891E-FEAA42CC8AF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A2CD9F4-42CD-4554-9910-50538D752B3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1EC994C-3633-4BA4-B2B8-F5841DD025C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DE32479-4520-4E2C-A219-ADFB7CE1A49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3441081-8963-45EA-B14A-CD8A75B235C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35C3972-952A-4A18-8884-035E432C0BF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8EC34A-F483-49EA-88BE-44E4F9F5C0C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32BD1C0-1159-4B3A-ADB1-FA211BB0984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c3c8878898648bc" /><Relationship Type="http://schemas.openxmlformats.org/officeDocument/2006/relationships/slideLayout" Target="/ppt/slideLayouts/slideLayout1.xml" Id="R273d26f26fdb4cf7" /><Relationship Type="http://schemas.openxmlformats.org/officeDocument/2006/relationships/slideLayout" Target="/ppt/slideLayouts/slideLayout2.xml" Id="Rcfff3a492021413b" /><Relationship Type="http://schemas.openxmlformats.org/officeDocument/2006/relationships/slideLayout" Target="/ppt/slideLayouts/slideLayout3.xml" Id="R6008345f70e84f5d" /><Relationship Type="http://schemas.openxmlformats.org/officeDocument/2006/relationships/slideLayout" Target="/ppt/slideLayouts/slideLayout4.xml" Id="R6b43fbfc46da4efb" /><Relationship Type="http://schemas.openxmlformats.org/officeDocument/2006/relationships/slideLayout" Target="/ppt/slideLayouts/slideLayout5.xml" Id="Rf0e5c44630d84f94" /><Relationship Type="http://schemas.openxmlformats.org/officeDocument/2006/relationships/slideLayout" Target="/ppt/slideLayouts/slideLayout6.xml" Id="R9885f79f7864439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73d26f26fdb4cf7"/>
    <p:sldLayoutId xmlns:r="http://schemas.openxmlformats.org/officeDocument/2006/relationships" id="2147483650" r:id="Rcfff3a492021413b"/>
    <p:sldLayoutId xmlns:r="http://schemas.openxmlformats.org/officeDocument/2006/relationships" id="2147483651" r:id="R6008345f70e84f5d"/>
    <p:sldLayoutId xmlns:r="http://schemas.openxmlformats.org/officeDocument/2006/relationships" id="2147483652" r:id="R6b43fbfc46da4efb"/>
    <p:sldLayoutId xmlns:r="http://schemas.openxmlformats.org/officeDocument/2006/relationships" id="2147483653" r:id="Rf0e5c44630d84f94"/>
    <p:sldLayoutId xmlns:r="http://schemas.openxmlformats.org/officeDocument/2006/relationships" id="2147483654" r:id="R9885f79f7864439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02e9af840ff4be9" /><Relationship Type="http://schemas.openxmlformats.org/officeDocument/2006/relationships/notesSlide" Target="/ppt/notesSlides/notesSlide1.xml" Id="R55c67e5e6135468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ebcad8d79a1445f" /><Relationship Type="http://schemas.openxmlformats.org/officeDocument/2006/relationships/notesSlide" Target="/ppt/notesSlides/notesSlide2.xml" Id="Rda4c148eac24428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f3d1b0b34924d2d" /><Relationship Type="http://schemas.openxmlformats.org/officeDocument/2006/relationships/notesSlide" Target="/ppt/notesSlides/notesSlide3.xml" Id="Raa5145f056c0427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d07ff8be0684f77" /><Relationship Type="http://schemas.openxmlformats.org/officeDocument/2006/relationships/notesSlide" Target="/ppt/notesSlides/notesSlide4.xml" Id="Rd332abac81504c1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cf9e86de3d445f2" /><Relationship Type="http://schemas.openxmlformats.org/officeDocument/2006/relationships/notesSlide" Target="/ppt/notesSlides/notesSlide5.xml" Id="Ra17497a5b0224d6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6fa1d6de1e24c1a" /><Relationship Type="http://schemas.openxmlformats.org/officeDocument/2006/relationships/notesSlide" Target="/ppt/notesSlides/notesSlide6.xml" Id="R5fe937c6ccd0472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ced890bb87c43d4" /><Relationship Type="http://schemas.openxmlformats.org/officeDocument/2006/relationships/notesSlide" Target="/ppt/notesSlides/notesSlide7.xml" Id="Rf119b546c1fd488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068d445b0934b31" /><Relationship Type="http://schemas.openxmlformats.org/officeDocument/2006/relationships/notesSlide" Target="/ppt/notesSlides/notesSlide8.xml" Id="Rdf47c712c5bc45c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536a295887a4cad" /><Relationship Type="http://schemas.openxmlformats.org/officeDocument/2006/relationships/notesSlide" Target="/ppt/notesSlides/notesSlide9.xml" Id="R9af761a92fac4c42" /></Relationships>
</file>

<file path=ppt/slides/slide1.xml><?xml version="1.0" encoding="utf-8"?>
<p:sld xmlns:p="http://schemas.openxmlformats.org/presentationml/2006/main">
  <p:cSld>
    <p:bg>
      <p:bgPr>
        <a:solidFill xmlns:a="http://schemas.openxmlformats.org/drawingml/2006/main">
          <a:srgbClr val="F4F6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CD0693F-89AF-4749-8CF0-F98674C4A0E7}"/>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5AC60F-11A0-4F59-B24B-C0B33E0681C6}"/>
              </a:ext>
            </a:extLst>
          </p:cNvPr>
          <p:cNvSpPr>
            <a:spLocks xmlns:a="http://schemas.openxmlformats.org/drawingml/2006/main" noGrp="1"/>
          </p:cNvSpPr>
          <p:nvPr/>
        </p:nvSpPr>
        <p:spPr>
          <a:xfrm xmlns:a="http://schemas.openxmlformats.org/drawingml/2006/main">
            <a:off x="609600" y="381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1">
                <a:solidFill>
                  <a:srgbClr val="235ECB"/>
                </a:solidFill>
                <a:latin typeface="Apple SD Gothic Neo"/>
                <a:ea typeface="Apple SD Gothic Neo"/>
                <a:cs typeface="Apple SD Gothic Neo"/>
              </a:defRPr>
            </a:defPPr>
            <a:lvl1pPr>
              <a:defRPr sz="1275" b="1">
                <a:solidFill>
                  <a:srgbClr val="235ECB"/>
                </a:solidFill>
                <a:latin typeface="Apple SD Gothic Neo"/>
                <a:ea typeface="Apple SD Gothic Neo"/>
                <a:cs typeface="Apple SD Gothic Neo"/>
              </a:defRPr>
            </a:lvl1pPr>
            <a:lvl2pPr>
              <a:defRPr sz="1275" b="1">
                <a:solidFill>
                  <a:srgbClr val="235ECB"/>
                </a:solidFill>
                <a:latin typeface="Apple SD Gothic Neo"/>
                <a:ea typeface="Apple SD Gothic Neo"/>
                <a:cs typeface="Apple SD Gothic Neo"/>
              </a:defRPr>
            </a:lvl2pPr>
            <a:lvl3pPr>
              <a:defRPr sz="1275" b="1">
                <a:solidFill>
                  <a:srgbClr val="235ECB"/>
                </a:solidFill>
                <a:latin typeface="Apple SD Gothic Neo"/>
                <a:ea typeface="Apple SD Gothic Neo"/>
                <a:cs typeface="Apple SD Gothic Neo"/>
              </a:defRPr>
            </a:lvl3pPr>
            <a:lvl4pPr>
              <a:defRPr sz="1275" b="1">
                <a:solidFill>
                  <a:srgbClr val="235ECB"/>
                </a:solidFill>
                <a:latin typeface="Apple SD Gothic Neo"/>
                <a:ea typeface="Apple SD Gothic Neo"/>
                <a:cs typeface="Apple SD Gothic Neo"/>
              </a:defRPr>
            </a:lvl4pPr>
            <a:lvl5pPr>
              <a:defRPr sz="1275" b="1">
                <a:solidFill>
                  <a:srgbClr val="235ECB"/>
                </a:solidFill>
                <a:latin typeface="Apple SD Gothic Neo"/>
                <a:ea typeface="Apple SD Gothic Neo"/>
                <a:cs typeface="Apple SD Gothic Neo"/>
              </a:defRPr>
            </a:lvl5pPr>
            <a:lvl6pPr>
              <a:defRPr sz="1275" b="1">
                <a:solidFill>
                  <a:srgbClr val="235ECB"/>
                </a:solidFill>
                <a:latin typeface="Apple SD Gothic Neo"/>
                <a:ea typeface="Apple SD Gothic Neo"/>
                <a:cs typeface="Apple SD Gothic Neo"/>
              </a:defRPr>
            </a:lvl6pPr>
            <a:lvl7pPr>
              <a:defRPr sz="1275" b="1">
                <a:solidFill>
                  <a:srgbClr val="235ECB"/>
                </a:solidFill>
                <a:latin typeface="Apple SD Gothic Neo"/>
                <a:ea typeface="Apple SD Gothic Neo"/>
                <a:cs typeface="Apple SD Gothic Neo"/>
              </a:defRPr>
            </a:lvl7pPr>
            <a:lvl8pPr>
              <a:defRPr sz="1275" b="1">
                <a:solidFill>
                  <a:srgbClr val="235ECB"/>
                </a:solidFill>
                <a:latin typeface="Apple SD Gothic Neo"/>
                <a:ea typeface="Apple SD Gothic Neo"/>
                <a:cs typeface="Apple SD Gothic Neo"/>
              </a:defRPr>
            </a:lvl8pPr>
            <a:lvl9pPr>
              <a:defRPr sz="1275" b="1">
                <a:solidFill>
                  <a:srgbClr val="235ECB"/>
                </a:solidFill>
                <a:latin typeface="Apple SD Gothic Neo"/>
                <a:ea typeface="Apple SD Gothic Neo"/>
                <a:cs typeface="Apple SD Gothic Neo"/>
              </a:defRPr>
            </a:lvl9pPr>
          </a:lstStyle>
          <a:p xmlns:a="http://schemas.openxmlformats.org/drawingml/2006/main">
            <a:pPr>
              <a:defRPr sz="1275" b="1">
                <a:solidFill>
                  <a:srgbClr val="235ECB"/>
                </a:solidFill>
                <a:latin typeface="Apple SD Gothic Neo"/>
                <a:ea typeface="Apple SD Gothic Neo"/>
                <a:cs typeface="Apple SD Gothic Neo"/>
              </a:defRPr>
            </a:pPr>
            <a:r>
              <a:rPr sz="1275" b="1">
                <a:solidFill>
                  <a:srgbClr val="235ECB"/>
                </a:solidFill>
                <a:latin typeface="Apple SD Gothic Neo"/>
                <a:ea typeface="Apple SD Gothic Neo"/>
                <a:cs typeface="Apple SD Gothic Neo"/>
              </a:rPr>
              <a:t>AI 서비스 Mini-Project / 과제 1</a:t>
            </a:r>
          </a:p>
        </p:txBody>
      </p:sp>
      <p:sp>
        <p:nvSpPr>
          <p:cNvPr id="3" name="">
            <a:extLst xmlns:a="http://schemas.openxmlformats.org/drawingml/2006/main">
              <a:ext uri="{FF2B5EF4-FFF2-40B4-BE49-F238E27FC236}">
                <a16:creationId xmlns:a16="http://schemas.microsoft.com/office/drawing/2014/main" id="{63FDE435-D54A-4E14-80DB-8335886308A3}"/>
              </a:ext>
            </a:extLst>
          </p:cNvPr>
          <p:cNvSpPr>
            <a:spLocks xmlns:a="http://schemas.openxmlformats.org/drawingml/2006/main" noGrp="1"/>
          </p:cNvSpPr>
          <p:nvPr/>
        </p:nvSpPr>
        <p:spPr>
          <a:xfrm xmlns:a="http://schemas.openxmlformats.org/drawingml/2006/main">
            <a:off x="60960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2B4D"/>
                </a:solidFill>
                <a:latin typeface="Apple SD Gothic Neo"/>
                <a:ea typeface="Apple SD Gothic Neo"/>
                <a:cs typeface="Apple SD Gothic Neo"/>
              </a:defRPr>
            </a:defPPr>
            <a:lvl1pPr>
              <a:defRPr sz="2850" b="1">
                <a:solidFill>
                  <a:srgbClr val="172B4D"/>
                </a:solidFill>
                <a:latin typeface="Apple SD Gothic Neo"/>
                <a:ea typeface="Apple SD Gothic Neo"/>
                <a:cs typeface="Apple SD Gothic Neo"/>
              </a:defRPr>
            </a:lvl1pPr>
            <a:lvl2pPr>
              <a:defRPr sz="2850" b="1">
                <a:solidFill>
                  <a:srgbClr val="172B4D"/>
                </a:solidFill>
                <a:latin typeface="Apple SD Gothic Neo"/>
                <a:ea typeface="Apple SD Gothic Neo"/>
                <a:cs typeface="Apple SD Gothic Neo"/>
              </a:defRPr>
            </a:lvl2pPr>
            <a:lvl3pPr>
              <a:defRPr sz="2850" b="1">
                <a:solidFill>
                  <a:srgbClr val="172B4D"/>
                </a:solidFill>
                <a:latin typeface="Apple SD Gothic Neo"/>
                <a:ea typeface="Apple SD Gothic Neo"/>
                <a:cs typeface="Apple SD Gothic Neo"/>
              </a:defRPr>
            </a:lvl3pPr>
            <a:lvl4pPr>
              <a:defRPr sz="2850" b="1">
                <a:solidFill>
                  <a:srgbClr val="172B4D"/>
                </a:solidFill>
                <a:latin typeface="Apple SD Gothic Neo"/>
                <a:ea typeface="Apple SD Gothic Neo"/>
                <a:cs typeface="Apple SD Gothic Neo"/>
              </a:defRPr>
            </a:lvl4pPr>
            <a:lvl5pPr>
              <a:defRPr sz="2850" b="1">
                <a:solidFill>
                  <a:srgbClr val="172B4D"/>
                </a:solidFill>
                <a:latin typeface="Apple SD Gothic Neo"/>
                <a:ea typeface="Apple SD Gothic Neo"/>
                <a:cs typeface="Apple SD Gothic Neo"/>
              </a:defRPr>
            </a:lvl5pPr>
            <a:lvl6pPr>
              <a:defRPr sz="2850" b="1">
                <a:solidFill>
                  <a:srgbClr val="172B4D"/>
                </a:solidFill>
                <a:latin typeface="Apple SD Gothic Neo"/>
                <a:ea typeface="Apple SD Gothic Neo"/>
                <a:cs typeface="Apple SD Gothic Neo"/>
              </a:defRPr>
            </a:lvl6pPr>
            <a:lvl7pPr>
              <a:defRPr sz="2850" b="1">
                <a:solidFill>
                  <a:srgbClr val="172B4D"/>
                </a:solidFill>
                <a:latin typeface="Apple SD Gothic Neo"/>
                <a:ea typeface="Apple SD Gothic Neo"/>
                <a:cs typeface="Apple SD Gothic Neo"/>
              </a:defRPr>
            </a:lvl7pPr>
            <a:lvl8pPr>
              <a:defRPr sz="2850" b="1">
                <a:solidFill>
                  <a:srgbClr val="172B4D"/>
                </a:solidFill>
                <a:latin typeface="Apple SD Gothic Neo"/>
                <a:ea typeface="Apple SD Gothic Neo"/>
                <a:cs typeface="Apple SD Gothic Neo"/>
              </a:defRPr>
            </a:lvl8pPr>
            <a:lvl9pPr>
              <a:defRPr sz="2850" b="1">
                <a:solidFill>
                  <a:srgbClr val="172B4D"/>
                </a:solidFill>
                <a:latin typeface="Apple SD Gothic Neo"/>
                <a:ea typeface="Apple SD Gothic Neo"/>
                <a:cs typeface="Apple SD Gothic Neo"/>
              </a:defRPr>
            </a:lvl9pPr>
          </a:lstStyle>
          <a:p xmlns:a="http://schemas.openxmlformats.org/drawingml/2006/main">
            <a:pPr>
              <a:defRPr sz="2850" b="1">
                <a:solidFill>
                  <a:srgbClr val="172B4D"/>
                </a:solidFill>
                <a:latin typeface="Apple SD Gothic Neo"/>
                <a:ea typeface="Apple SD Gothic Neo"/>
                <a:cs typeface="Apple SD Gothic Neo"/>
              </a:defRPr>
            </a:pPr>
            <a:r>
              <a:rPr sz="2850" b="1">
                <a:solidFill>
                  <a:srgbClr val="172B4D"/>
                </a:solidFill>
                <a:latin typeface="Apple SD Gothic Neo"/>
                <a:ea typeface="Apple SD Gothic Neo"/>
                <a:cs typeface="Apple SD Gothic Neo"/>
              </a:rPr>
              <a:t>운영 인시던트 Agent 개선</a:t>
            </a:r>
          </a:p>
        </p:txBody>
      </p:sp>
      <p:sp>
        <p:nvSpPr>
          <p:cNvPr id="4" name="">
            <a:extLst xmlns:a="http://schemas.openxmlformats.org/drawingml/2006/main">
              <a:ext uri="{FF2B5EF4-FFF2-40B4-BE49-F238E27FC236}">
                <a16:creationId xmlns:a16="http://schemas.microsoft.com/office/drawing/2014/main" id="{8E8B278A-2D56-442F-BFF5-A3C47710A170}"/>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7E0E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1CB357A-63B9-467A-9567-EB73C9ACDCA4}"/>
              </a:ext>
            </a:extLst>
          </p:cNvPr>
          <p:cNvSpPr>
            <a:spLocks xmlns:a="http://schemas.openxmlformats.org/drawingml/2006/main" noGrp="1"/>
          </p:cNvSpPr>
          <p:nvPr/>
        </p:nvSpPr>
        <p:spPr>
          <a:xfrm xmlns:a="http://schemas.openxmlformats.org/drawingml/2006/main">
            <a:off x="609600" y="6343650"/>
            <a:ext cx="1028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5D6D84"/>
                </a:solidFill>
                <a:latin typeface="Apple SD Gothic Neo"/>
                <a:ea typeface="Apple SD Gothic Neo"/>
                <a:cs typeface="Apple SD Gothic Neo"/>
              </a:defRPr>
            </a:defPPr>
            <a:lvl1pPr>
              <a:defRPr sz="975" b="0">
                <a:solidFill>
                  <a:srgbClr val="5D6D84"/>
                </a:solidFill>
                <a:latin typeface="Apple SD Gothic Neo"/>
                <a:ea typeface="Apple SD Gothic Neo"/>
                <a:cs typeface="Apple SD Gothic Neo"/>
              </a:defRPr>
            </a:lvl1pPr>
            <a:lvl2pPr>
              <a:defRPr sz="975" b="0">
                <a:solidFill>
                  <a:srgbClr val="5D6D84"/>
                </a:solidFill>
                <a:latin typeface="Apple SD Gothic Neo"/>
                <a:ea typeface="Apple SD Gothic Neo"/>
                <a:cs typeface="Apple SD Gothic Neo"/>
              </a:defRPr>
            </a:lvl2pPr>
            <a:lvl3pPr>
              <a:defRPr sz="975" b="0">
                <a:solidFill>
                  <a:srgbClr val="5D6D84"/>
                </a:solidFill>
                <a:latin typeface="Apple SD Gothic Neo"/>
                <a:ea typeface="Apple SD Gothic Neo"/>
                <a:cs typeface="Apple SD Gothic Neo"/>
              </a:defRPr>
            </a:lvl3pPr>
            <a:lvl4pPr>
              <a:defRPr sz="975" b="0">
                <a:solidFill>
                  <a:srgbClr val="5D6D84"/>
                </a:solidFill>
                <a:latin typeface="Apple SD Gothic Neo"/>
                <a:ea typeface="Apple SD Gothic Neo"/>
                <a:cs typeface="Apple SD Gothic Neo"/>
              </a:defRPr>
            </a:lvl4pPr>
            <a:lvl5pPr>
              <a:defRPr sz="975" b="0">
                <a:solidFill>
                  <a:srgbClr val="5D6D84"/>
                </a:solidFill>
                <a:latin typeface="Apple SD Gothic Neo"/>
                <a:ea typeface="Apple SD Gothic Neo"/>
                <a:cs typeface="Apple SD Gothic Neo"/>
              </a:defRPr>
            </a:lvl5pPr>
            <a:lvl6pPr>
              <a:defRPr sz="975" b="0">
                <a:solidFill>
                  <a:srgbClr val="5D6D84"/>
                </a:solidFill>
                <a:latin typeface="Apple SD Gothic Neo"/>
                <a:ea typeface="Apple SD Gothic Neo"/>
                <a:cs typeface="Apple SD Gothic Neo"/>
              </a:defRPr>
            </a:lvl6pPr>
            <a:lvl7pPr>
              <a:defRPr sz="975" b="0">
                <a:solidFill>
                  <a:srgbClr val="5D6D84"/>
                </a:solidFill>
                <a:latin typeface="Apple SD Gothic Neo"/>
                <a:ea typeface="Apple SD Gothic Neo"/>
                <a:cs typeface="Apple SD Gothic Neo"/>
              </a:defRPr>
            </a:lvl7pPr>
            <a:lvl8pPr>
              <a:defRPr sz="975" b="0">
                <a:solidFill>
                  <a:srgbClr val="5D6D84"/>
                </a:solidFill>
                <a:latin typeface="Apple SD Gothic Neo"/>
                <a:ea typeface="Apple SD Gothic Neo"/>
                <a:cs typeface="Apple SD Gothic Neo"/>
              </a:defRPr>
            </a:lvl8pPr>
            <a:lvl9pPr>
              <a:defRPr sz="975" b="0">
                <a:solidFill>
                  <a:srgbClr val="5D6D84"/>
                </a:solidFill>
                <a:latin typeface="Apple SD Gothic Neo"/>
                <a:ea typeface="Apple SD Gothic Neo"/>
                <a:cs typeface="Apple SD Gothic Neo"/>
              </a:defRPr>
            </a:lvl9pPr>
          </a:lstStyle>
          <a:p xmlns:a="http://schemas.openxmlformats.org/drawingml/2006/main">
            <a:pPr>
              <a:defRPr sz="975" b="0">
                <a:solidFill>
                  <a:srgbClr val="5D6D84"/>
                </a:solidFill>
                <a:latin typeface="Apple SD Gothic Neo"/>
                <a:ea typeface="Apple SD Gothic Neo"/>
                <a:cs typeface="Apple SD Gothic Neo"/>
              </a:defRPr>
            </a:pPr>
            <a:r>
              <a:rPr sz="975" b="0">
                <a:solidFill>
                  <a:srgbClr val="5D6D84"/>
                </a:solidFill>
                <a:latin typeface="Apple SD Gothic Neo"/>
                <a:ea typeface="Apple SD Gothic Neo"/>
                <a:cs typeface="Apple SD Gothic Neo"/>
              </a:rPr>
              <a:t>수업용 샘플 / 제품 소스 69d58eb / 2026.10.21</a:t>
            </a:r>
          </a:p>
        </p:txBody>
      </p:sp>
      <p:sp>
        <p:nvSpPr>
          <p:cNvPr id="6" name="">
            <a:extLst xmlns:a="http://schemas.openxmlformats.org/drawingml/2006/main">
              <a:ext uri="{FF2B5EF4-FFF2-40B4-BE49-F238E27FC236}">
                <a16:creationId xmlns:a16="http://schemas.microsoft.com/office/drawing/2014/main" id="{7FCB9111-A9BB-4825-A951-23F9F5554497}"/>
              </a:ext>
            </a:extLst>
          </p:cNvPr>
          <p:cNvSpPr>
            <a:spLocks xmlns:a="http://schemas.openxmlformats.org/drawingml/2006/main" noGrp="1"/>
          </p:cNvSpPr>
          <p:nvPr/>
        </p:nvSpPr>
        <p:spPr>
          <a:xfrm xmlns:a="http://schemas.openxmlformats.org/drawingml/2006/main">
            <a:off x="11049000" y="6334125"/>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5D6D84"/>
                </a:solidFill>
                <a:latin typeface="Apple SD Gothic Neo"/>
                <a:ea typeface="Apple SD Gothic Neo"/>
                <a:cs typeface="Apple SD Gothic Neo"/>
              </a:defRPr>
            </a:defPPr>
            <a:lvl1pPr>
              <a:defRPr sz="1125" b="1">
                <a:solidFill>
                  <a:srgbClr val="5D6D84"/>
                </a:solidFill>
                <a:latin typeface="Apple SD Gothic Neo"/>
                <a:ea typeface="Apple SD Gothic Neo"/>
                <a:cs typeface="Apple SD Gothic Neo"/>
              </a:defRPr>
            </a:lvl1pPr>
            <a:lvl2pPr>
              <a:defRPr sz="1125" b="1">
                <a:solidFill>
                  <a:srgbClr val="5D6D84"/>
                </a:solidFill>
                <a:latin typeface="Apple SD Gothic Neo"/>
                <a:ea typeface="Apple SD Gothic Neo"/>
                <a:cs typeface="Apple SD Gothic Neo"/>
              </a:defRPr>
            </a:lvl2pPr>
            <a:lvl3pPr>
              <a:defRPr sz="1125" b="1">
                <a:solidFill>
                  <a:srgbClr val="5D6D84"/>
                </a:solidFill>
                <a:latin typeface="Apple SD Gothic Neo"/>
                <a:ea typeface="Apple SD Gothic Neo"/>
                <a:cs typeface="Apple SD Gothic Neo"/>
              </a:defRPr>
            </a:lvl3pPr>
            <a:lvl4pPr>
              <a:defRPr sz="1125" b="1">
                <a:solidFill>
                  <a:srgbClr val="5D6D84"/>
                </a:solidFill>
                <a:latin typeface="Apple SD Gothic Neo"/>
                <a:ea typeface="Apple SD Gothic Neo"/>
                <a:cs typeface="Apple SD Gothic Neo"/>
              </a:defRPr>
            </a:lvl4pPr>
            <a:lvl5pPr>
              <a:defRPr sz="1125" b="1">
                <a:solidFill>
                  <a:srgbClr val="5D6D84"/>
                </a:solidFill>
                <a:latin typeface="Apple SD Gothic Neo"/>
                <a:ea typeface="Apple SD Gothic Neo"/>
                <a:cs typeface="Apple SD Gothic Neo"/>
              </a:defRPr>
            </a:lvl5pPr>
            <a:lvl6pPr>
              <a:defRPr sz="1125" b="1">
                <a:solidFill>
                  <a:srgbClr val="5D6D84"/>
                </a:solidFill>
                <a:latin typeface="Apple SD Gothic Neo"/>
                <a:ea typeface="Apple SD Gothic Neo"/>
                <a:cs typeface="Apple SD Gothic Neo"/>
              </a:defRPr>
            </a:lvl6pPr>
            <a:lvl7pPr>
              <a:defRPr sz="1125" b="1">
                <a:solidFill>
                  <a:srgbClr val="5D6D84"/>
                </a:solidFill>
                <a:latin typeface="Apple SD Gothic Neo"/>
                <a:ea typeface="Apple SD Gothic Neo"/>
                <a:cs typeface="Apple SD Gothic Neo"/>
              </a:defRPr>
            </a:lvl7pPr>
            <a:lvl8pPr>
              <a:defRPr sz="1125" b="1">
                <a:solidFill>
                  <a:srgbClr val="5D6D84"/>
                </a:solidFill>
                <a:latin typeface="Apple SD Gothic Neo"/>
                <a:ea typeface="Apple SD Gothic Neo"/>
                <a:cs typeface="Apple SD Gothic Neo"/>
              </a:defRPr>
            </a:lvl8pPr>
            <a:lvl9pPr>
              <a:defRPr sz="1125" b="1">
                <a:solidFill>
                  <a:srgbClr val="5D6D84"/>
                </a:solidFill>
                <a:latin typeface="Apple SD Gothic Neo"/>
                <a:ea typeface="Apple SD Gothic Neo"/>
                <a:cs typeface="Apple SD Gothic Neo"/>
              </a:defRPr>
            </a:lvl9pPr>
          </a:lstStyle>
          <a:p xmlns:a="http://schemas.openxmlformats.org/drawingml/2006/main">
            <a:pPr>
              <a:defRPr sz="1125" b="1">
                <a:solidFill>
                  <a:srgbClr val="5D6D84"/>
                </a:solidFill>
                <a:latin typeface="Apple SD Gothic Neo"/>
                <a:ea typeface="Apple SD Gothic Neo"/>
                <a:cs typeface="Apple SD Gothic Neo"/>
              </a:defRPr>
            </a:pPr>
            <a:r>
              <a:rPr sz="1125" b="1">
                <a:solidFill>
                  <a:srgbClr val="5D6D84"/>
                </a:solidFill>
                <a:latin typeface="Apple SD Gothic Neo"/>
                <a:ea typeface="Apple SD Gothic Neo"/>
                <a:cs typeface="Apple SD Gothic Neo"/>
              </a:rPr>
              <a:t>01</a:t>
            </a:r>
          </a:p>
        </p:txBody>
      </p:sp>
      <p:sp>
        <p:nvSpPr>
          <p:cNvPr id="7" name="">
            <a:extLst xmlns:a="http://schemas.openxmlformats.org/drawingml/2006/main">
              <a:ext uri="{FF2B5EF4-FFF2-40B4-BE49-F238E27FC236}">
                <a16:creationId xmlns:a16="http://schemas.microsoft.com/office/drawing/2014/main" id="{19DA4E1B-B230-4F74-86EA-9F8C417F1111}"/>
              </a:ext>
            </a:extLst>
          </p:cNvPr>
          <p:cNvSpPr>
            <a:spLocks xmlns:a="http://schemas.openxmlformats.org/drawingml/2006/main" noGrp="1"/>
          </p:cNvSpPr>
          <p:nvPr/>
        </p:nvSpPr>
        <p:spPr>
          <a:xfrm xmlns:a="http://schemas.openxmlformats.org/drawingml/2006/main">
            <a:off x="609600" y="18669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72B4D"/>
                </a:solidFill>
                <a:latin typeface="Apple SD Gothic Neo"/>
                <a:ea typeface="Apple SD Gothic Neo"/>
                <a:cs typeface="Apple SD Gothic Neo"/>
              </a:defRPr>
            </a:defPPr>
            <a:lvl1pPr>
              <a:defRPr sz="3300" b="1">
                <a:solidFill>
                  <a:srgbClr val="172B4D"/>
                </a:solidFill>
                <a:latin typeface="Apple SD Gothic Neo"/>
                <a:ea typeface="Apple SD Gothic Neo"/>
                <a:cs typeface="Apple SD Gothic Neo"/>
              </a:defRPr>
            </a:lvl1pPr>
            <a:lvl2pPr>
              <a:defRPr sz="3300" b="1">
                <a:solidFill>
                  <a:srgbClr val="172B4D"/>
                </a:solidFill>
                <a:latin typeface="Apple SD Gothic Neo"/>
                <a:ea typeface="Apple SD Gothic Neo"/>
                <a:cs typeface="Apple SD Gothic Neo"/>
              </a:defRPr>
            </a:lvl2pPr>
            <a:lvl3pPr>
              <a:defRPr sz="3300" b="1">
                <a:solidFill>
                  <a:srgbClr val="172B4D"/>
                </a:solidFill>
                <a:latin typeface="Apple SD Gothic Neo"/>
                <a:ea typeface="Apple SD Gothic Neo"/>
                <a:cs typeface="Apple SD Gothic Neo"/>
              </a:defRPr>
            </a:lvl3pPr>
            <a:lvl4pPr>
              <a:defRPr sz="3300" b="1">
                <a:solidFill>
                  <a:srgbClr val="172B4D"/>
                </a:solidFill>
                <a:latin typeface="Apple SD Gothic Neo"/>
                <a:ea typeface="Apple SD Gothic Neo"/>
                <a:cs typeface="Apple SD Gothic Neo"/>
              </a:defRPr>
            </a:lvl4pPr>
            <a:lvl5pPr>
              <a:defRPr sz="3300" b="1">
                <a:solidFill>
                  <a:srgbClr val="172B4D"/>
                </a:solidFill>
                <a:latin typeface="Apple SD Gothic Neo"/>
                <a:ea typeface="Apple SD Gothic Neo"/>
                <a:cs typeface="Apple SD Gothic Neo"/>
              </a:defRPr>
            </a:lvl5pPr>
            <a:lvl6pPr>
              <a:defRPr sz="3300" b="1">
                <a:solidFill>
                  <a:srgbClr val="172B4D"/>
                </a:solidFill>
                <a:latin typeface="Apple SD Gothic Neo"/>
                <a:ea typeface="Apple SD Gothic Neo"/>
                <a:cs typeface="Apple SD Gothic Neo"/>
              </a:defRPr>
            </a:lvl6pPr>
            <a:lvl7pPr>
              <a:defRPr sz="3300" b="1">
                <a:solidFill>
                  <a:srgbClr val="172B4D"/>
                </a:solidFill>
                <a:latin typeface="Apple SD Gothic Neo"/>
                <a:ea typeface="Apple SD Gothic Neo"/>
                <a:cs typeface="Apple SD Gothic Neo"/>
              </a:defRPr>
            </a:lvl7pPr>
            <a:lvl8pPr>
              <a:defRPr sz="3300" b="1">
                <a:solidFill>
                  <a:srgbClr val="172B4D"/>
                </a:solidFill>
                <a:latin typeface="Apple SD Gothic Neo"/>
                <a:ea typeface="Apple SD Gothic Neo"/>
                <a:cs typeface="Apple SD Gothic Neo"/>
              </a:defRPr>
            </a:lvl8pPr>
            <a:lvl9pPr>
              <a:defRPr sz="3300" b="1">
                <a:solidFill>
                  <a:srgbClr val="172B4D"/>
                </a:solidFill>
                <a:latin typeface="Apple SD Gothic Neo"/>
                <a:ea typeface="Apple SD Gothic Neo"/>
                <a:cs typeface="Apple SD Gothic Neo"/>
              </a:defRPr>
            </a:lvl9pPr>
          </a:lstStyle>
          <a:p xmlns:a="http://schemas.openxmlformats.org/drawingml/2006/main">
            <a:pPr>
              <a:defRPr sz="3300" b="1">
                <a:solidFill>
                  <a:srgbClr val="172B4D"/>
                </a:solidFill>
                <a:latin typeface="Apple SD Gothic Neo"/>
                <a:ea typeface="Apple SD Gothic Neo"/>
                <a:cs typeface="Apple SD Gothic Neo"/>
              </a:defRPr>
            </a:pPr>
            <a:r>
              <a:rPr sz="3300" b="1">
                <a:solidFill>
                  <a:srgbClr val="172B4D"/>
                </a:solidFill>
                <a:latin typeface="Apple SD Gothic Neo"/>
                <a:ea typeface="Apple SD Gothic Neo"/>
                <a:cs typeface="Apple SD Gothic Neo"/>
              </a:rPr>
              <a:t>대상 확인부터 답변 검수까지</a:t>
            </a:r>
          </a:p>
        </p:txBody>
      </p:sp>
      <p:sp>
        <p:nvSpPr>
          <p:cNvPr id="8" name="">
            <a:extLst xmlns:a="http://schemas.openxmlformats.org/drawingml/2006/main">
              <a:ext uri="{FF2B5EF4-FFF2-40B4-BE49-F238E27FC236}">
                <a16:creationId xmlns:a16="http://schemas.microsoft.com/office/drawing/2014/main" id="{061F0DBE-0FC1-4131-B7AD-7AE7FB1E2D4D}"/>
              </a:ext>
            </a:extLst>
          </p:cNvPr>
          <p:cNvSpPr>
            <a:spLocks xmlns:a="http://schemas.openxmlformats.org/drawingml/2006/main" noGrp="1"/>
          </p:cNvSpPr>
          <p:nvPr/>
        </p:nvSpPr>
        <p:spPr>
          <a:xfrm xmlns:a="http://schemas.openxmlformats.org/drawingml/2006/main">
            <a:off x="609600" y="27241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5D6D84"/>
                </a:solidFill>
                <a:latin typeface="Apple SD Gothic Neo"/>
                <a:ea typeface="Apple SD Gothic Neo"/>
                <a:cs typeface="Apple SD Gothic Neo"/>
              </a:defRPr>
            </a:defPPr>
            <a:lvl1pPr>
              <a:defRPr sz="1950" b="0">
                <a:solidFill>
                  <a:srgbClr val="5D6D84"/>
                </a:solidFill>
                <a:latin typeface="Apple SD Gothic Neo"/>
                <a:ea typeface="Apple SD Gothic Neo"/>
                <a:cs typeface="Apple SD Gothic Neo"/>
              </a:defRPr>
            </a:lvl1pPr>
            <a:lvl2pPr>
              <a:defRPr sz="1950" b="0">
                <a:solidFill>
                  <a:srgbClr val="5D6D84"/>
                </a:solidFill>
                <a:latin typeface="Apple SD Gothic Neo"/>
                <a:ea typeface="Apple SD Gothic Neo"/>
                <a:cs typeface="Apple SD Gothic Neo"/>
              </a:defRPr>
            </a:lvl2pPr>
            <a:lvl3pPr>
              <a:defRPr sz="1950" b="0">
                <a:solidFill>
                  <a:srgbClr val="5D6D84"/>
                </a:solidFill>
                <a:latin typeface="Apple SD Gothic Neo"/>
                <a:ea typeface="Apple SD Gothic Neo"/>
                <a:cs typeface="Apple SD Gothic Neo"/>
              </a:defRPr>
            </a:lvl3pPr>
            <a:lvl4pPr>
              <a:defRPr sz="1950" b="0">
                <a:solidFill>
                  <a:srgbClr val="5D6D84"/>
                </a:solidFill>
                <a:latin typeface="Apple SD Gothic Neo"/>
                <a:ea typeface="Apple SD Gothic Neo"/>
                <a:cs typeface="Apple SD Gothic Neo"/>
              </a:defRPr>
            </a:lvl4pPr>
            <a:lvl5pPr>
              <a:defRPr sz="1950" b="0">
                <a:solidFill>
                  <a:srgbClr val="5D6D84"/>
                </a:solidFill>
                <a:latin typeface="Apple SD Gothic Neo"/>
                <a:ea typeface="Apple SD Gothic Neo"/>
                <a:cs typeface="Apple SD Gothic Neo"/>
              </a:defRPr>
            </a:lvl5pPr>
            <a:lvl6pPr>
              <a:defRPr sz="1950" b="0">
                <a:solidFill>
                  <a:srgbClr val="5D6D84"/>
                </a:solidFill>
                <a:latin typeface="Apple SD Gothic Neo"/>
                <a:ea typeface="Apple SD Gothic Neo"/>
                <a:cs typeface="Apple SD Gothic Neo"/>
              </a:defRPr>
            </a:lvl6pPr>
            <a:lvl7pPr>
              <a:defRPr sz="1950" b="0">
                <a:solidFill>
                  <a:srgbClr val="5D6D84"/>
                </a:solidFill>
                <a:latin typeface="Apple SD Gothic Neo"/>
                <a:ea typeface="Apple SD Gothic Neo"/>
                <a:cs typeface="Apple SD Gothic Neo"/>
              </a:defRPr>
            </a:lvl7pPr>
            <a:lvl8pPr>
              <a:defRPr sz="1950" b="0">
                <a:solidFill>
                  <a:srgbClr val="5D6D84"/>
                </a:solidFill>
                <a:latin typeface="Apple SD Gothic Neo"/>
                <a:ea typeface="Apple SD Gothic Neo"/>
                <a:cs typeface="Apple SD Gothic Neo"/>
              </a:defRPr>
            </a:lvl8pPr>
            <a:lvl9pPr>
              <a:defRPr sz="1950" b="0">
                <a:solidFill>
                  <a:srgbClr val="5D6D84"/>
                </a:solidFill>
                <a:latin typeface="Apple SD Gothic Neo"/>
                <a:ea typeface="Apple SD Gothic Neo"/>
                <a:cs typeface="Apple SD Gothic Neo"/>
              </a:defRPr>
            </a:lvl9pPr>
          </a:lstStyle>
          <a:p xmlns:a="http://schemas.openxmlformats.org/drawingml/2006/main">
            <a:pPr>
              <a:defRPr sz="1950" b="0">
                <a:solidFill>
                  <a:srgbClr val="5D6D84"/>
                </a:solidFill>
                <a:latin typeface="Apple SD Gothic Neo"/>
                <a:ea typeface="Apple SD Gothic Neo"/>
                <a:cs typeface="Apple SD Gothic Neo"/>
              </a:defRPr>
            </a:pPr>
            <a:r>
              <a:rPr sz="1950" b="0">
                <a:solidFill>
                  <a:srgbClr val="5D6D84"/>
                </a:solidFill>
                <a:latin typeface="Apple SD Gothic Neo"/>
                <a:ea typeface="Apple SD Gothic Neo"/>
                <a:cs typeface="Apple SD Gothic Neo"/>
              </a:rPr>
              <a:t>이정인 / 3반</a:t>
            </a:r>
          </a:p>
        </p:txBody>
      </p:sp>
      <p:sp>
        <p:nvSpPr>
          <p:cNvPr id="9" name="">
            <a:extLst xmlns:a="http://schemas.openxmlformats.org/drawingml/2006/main">
              <a:ext uri="{FF2B5EF4-FFF2-40B4-BE49-F238E27FC236}">
                <a16:creationId xmlns:a16="http://schemas.microsoft.com/office/drawing/2014/main" id="{6C3A78BE-0E18-4481-9991-2F6C89BDA30C}"/>
              </a:ext>
            </a:extLst>
          </p:cNvPr>
          <p:cNvSpPr>
            <a:spLocks xmlns:a="http://schemas.openxmlformats.org/drawingml/2006/main" noGrp="1"/>
          </p:cNvSpPr>
          <p:nvPr/>
        </p:nvSpPr>
        <p:spPr>
          <a:xfrm xmlns:a="http://schemas.openxmlformats.org/drawingml/2006/main">
            <a:off x="609600" y="3657600"/>
            <a:ext cx="10972800" cy="1847850"/>
          </a:xfrm>
          <a:prstGeom xmlns:a="http://schemas.openxmlformats.org/drawingml/2006/main" prst="rect">
            <a:avLst/>
          </a:prstGeom>
          <a:solidFill xmlns:a="http://schemas.openxmlformats.org/drawingml/2006/main">
            <a:srgbClr val="172B4D"/>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2E7F9FC-39ED-47DD-A366-4C661B9CF25A}"/>
              </a:ext>
            </a:extLst>
          </p:cNvPr>
          <p:cNvSpPr>
            <a:spLocks xmlns:a="http://schemas.openxmlformats.org/drawingml/2006/main" noGrp="1"/>
          </p:cNvSpPr>
          <p:nvPr/>
        </p:nvSpPr>
        <p:spPr>
          <a:xfrm xmlns:a="http://schemas.openxmlformats.org/drawingml/2006/main">
            <a:off x="895350" y="3905250"/>
            <a:ext cx="1038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FFFFFF"/>
                </a:solidFill>
                <a:latin typeface="Apple SD Gothic Neo"/>
                <a:ea typeface="Apple SD Gothic Neo"/>
                <a:cs typeface="Apple SD Gothic Neo"/>
              </a:defRPr>
            </a:defPPr>
            <a:lvl1pPr>
              <a:defRPr sz="1875" b="1">
                <a:solidFill>
                  <a:srgbClr val="FFFFFF"/>
                </a:solidFill>
                <a:latin typeface="Apple SD Gothic Neo"/>
                <a:ea typeface="Apple SD Gothic Neo"/>
                <a:cs typeface="Apple SD Gothic Neo"/>
              </a:defRPr>
            </a:lvl1pPr>
            <a:lvl2pPr>
              <a:defRPr sz="1875" b="1">
                <a:solidFill>
                  <a:srgbClr val="FFFFFF"/>
                </a:solidFill>
                <a:latin typeface="Apple SD Gothic Neo"/>
                <a:ea typeface="Apple SD Gothic Neo"/>
                <a:cs typeface="Apple SD Gothic Neo"/>
              </a:defRPr>
            </a:lvl2pPr>
            <a:lvl3pPr>
              <a:defRPr sz="1875" b="1">
                <a:solidFill>
                  <a:srgbClr val="FFFFFF"/>
                </a:solidFill>
                <a:latin typeface="Apple SD Gothic Neo"/>
                <a:ea typeface="Apple SD Gothic Neo"/>
                <a:cs typeface="Apple SD Gothic Neo"/>
              </a:defRPr>
            </a:lvl3pPr>
            <a:lvl4pPr>
              <a:defRPr sz="1875" b="1">
                <a:solidFill>
                  <a:srgbClr val="FFFFFF"/>
                </a:solidFill>
                <a:latin typeface="Apple SD Gothic Neo"/>
                <a:ea typeface="Apple SD Gothic Neo"/>
                <a:cs typeface="Apple SD Gothic Neo"/>
              </a:defRPr>
            </a:lvl4pPr>
            <a:lvl5pPr>
              <a:defRPr sz="1875" b="1">
                <a:solidFill>
                  <a:srgbClr val="FFFFFF"/>
                </a:solidFill>
                <a:latin typeface="Apple SD Gothic Neo"/>
                <a:ea typeface="Apple SD Gothic Neo"/>
                <a:cs typeface="Apple SD Gothic Neo"/>
              </a:defRPr>
            </a:lvl5pPr>
            <a:lvl6pPr>
              <a:defRPr sz="1875" b="1">
                <a:solidFill>
                  <a:srgbClr val="FFFFFF"/>
                </a:solidFill>
                <a:latin typeface="Apple SD Gothic Neo"/>
                <a:ea typeface="Apple SD Gothic Neo"/>
                <a:cs typeface="Apple SD Gothic Neo"/>
              </a:defRPr>
            </a:lvl6pPr>
            <a:lvl7pPr>
              <a:defRPr sz="1875" b="1">
                <a:solidFill>
                  <a:srgbClr val="FFFFFF"/>
                </a:solidFill>
                <a:latin typeface="Apple SD Gothic Neo"/>
                <a:ea typeface="Apple SD Gothic Neo"/>
                <a:cs typeface="Apple SD Gothic Neo"/>
              </a:defRPr>
            </a:lvl7pPr>
            <a:lvl8pPr>
              <a:defRPr sz="1875" b="1">
                <a:solidFill>
                  <a:srgbClr val="FFFFFF"/>
                </a:solidFill>
                <a:latin typeface="Apple SD Gothic Neo"/>
                <a:ea typeface="Apple SD Gothic Neo"/>
                <a:cs typeface="Apple SD Gothic Neo"/>
              </a:defRPr>
            </a:lvl8pPr>
            <a:lvl9pPr>
              <a:defRPr sz="1875" b="1">
                <a:solidFill>
                  <a:srgbClr val="FFFFFF"/>
                </a:solidFill>
                <a:latin typeface="Apple SD Gothic Neo"/>
                <a:ea typeface="Apple SD Gothic Neo"/>
                <a:cs typeface="Apple SD Gothic Neo"/>
              </a:defRPr>
            </a:lvl9pPr>
          </a:lstStyle>
          <a:p xmlns:a="http://schemas.openxmlformats.org/drawingml/2006/main">
            <a:pPr>
              <a:defRPr sz="1875" b="1">
                <a:solidFill>
                  <a:srgbClr val="FFFFFF"/>
                </a:solidFill>
                <a:latin typeface="Apple SD Gothic Neo"/>
                <a:ea typeface="Apple SD Gothic Neo"/>
                <a:cs typeface="Apple SD Gothic Neo"/>
              </a:defRPr>
            </a:pPr>
            <a:r>
              <a:rPr sz="1875" b="1">
                <a:solidFill>
                  <a:srgbClr val="FFFFFF"/>
                </a:solidFill>
                <a:latin typeface="Apple SD Gothic Neo"/>
                <a:ea typeface="Apple SD Gothic Neo"/>
                <a:cs typeface="Apple SD Gothic Neo"/>
              </a:rPr>
              <a:t>이번에 확인한 것</a:t>
            </a:r>
          </a:p>
        </p:txBody>
      </p:sp>
      <p:sp>
        <p:nvSpPr>
          <p:cNvPr id="11" name="">
            <a:extLst xmlns:a="http://schemas.openxmlformats.org/drawingml/2006/main">
              <a:ext uri="{FF2B5EF4-FFF2-40B4-BE49-F238E27FC236}">
                <a16:creationId xmlns:a16="http://schemas.microsoft.com/office/drawing/2014/main" id="{92A14B37-65DC-45D1-A28B-9BCA3F85FF20}"/>
              </a:ext>
            </a:extLst>
          </p:cNvPr>
          <p:cNvSpPr>
            <a:spLocks xmlns:a="http://schemas.openxmlformats.org/drawingml/2006/main" noGrp="1"/>
          </p:cNvSpPr>
          <p:nvPr/>
        </p:nvSpPr>
        <p:spPr>
          <a:xfrm xmlns:a="http://schemas.openxmlformats.org/drawingml/2006/main">
            <a:off x="895350" y="4457700"/>
            <a:ext cx="10382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FFFFFF"/>
                </a:solidFill>
                <a:latin typeface="Apple SD Gothic Neo"/>
                <a:ea typeface="Apple SD Gothic Neo"/>
                <a:cs typeface="Apple SD Gothic Neo"/>
              </a:defRPr>
            </a:defPPr>
            <a:lvl1pPr>
              <a:defRPr sz="2325" b="0">
                <a:solidFill>
                  <a:srgbClr val="FFFFFF"/>
                </a:solidFill>
                <a:latin typeface="Apple SD Gothic Neo"/>
                <a:ea typeface="Apple SD Gothic Neo"/>
                <a:cs typeface="Apple SD Gothic Neo"/>
              </a:defRPr>
            </a:lvl1pPr>
            <a:lvl2pPr>
              <a:defRPr sz="2325" b="0">
                <a:solidFill>
                  <a:srgbClr val="FFFFFF"/>
                </a:solidFill>
                <a:latin typeface="Apple SD Gothic Neo"/>
                <a:ea typeface="Apple SD Gothic Neo"/>
                <a:cs typeface="Apple SD Gothic Neo"/>
              </a:defRPr>
            </a:lvl2pPr>
            <a:lvl3pPr>
              <a:defRPr sz="2325" b="0">
                <a:solidFill>
                  <a:srgbClr val="FFFFFF"/>
                </a:solidFill>
                <a:latin typeface="Apple SD Gothic Neo"/>
                <a:ea typeface="Apple SD Gothic Neo"/>
                <a:cs typeface="Apple SD Gothic Neo"/>
              </a:defRPr>
            </a:lvl3pPr>
            <a:lvl4pPr>
              <a:defRPr sz="2325" b="0">
                <a:solidFill>
                  <a:srgbClr val="FFFFFF"/>
                </a:solidFill>
                <a:latin typeface="Apple SD Gothic Neo"/>
                <a:ea typeface="Apple SD Gothic Neo"/>
                <a:cs typeface="Apple SD Gothic Neo"/>
              </a:defRPr>
            </a:lvl4pPr>
            <a:lvl5pPr>
              <a:defRPr sz="2325" b="0">
                <a:solidFill>
                  <a:srgbClr val="FFFFFF"/>
                </a:solidFill>
                <a:latin typeface="Apple SD Gothic Neo"/>
                <a:ea typeface="Apple SD Gothic Neo"/>
                <a:cs typeface="Apple SD Gothic Neo"/>
              </a:defRPr>
            </a:lvl5pPr>
            <a:lvl6pPr>
              <a:defRPr sz="2325" b="0">
                <a:solidFill>
                  <a:srgbClr val="FFFFFF"/>
                </a:solidFill>
                <a:latin typeface="Apple SD Gothic Neo"/>
                <a:ea typeface="Apple SD Gothic Neo"/>
                <a:cs typeface="Apple SD Gothic Neo"/>
              </a:defRPr>
            </a:lvl6pPr>
            <a:lvl7pPr>
              <a:defRPr sz="2325" b="0">
                <a:solidFill>
                  <a:srgbClr val="FFFFFF"/>
                </a:solidFill>
                <a:latin typeface="Apple SD Gothic Neo"/>
                <a:ea typeface="Apple SD Gothic Neo"/>
                <a:cs typeface="Apple SD Gothic Neo"/>
              </a:defRPr>
            </a:lvl7pPr>
            <a:lvl8pPr>
              <a:defRPr sz="2325" b="0">
                <a:solidFill>
                  <a:srgbClr val="FFFFFF"/>
                </a:solidFill>
                <a:latin typeface="Apple SD Gothic Neo"/>
                <a:ea typeface="Apple SD Gothic Neo"/>
                <a:cs typeface="Apple SD Gothic Neo"/>
              </a:defRPr>
            </a:lvl8pPr>
            <a:lvl9pPr>
              <a:defRPr sz="2325" b="0">
                <a:solidFill>
                  <a:srgbClr val="FFFFFF"/>
                </a:solidFill>
                <a:latin typeface="Apple SD Gothic Neo"/>
                <a:ea typeface="Apple SD Gothic Neo"/>
                <a:cs typeface="Apple SD Gothic Neo"/>
              </a:defRPr>
            </a:lvl9pPr>
          </a:lstStyle>
          <a:p xmlns:a="http://schemas.openxmlformats.org/drawingml/2006/main">
            <a:pPr>
              <a:defRPr sz="2325" b="0">
                <a:solidFill>
                  <a:srgbClr val="FFFFFF"/>
                </a:solidFill>
                <a:latin typeface="Apple SD Gothic Neo"/>
                <a:ea typeface="Apple SD Gothic Neo"/>
                <a:cs typeface="Apple SD Gothic Neo"/>
              </a:defRPr>
            </a:pPr>
            <a:r>
              <a:rPr sz="2325" b="0">
                <a:solidFill>
                  <a:srgbClr val="FFFFFF"/>
                </a:solidFill>
                <a:latin typeface="Apple SD Gothic Neo"/>
                <a:ea typeface="Apple SD Gothic Neo"/>
                <a:cs typeface="Apple SD Gothic Neo"/>
              </a:rPr>
              <a:t>요청 대상의 조회 범위, 관련 런북, 사실·조건·출처의 연결</a:t>
            </a:r>
          </a:p>
        </p:txBody>
      </p:sp>
    </p:spTree>
    <p:extLst>
      <p:ext uri="{BB962C8B-B14F-4D97-AF65-F5344CB8AC3E}">
        <p14:creationId xmlns:p14="http://schemas.microsoft.com/office/powerpoint/2010/main" val="222877827"/>
      </p:ext>
    </p:extLst>
  </p:cSld>
</p:sld>
</file>

<file path=ppt/slides/slide2.xml><?xml version="1.0" encoding="utf-8"?>
<p:sld xmlns:p="http://schemas.openxmlformats.org/presentationml/2006/main">
  <p:cSld>
    <p:bg>
      <p:bgPr>
        <a:solidFill xmlns:a="http://schemas.openxmlformats.org/drawingml/2006/main">
          <a:srgbClr val="F4F6FA"/>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3CA49F1-E458-4778-8D5A-564A3CD3BFB3}"/>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876AB0-E7C3-41FD-ADB2-2300D0E409B6}"/>
              </a:ext>
            </a:extLst>
          </p:cNvPr>
          <p:cNvSpPr>
            <a:spLocks xmlns:a="http://schemas.openxmlformats.org/drawingml/2006/main" noGrp="1"/>
          </p:cNvSpPr>
          <p:nvPr/>
        </p:nvSpPr>
        <p:spPr>
          <a:xfrm xmlns:a="http://schemas.openxmlformats.org/drawingml/2006/main">
            <a:off x="609600" y="381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1">
                <a:solidFill>
                  <a:srgbClr val="235ECB"/>
                </a:solidFill>
                <a:latin typeface="Apple SD Gothic Neo"/>
                <a:ea typeface="Apple SD Gothic Neo"/>
                <a:cs typeface="Apple SD Gothic Neo"/>
              </a:defRPr>
            </a:defPPr>
            <a:lvl1pPr>
              <a:defRPr sz="1275" b="1">
                <a:solidFill>
                  <a:srgbClr val="235ECB"/>
                </a:solidFill>
                <a:latin typeface="Apple SD Gothic Neo"/>
                <a:ea typeface="Apple SD Gothic Neo"/>
                <a:cs typeface="Apple SD Gothic Neo"/>
              </a:defRPr>
            </a:lvl1pPr>
            <a:lvl2pPr>
              <a:defRPr sz="1275" b="1">
                <a:solidFill>
                  <a:srgbClr val="235ECB"/>
                </a:solidFill>
                <a:latin typeface="Apple SD Gothic Neo"/>
                <a:ea typeface="Apple SD Gothic Neo"/>
                <a:cs typeface="Apple SD Gothic Neo"/>
              </a:defRPr>
            </a:lvl2pPr>
            <a:lvl3pPr>
              <a:defRPr sz="1275" b="1">
                <a:solidFill>
                  <a:srgbClr val="235ECB"/>
                </a:solidFill>
                <a:latin typeface="Apple SD Gothic Neo"/>
                <a:ea typeface="Apple SD Gothic Neo"/>
                <a:cs typeface="Apple SD Gothic Neo"/>
              </a:defRPr>
            </a:lvl3pPr>
            <a:lvl4pPr>
              <a:defRPr sz="1275" b="1">
                <a:solidFill>
                  <a:srgbClr val="235ECB"/>
                </a:solidFill>
                <a:latin typeface="Apple SD Gothic Neo"/>
                <a:ea typeface="Apple SD Gothic Neo"/>
                <a:cs typeface="Apple SD Gothic Neo"/>
              </a:defRPr>
            </a:lvl4pPr>
            <a:lvl5pPr>
              <a:defRPr sz="1275" b="1">
                <a:solidFill>
                  <a:srgbClr val="235ECB"/>
                </a:solidFill>
                <a:latin typeface="Apple SD Gothic Neo"/>
                <a:ea typeface="Apple SD Gothic Neo"/>
                <a:cs typeface="Apple SD Gothic Neo"/>
              </a:defRPr>
            </a:lvl5pPr>
            <a:lvl6pPr>
              <a:defRPr sz="1275" b="1">
                <a:solidFill>
                  <a:srgbClr val="235ECB"/>
                </a:solidFill>
                <a:latin typeface="Apple SD Gothic Neo"/>
                <a:ea typeface="Apple SD Gothic Neo"/>
                <a:cs typeface="Apple SD Gothic Neo"/>
              </a:defRPr>
            </a:lvl6pPr>
            <a:lvl7pPr>
              <a:defRPr sz="1275" b="1">
                <a:solidFill>
                  <a:srgbClr val="235ECB"/>
                </a:solidFill>
                <a:latin typeface="Apple SD Gothic Neo"/>
                <a:ea typeface="Apple SD Gothic Neo"/>
                <a:cs typeface="Apple SD Gothic Neo"/>
              </a:defRPr>
            </a:lvl7pPr>
            <a:lvl8pPr>
              <a:defRPr sz="1275" b="1">
                <a:solidFill>
                  <a:srgbClr val="235ECB"/>
                </a:solidFill>
                <a:latin typeface="Apple SD Gothic Neo"/>
                <a:ea typeface="Apple SD Gothic Neo"/>
                <a:cs typeface="Apple SD Gothic Neo"/>
              </a:defRPr>
            </a:lvl8pPr>
            <a:lvl9pPr>
              <a:defRPr sz="1275" b="1">
                <a:solidFill>
                  <a:srgbClr val="235ECB"/>
                </a:solidFill>
                <a:latin typeface="Apple SD Gothic Neo"/>
                <a:ea typeface="Apple SD Gothic Neo"/>
                <a:cs typeface="Apple SD Gothic Neo"/>
              </a:defRPr>
            </a:lvl9pPr>
          </a:lstStyle>
          <a:p xmlns:a="http://schemas.openxmlformats.org/drawingml/2006/main">
            <a:pPr>
              <a:defRPr sz="1275" b="1">
                <a:solidFill>
                  <a:srgbClr val="235ECB"/>
                </a:solidFill>
                <a:latin typeface="Apple SD Gothic Neo"/>
                <a:ea typeface="Apple SD Gothic Neo"/>
                <a:cs typeface="Apple SD Gothic Neo"/>
              </a:defRPr>
            </a:pPr>
            <a:r>
              <a:rPr sz="1275" b="1">
                <a:solidFill>
                  <a:srgbClr val="235ECB"/>
                </a:solidFill>
                <a:latin typeface="Apple SD Gothic Neo"/>
                <a:ea typeface="Apple SD Gothic Neo"/>
                <a:cs typeface="Apple SD Gothic Neo"/>
              </a:rPr>
              <a:t>1. 문제</a:t>
            </a:r>
          </a:p>
        </p:txBody>
      </p:sp>
      <p:sp>
        <p:nvSpPr>
          <p:cNvPr id="3" name="">
            <a:extLst xmlns:a="http://schemas.openxmlformats.org/drawingml/2006/main">
              <a:ext uri="{FF2B5EF4-FFF2-40B4-BE49-F238E27FC236}">
                <a16:creationId xmlns:a16="http://schemas.microsoft.com/office/drawing/2014/main" id="{C89C64E6-E1AD-4E7F-9F00-17C4D8FBE023}"/>
              </a:ext>
            </a:extLst>
          </p:cNvPr>
          <p:cNvSpPr>
            <a:spLocks xmlns:a="http://schemas.openxmlformats.org/drawingml/2006/main" noGrp="1"/>
          </p:cNvSpPr>
          <p:nvPr/>
        </p:nvSpPr>
        <p:spPr>
          <a:xfrm xmlns:a="http://schemas.openxmlformats.org/drawingml/2006/main">
            <a:off x="60960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2B4D"/>
                </a:solidFill>
                <a:latin typeface="Apple SD Gothic Neo"/>
                <a:ea typeface="Apple SD Gothic Neo"/>
                <a:cs typeface="Apple SD Gothic Neo"/>
              </a:defRPr>
            </a:defPPr>
            <a:lvl1pPr>
              <a:defRPr sz="2850" b="1">
                <a:solidFill>
                  <a:srgbClr val="172B4D"/>
                </a:solidFill>
                <a:latin typeface="Apple SD Gothic Neo"/>
                <a:ea typeface="Apple SD Gothic Neo"/>
                <a:cs typeface="Apple SD Gothic Neo"/>
              </a:defRPr>
            </a:lvl1pPr>
            <a:lvl2pPr>
              <a:defRPr sz="2850" b="1">
                <a:solidFill>
                  <a:srgbClr val="172B4D"/>
                </a:solidFill>
                <a:latin typeface="Apple SD Gothic Neo"/>
                <a:ea typeface="Apple SD Gothic Neo"/>
                <a:cs typeface="Apple SD Gothic Neo"/>
              </a:defRPr>
            </a:lvl2pPr>
            <a:lvl3pPr>
              <a:defRPr sz="2850" b="1">
                <a:solidFill>
                  <a:srgbClr val="172B4D"/>
                </a:solidFill>
                <a:latin typeface="Apple SD Gothic Neo"/>
                <a:ea typeface="Apple SD Gothic Neo"/>
                <a:cs typeface="Apple SD Gothic Neo"/>
              </a:defRPr>
            </a:lvl3pPr>
            <a:lvl4pPr>
              <a:defRPr sz="2850" b="1">
                <a:solidFill>
                  <a:srgbClr val="172B4D"/>
                </a:solidFill>
                <a:latin typeface="Apple SD Gothic Neo"/>
                <a:ea typeface="Apple SD Gothic Neo"/>
                <a:cs typeface="Apple SD Gothic Neo"/>
              </a:defRPr>
            </a:lvl4pPr>
            <a:lvl5pPr>
              <a:defRPr sz="2850" b="1">
                <a:solidFill>
                  <a:srgbClr val="172B4D"/>
                </a:solidFill>
                <a:latin typeface="Apple SD Gothic Neo"/>
                <a:ea typeface="Apple SD Gothic Neo"/>
                <a:cs typeface="Apple SD Gothic Neo"/>
              </a:defRPr>
            </a:lvl5pPr>
            <a:lvl6pPr>
              <a:defRPr sz="2850" b="1">
                <a:solidFill>
                  <a:srgbClr val="172B4D"/>
                </a:solidFill>
                <a:latin typeface="Apple SD Gothic Neo"/>
                <a:ea typeface="Apple SD Gothic Neo"/>
                <a:cs typeface="Apple SD Gothic Neo"/>
              </a:defRPr>
            </a:lvl6pPr>
            <a:lvl7pPr>
              <a:defRPr sz="2850" b="1">
                <a:solidFill>
                  <a:srgbClr val="172B4D"/>
                </a:solidFill>
                <a:latin typeface="Apple SD Gothic Neo"/>
                <a:ea typeface="Apple SD Gothic Neo"/>
                <a:cs typeface="Apple SD Gothic Neo"/>
              </a:defRPr>
            </a:lvl7pPr>
            <a:lvl8pPr>
              <a:defRPr sz="2850" b="1">
                <a:solidFill>
                  <a:srgbClr val="172B4D"/>
                </a:solidFill>
                <a:latin typeface="Apple SD Gothic Neo"/>
                <a:ea typeface="Apple SD Gothic Neo"/>
                <a:cs typeface="Apple SD Gothic Neo"/>
              </a:defRPr>
            </a:lvl8pPr>
            <a:lvl9pPr>
              <a:defRPr sz="2850" b="1">
                <a:solidFill>
                  <a:srgbClr val="172B4D"/>
                </a:solidFill>
                <a:latin typeface="Apple SD Gothic Neo"/>
                <a:ea typeface="Apple SD Gothic Neo"/>
                <a:cs typeface="Apple SD Gothic Neo"/>
              </a:defRPr>
            </a:lvl9pPr>
          </a:lstStyle>
          <a:p xmlns:a="http://schemas.openxmlformats.org/drawingml/2006/main">
            <a:pPr>
              <a:defRPr sz="2850" b="1">
                <a:solidFill>
                  <a:srgbClr val="172B4D"/>
                </a:solidFill>
                <a:latin typeface="Apple SD Gothic Neo"/>
                <a:ea typeface="Apple SD Gothic Neo"/>
                <a:cs typeface="Apple SD Gothic Neo"/>
              </a:defRPr>
            </a:pPr>
            <a:r>
              <a:rPr sz="2850" b="1">
                <a:solidFill>
                  <a:srgbClr val="172B4D"/>
                </a:solidFill>
                <a:latin typeface="Apple SD Gothic Neo"/>
                <a:ea typeface="Apple SD Gothic Neo"/>
                <a:cs typeface="Apple SD Gothic Neo"/>
              </a:rPr>
              <a:t>기존 답변의 근거를 더 자세히 확인했습니다</a:t>
            </a:r>
          </a:p>
        </p:txBody>
      </p:sp>
      <p:sp>
        <p:nvSpPr>
          <p:cNvPr id="4" name="">
            <a:extLst xmlns:a="http://schemas.openxmlformats.org/drawingml/2006/main">
              <a:ext uri="{FF2B5EF4-FFF2-40B4-BE49-F238E27FC236}">
                <a16:creationId xmlns:a16="http://schemas.microsoft.com/office/drawing/2014/main" id="{3FFE41E3-5F63-4445-B2DB-033F90BB7479}"/>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7E0E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33DC9D4-09D1-4453-874E-FAB766ECC32B}"/>
              </a:ext>
            </a:extLst>
          </p:cNvPr>
          <p:cNvSpPr>
            <a:spLocks xmlns:a="http://schemas.openxmlformats.org/drawingml/2006/main" noGrp="1"/>
          </p:cNvSpPr>
          <p:nvPr/>
        </p:nvSpPr>
        <p:spPr>
          <a:xfrm xmlns:a="http://schemas.openxmlformats.org/drawingml/2006/main">
            <a:off x="609600" y="6343650"/>
            <a:ext cx="1028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5D6D84"/>
                </a:solidFill>
                <a:latin typeface="Apple SD Gothic Neo"/>
                <a:ea typeface="Apple SD Gothic Neo"/>
                <a:cs typeface="Apple SD Gothic Neo"/>
              </a:defRPr>
            </a:defPPr>
            <a:lvl1pPr>
              <a:defRPr sz="975" b="0">
                <a:solidFill>
                  <a:srgbClr val="5D6D84"/>
                </a:solidFill>
                <a:latin typeface="Apple SD Gothic Neo"/>
                <a:ea typeface="Apple SD Gothic Neo"/>
                <a:cs typeface="Apple SD Gothic Neo"/>
              </a:defRPr>
            </a:lvl1pPr>
            <a:lvl2pPr>
              <a:defRPr sz="975" b="0">
                <a:solidFill>
                  <a:srgbClr val="5D6D84"/>
                </a:solidFill>
                <a:latin typeface="Apple SD Gothic Neo"/>
                <a:ea typeface="Apple SD Gothic Neo"/>
                <a:cs typeface="Apple SD Gothic Neo"/>
              </a:defRPr>
            </a:lvl2pPr>
            <a:lvl3pPr>
              <a:defRPr sz="975" b="0">
                <a:solidFill>
                  <a:srgbClr val="5D6D84"/>
                </a:solidFill>
                <a:latin typeface="Apple SD Gothic Neo"/>
                <a:ea typeface="Apple SD Gothic Neo"/>
                <a:cs typeface="Apple SD Gothic Neo"/>
              </a:defRPr>
            </a:lvl3pPr>
            <a:lvl4pPr>
              <a:defRPr sz="975" b="0">
                <a:solidFill>
                  <a:srgbClr val="5D6D84"/>
                </a:solidFill>
                <a:latin typeface="Apple SD Gothic Neo"/>
                <a:ea typeface="Apple SD Gothic Neo"/>
                <a:cs typeface="Apple SD Gothic Neo"/>
              </a:defRPr>
            </a:lvl4pPr>
            <a:lvl5pPr>
              <a:defRPr sz="975" b="0">
                <a:solidFill>
                  <a:srgbClr val="5D6D84"/>
                </a:solidFill>
                <a:latin typeface="Apple SD Gothic Neo"/>
                <a:ea typeface="Apple SD Gothic Neo"/>
                <a:cs typeface="Apple SD Gothic Neo"/>
              </a:defRPr>
            </a:lvl5pPr>
            <a:lvl6pPr>
              <a:defRPr sz="975" b="0">
                <a:solidFill>
                  <a:srgbClr val="5D6D84"/>
                </a:solidFill>
                <a:latin typeface="Apple SD Gothic Neo"/>
                <a:ea typeface="Apple SD Gothic Neo"/>
                <a:cs typeface="Apple SD Gothic Neo"/>
              </a:defRPr>
            </a:lvl6pPr>
            <a:lvl7pPr>
              <a:defRPr sz="975" b="0">
                <a:solidFill>
                  <a:srgbClr val="5D6D84"/>
                </a:solidFill>
                <a:latin typeface="Apple SD Gothic Neo"/>
                <a:ea typeface="Apple SD Gothic Neo"/>
                <a:cs typeface="Apple SD Gothic Neo"/>
              </a:defRPr>
            </a:lvl7pPr>
            <a:lvl8pPr>
              <a:defRPr sz="975" b="0">
                <a:solidFill>
                  <a:srgbClr val="5D6D84"/>
                </a:solidFill>
                <a:latin typeface="Apple SD Gothic Neo"/>
                <a:ea typeface="Apple SD Gothic Neo"/>
                <a:cs typeface="Apple SD Gothic Neo"/>
              </a:defRPr>
            </a:lvl8pPr>
            <a:lvl9pPr>
              <a:defRPr sz="975" b="0">
                <a:solidFill>
                  <a:srgbClr val="5D6D84"/>
                </a:solidFill>
                <a:latin typeface="Apple SD Gothic Neo"/>
                <a:ea typeface="Apple SD Gothic Neo"/>
                <a:cs typeface="Apple SD Gothic Neo"/>
              </a:defRPr>
            </a:lvl9pPr>
          </a:lstStyle>
          <a:p xmlns:a="http://schemas.openxmlformats.org/drawingml/2006/main">
            <a:pPr>
              <a:defRPr sz="975" b="0">
                <a:solidFill>
                  <a:srgbClr val="5D6D84"/>
                </a:solidFill>
                <a:latin typeface="Apple SD Gothic Neo"/>
                <a:ea typeface="Apple SD Gothic Neo"/>
                <a:cs typeface="Apple SD Gothic Neo"/>
              </a:defRPr>
            </a:pPr>
            <a:r>
              <a:rPr sz="975" b="0">
                <a:solidFill>
                  <a:srgbClr val="5D6D84"/>
                </a:solidFill>
                <a:latin typeface="Apple SD Gothic Neo"/>
                <a:ea typeface="Apple SD Gothic Neo"/>
                <a:cs typeface="Apple SD Gothic Neo"/>
              </a:rPr>
              <a:t>근거: 원본 agent/graph.py의 계획·키워드 분류·validate_node()</a:t>
            </a:r>
          </a:p>
        </p:txBody>
      </p:sp>
      <p:sp>
        <p:nvSpPr>
          <p:cNvPr id="6" name="">
            <a:extLst xmlns:a="http://schemas.openxmlformats.org/drawingml/2006/main">
              <a:ext uri="{FF2B5EF4-FFF2-40B4-BE49-F238E27FC236}">
                <a16:creationId xmlns:a16="http://schemas.microsoft.com/office/drawing/2014/main" id="{7CE917E2-07E0-49A9-A78E-B7FD8D303865}"/>
              </a:ext>
            </a:extLst>
          </p:cNvPr>
          <p:cNvSpPr>
            <a:spLocks xmlns:a="http://schemas.openxmlformats.org/drawingml/2006/main" noGrp="1"/>
          </p:cNvSpPr>
          <p:nvPr/>
        </p:nvSpPr>
        <p:spPr>
          <a:xfrm xmlns:a="http://schemas.openxmlformats.org/drawingml/2006/main">
            <a:off x="11049000" y="6334125"/>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5D6D84"/>
                </a:solidFill>
                <a:latin typeface="Apple SD Gothic Neo"/>
                <a:ea typeface="Apple SD Gothic Neo"/>
                <a:cs typeface="Apple SD Gothic Neo"/>
              </a:defRPr>
            </a:defPPr>
            <a:lvl1pPr>
              <a:defRPr sz="1125" b="1">
                <a:solidFill>
                  <a:srgbClr val="5D6D84"/>
                </a:solidFill>
                <a:latin typeface="Apple SD Gothic Neo"/>
                <a:ea typeface="Apple SD Gothic Neo"/>
                <a:cs typeface="Apple SD Gothic Neo"/>
              </a:defRPr>
            </a:lvl1pPr>
            <a:lvl2pPr>
              <a:defRPr sz="1125" b="1">
                <a:solidFill>
                  <a:srgbClr val="5D6D84"/>
                </a:solidFill>
                <a:latin typeface="Apple SD Gothic Neo"/>
                <a:ea typeface="Apple SD Gothic Neo"/>
                <a:cs typeface="Apple SD Gothic Neo"/>
              </a:defRPr>
            </a:lvl2pPr>
            <a:lvl3pPr>
              <a:defRPr sz="1125" b="1">
                <a:solidFill>
                  <a:srgbClr val="5D6D84"/>
                </a:solidFill>
                <a:latin typeface="Apple SD Gothic Neo"/>
                <a:ea typeface="Apple SD Gothic Neo"/>
                <a:cs typeface="Apple SD Gothic Neo"/>
              </a:defRPr>
            </a:lvl3pPr>
            <a:lvl4pPr>
              <a:defRPr sz="1125" b="1">
                <a:solidFill>
                  <a:srgbClr val="5D6D84"/>
                </a:solidFill>
                <a:latin typeface="Apple SD Gothic Neo"/>
                <a:ea typeface="Apple SD Gothic Neo"/>
                <a:cs typeface="Apple SD Gothic Neo"/>
              </a:defRPr>
            </a:lvl4pPr>
            <a:lvl5pPr>
              <a:defRPr sz="1125" b="1">
                <a:solidFill>
                  <a:srgbClr val="5D6D84"/>
                </a:solidFill>
                <a:latin typeface="Apple SD Gothic Neo"/>
                <a:ea typeface="Apple SD Gothic Neo"/>
                <a:cs typeface="Apple SD Gothic Neo"/>
              </a:defRPr>
            </a:lvl5pPr>
            <a:lvl6pPr>
              <a:defRPr sz="1125" b="1">
                <a:solidFill>
                  <a:srgbClr val="5D6D84"/>
                </a:solidFill>
                <a:latin typeface="Apple SD Gothic Neo"/>
                <a:ea typeface="Apple SD Gothic Neo"/>
                <a:cs typeface="Apple SD Gothic Neo"/>
              </a:defRPr>
            </a:lvl6pPr>
            <a:lvl7pPr>
              <a:defRPr sz="1125" b="1">
                <a:solidFill>
                  <a:srgbClr val="5D6D84"/>
                </a:solidFill>
                <a:latin typeface="Apple SD Gothic Neo"/>
                <a:ea typeface="Apple SD Gothic Neo"/>
                <a:cs typeface="Apple SD Gothic Neo"/>
              </a:defRPr>
            </a:lvl7pPr>
            <a:lvl8pPr>
              <a:defRPr sz="1125" b="1">
                <a:solidFill>
                  <a:srgbClr val="5D6D84"/>
                </a:solidFill>
                <a:latin typeface="Apple SD Gothic Neo"/>
                <a:ea typeface="Apple SD Gothic Neo"/>
                <a:cs typeface="Apple SD Gothic Neo"/>
              </a:defRPr>
            </a:lvl8pPr>
            <a:lvl9pPr>
              <a:defRPr sz="1125" b="1">
                <a:solidFill>
                  <a:srgbClr val="5D6D84"/>
                </a:solidFill>
                <a:latin typeface="Apple SD Gothic Neo"/>
                <a:ea typeface="Apple SD Gothic Neo"/>
                <a:cs typeface="Apple SD Gothic Neo"/>
              </a:defRPr>
            </a:lvl9pPr>
          </a:lstStyle>
          <a:p xmlns:a="http://schemas.openxmlformats.org/drawingml/2006/main">
            <a:pPr>
              <a:defRPr sz="1125" b="1">
                <a:solidFill>
                  <a:srgbClr val="5D6D84"/>
                </a:solidFill>
                <a:latin typeface="Apple SD Gothic Neo"/>
                <a:ea typeface="Apple SD Gothic Neo"/>
                <a:cs typeface="Apple SD Gothic Neo"/>
              </a:defRPr>
            </a:pPr>
            <a:r>
              <a:rPr sz="1125" b="1">
                <a:solidFill>
                  <a:srgbClr val="5D6D84"/>
                </a:solidFill>
                <a:latin typeface="Apple SD Gothic Neo"/>
                <a:ea typeface="Apple SD Gothic Neo"/>
                <a:cs typeface="Apple SD Gothic Neo"/>
              </a:rPr>
              <a:t>02</a:t>
            </a:r>
          </a:p>
        </p:txBody>
      </p:sp>
      <p:sp>
        <p:nvSpPr>
          <p:cNvPr id="7" name="">
            <a:extLst xmlns:a="http://schemas.openxmlformats.org/drawingml/2006/main">
              <a:ext uri="{FF2B5EF4-FFF2-40B4-BE49-F238E27FC236}">
                <a16:creationId xmlns:a16="http://schemas.microsoft.com/office/drawing/2014/main" id="{17333082-CFF0-4061-A189-C9D53F0420E4}"/>
              </a:ext>
            </a:extLst>
          </p:cNvPr>
          <p:cNvSpPr>
            <a:spLocks xmlns:a="http://schemas.openxmlformats.org/drawingml/2006/main" noGrp="1"/>
          </p:cNvSpPr>
          <p:nvPr/>
        </p:nvSpPr>
        <p:spPr>
          <a:xfrm xmlns:a="http://schemas.openxmlformats.org/drawingml/2006/main">
            <a:off x="609600" y="1924050"/>
            <a:ext cx="3409950" cy="33337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AA9E74D-89F5-4AB5-B9D9-B71D2B0CC336}"/>
              </a:ext>
            </a:extLst>
          </p:cNvPr>
          <p:cNvSpPr>
            <a:spLocks xmlns:a="http://schemas.openxmlformats.org/drawingml/2006/main" noGrp="1"/>
          </p:cNvSpPr>
          <p:nvPr/>
        </p:nvSpPr>
        <p:spPr>
          <a:xfrm xmlns:a="http://schemas.openxmlformats.org/drawingml/2006/main">
            <a:off x="609600" y="1924050"/>
            <a:ext cx="57150" cy="333375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0B5B4DE-2EF8-498C-8073-3ECAFE1693BA}"/>
              </a:ext>
            </a:extLst>
          </p:cNvPr>
          <p:cNvSpPr>
            <a:spLocks xmlns:a="http://schemas.openxmlformats.org/drawingml/2006/main" noGrp="1"/>
          </p:cNvSpPr>
          <p:nvPr/>
        </p:nvSpPr>
        <p:spPr>
          <a:xfrm xmlns:a="http://schemas.openxmlformats.org/drawingml/2006/main">
            <a:off x="857250" y="217170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defRPr sz="2100" b="1">
                <a:solidFill>
                  <a:srgbClr val="172B4D"/>
                </a:solidFill>
                <a:latin typeface="Apple SD Gothic Neo"/>
                <a:ea typeface="Apple SD Gothic Neo"/>
                <a:cs typeface="Apple SD Gothic Neo"/>
              </a:defRPr>
            </a:lvl1pPr>
            <a:lvl2pPr>
              <a:defRPr sz="2100" b="1">
                <a:solidFill>
                  <a:srgbClr val="172B4D"/>
                </a:solidFill>
                <a:latin typeface="Apple SD Gothic Neo"/>
                <a:ea typeface="Apple SD Gothic Neo"/>
                <a:cs typeface="Apple SD Gothic Neo"/>
              </a:defRPr>
            </a:lvl2pPr>
            <a:lvl3pPr>
              <a:defRPr sz="2100" b="1">
                <a:solidFill>
                  <a:srgbClr val="172B4D"/>
                </a:solidFill>
                <a:latin typeface="Apple SD Gothic Neo"/>
                <a:ea typeface="Apple SD Gothic Neo"/>
                <a:cs typeface="Apple SD Gothic Neo"/>
              </a:defRPr>
            </a:lvl3pPr>
            <a:lvl4pPr>
              <a:defRPr sz="2100" b="1">
                <a:solidFill>
                  <a:srgbClr val="172B4D"/>
                </a:solidFill>
                <a:latin typeface="Apple SD Gothic Neo"/>
                <a:ea typeface="Apple SD Gothic Neo"/>
                <a:cs typeface="Apple SD Gothic Neo"/>
              </a:defRPr>
            </a:lvl4pPr>
            <a:lvl5pPr>
              <a:defRPr sz="2100" b="1">
                <a:solidFill>
                  <a:srgbClr val="172B4D"/>
                </a:solidFill>
                <a:latin typeface="Apple SD Gothic Neo"/>
                <a:ea typeface="Apple SD Gothic Neo"/>
                <a:cs typeface="Apple SD Gothic Neo"/>
              </a:defRPr>
            </a:lvl5pPr>
            <a:lvl6pPr>
              <a:defRPr sz="2100" b="1">
                <a:solidFill>
                  <a:srgbClr val="172B4D"/>
                </a:solidFill>
                <a:latin typeface="Apple SD Gothic Neo"/>
                <a:ea typeface="Apple SD Gothic Neo"/>
                <a:cs typeface="Apple SD Gothic Neo"/>
              </a:defRPr>
            </a:lvl6pPr>
            <a:lvl7pPr>
              <a:defRPr sz="2100" b="1">
                <a:solidFill>
                  <a:srgbClr val="172B4D"/>
                </a:solidFill>
                <a:latin typeface="Apple SD Gothic Neo"/>
                <a:ea typeface="Apple SD Gothic Neo"/>
                <a:cs typeface="Apple SD Gothic Neo"/>
              </a:defRPr>
            </a:lvl7pPr>
            <a:lvl8pPr>
              <a:defRPr sz="2100" b="1">
                <a:solidFill>
                  <a:srgbClr val="172B4D"/>
                </a:solidFill>
                <a:latin typeface="Apple SD Gothic Neo"/>
                <a:ea typeface="Apple SD Gothic Neo"/>
                <a:cs typeface="Apple SD Gothic Neo"/>
              </a:defRPr>
            </a:lvl8pPr>
            <a:lvl9pPr>
              <a:defRPr sz="2100" b="1">
                <a:solidFill>
                  <a:srgbClr val="172B4D"/>
                </a:solidFill>
                <a:latin typeface="Apple SD Gothic Neo"/>
                <a:ea typeface="Apple SD Gothic Neo"/>
                <a:cs typeface="Apple SD Gothic Neo"/>
              </a:defRPr>
            </a:lvl9pPr>
          </a:lstStyle>
          <a:p xmlns:a="http://schemas.openxmlformats.org/drawingml/2006/main">
            <a:pPr>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조회 대상</a:t>
            </a:r>
          </a:p>
        </p:txBody>
      </p:sp>
      <p:sp>
        <p:nvSpPr>
          <p:cNvPr id="10" name="">
            <a:extLst xmlns:a="http://schemas.openxmlformats.org/drawingml/2006/main">
              <a:ext uri="{FF2B5EF4-FFF2-40B4-BE49-F238E27FC236}">
                <a16:creationId xmlns:a16="http://schemas.microsoft.com/office/drawing/2014/main" id="{49CD72D3-90F3-4AA3-98E1-A6F96714C082}"/>
              </a:ext>
            </a:extLst>
          </p:cNvPr>
          <p:cNvSpPr>
            <a:spLocks xmlns:a="http://schemas.openxmlformats.org/drawingml/2006/main" noGrp="1"/>
          </p:cNvSpPr>
          <p:nvPr/>
        </p:nvSpPr>
        <p:spPr>
          <a:xfrm xmlns:a="http://schemas.openxmlformats.org/drawingml/2006/main">
            <a:off x="857250" y="299085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defRPr sz="1800" b="0">
                <a:solidFill>
                  <a:srgbClr val="253650"/>
                </a:solidFill>
                <a:latin typeface="Apple SD Gothic Neo"/>
                <a:ea typeface="Apple SD Gothic Neo"/>
                <a:cs typeface="Apple SD Gothic Neo"/>
              </a:defRPr>
            </a:lvl1pPr>
            <a:lvl2pPr>
              <a:defRPr sz="1800" b="0">
                <a:solidFill>
                  <a:srgbClr val="253650"/>
                </a:solidFill>
                <a:latin typeface="Apple SD Gothic Neo"/>
                <a:ea typeface="Apple SD Gothic Neo"/>
                <a:cs typeface="Apple SD Gothic Neo"/>
              </a:defRPr>
            </a:lvl2pPr>
            <a:lvl3pPr>
              <a:defRPr sz="1800" b="0">
                <a:solidFill>
                  <a:srgbClr val="253650"/>
                </a:solidFill>
                <a:latin typeface="Apple SD Gothic Neo"/>
                <a:ea typeface="Apple SD Gothic Neo"/>
                <a:cs typeface="Apple SD Gothic Neo"/>
              </a:defRPr>
            </a:lvl3pPr>
            <a:lvl4pPr>
              <a:defRPr sz="1800" b="0">
                <a:solidFill>
                  <a:srgbClr val="253650"/>
                </a:solidFill>
                <a:latin typeface="Apple SD Gothic Neo"/>
                <a:ea typeface="Apple SD Gothic Neo"/>
                <a:cs typeface="Apple SD Gothic Neo"/>
              </a:defRPr>
            </a:lvl4pPr>
            <a:lvl5pPr>
              <a:defRPr sz="1800" b="0">
                <a:solidFill>
                  <a:srgbClr val="253650"/>
                </a:solidFill>
                <a:latin typeface="Apple SD Gothic Neo"/>
                <a:ea typeface="Apple SD Gothic Neo"/>
                <a:cs typeface="Apple SD Gothic Neo"/>
              </a:defRPr>
            </a:lvl5pPr>
            <a:lvl6pPr>
              <a:defRPr sz="1800" b="0">
                <a:solidFill>
                  <a:srgbClr val="253650"/>
                </a:solidFill>
                <a:latin typeface="Apple SD Gothic Neo"/>
                <a:ea typeface="Apple SD Gothic Neo"/>
                <a:cs typeface="Apple SD Gothic Neo"/>
              </a:defRPr>
            </a:lvl6pPr>
            <a:lvl7pPr>
              <a:defRPr sz="1800" b="0">
                <a:solidFill>
                  <a:srgbClr val="253650"/>
                </a:solidFill>
                <a:latin typeface="Apple SD Gothic Neo"/>
                <a:ea typeface="Apple SD Gothic Neo"/>
                <a:cs typeface="Apple SD Gothic Neo"/>
              </a:defRPr>
            </a:lvl7pPr>
            <a:lvl8pPr>
              <a:defRPr sz="1800" b="0">
                <a:solidFill>
                  <a:srgbClr val="253650"/>
                </a:solidFill>
                <a:latin typeface="Apple SD Gothic Neo"/>
                <a:ea typeface="Apple SD Gothic Neo"/>
                <a:cs typeface="Apple SD Gothic Neo"/>
              </a:defRPr>
            </a:lvl8pPr>
            <a:lvl9pPr>
              <a:defRPr sz="1800" b="0">
                <a:solidFill>
                  <a:srgbClr val="253650"/>
                </a:solidFill>
                <a:latin typeface="Apple SD Gothic Neo"/>
                <a:ea typeface="Apple SD Gothic Neo"/>
                <a:cs typeface="Apple SD Gothic Neo"/>
              </a:defRPr>
            </a:lvl9pPr>
          </a:lstStyle>
          <a:p xmlns:a="http://schemas.openxmlformats.org/drawingml/2006/main">
            <a:pPr>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모델 계획에 의존했습니다.</a:t>
            </a:r>
          </a:p>
          <a:p xmlns:a="http://schemas.openxmlformats.org/drawingml/2006/main">
            <a:pPr>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요청 범위와 실제 조회 목록을 대조할 필요가 있었습니다.</a:t>
            </a:r>
          </a:p>
        </p:txBody>
      </p:sp>
      <p:sp>
        <p:nvSpPr>
          <p:cNvPr id="11" name="">
            <a:extLst xmlns:a="http://schemas.openxmlformats.org/drawingml/2006/main">
              <a:ext uri="{FF2B5EF4-FFF2-40B4-BE49-F238E27FC236}">
                <a16:creationId xmlns:a16="http://schemas.microsoft.com/office/drawing/2014/main" id="{B2BAB7C0-4067-4F6F-857C-2BD09B25F093}"/>
              </a:ext>
            </a:extLst>
          </p:cNvPr>
          <p:cNvSpPr>
            <a:spLocks xmlns:a="http://schemas.openxmlformats.org/drawingml/2006/main" noGrp="1"/>
          </p:cNvSpPr>
          <p:nvPr/>
        </p:nvSpPr>
        <p:spPr>
          <a:xfrm xmlns:a="http://schemas.openxmlformats.org/drawingml/2006/main">
            <a:off x="4381500" y="1924050"/>
            <a:ext cx="3409950" cy="33337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EEBAB98-658E-42FE-AD43-E42559E21EEC}"/>
              </a:ext>
            </a:extLst>
          </p:cNvPr>
          <p:cNvSpPr>
            <a:spLocks xmlns:a="http://schemas.openxmlformats.org/drawingml/2006/main" noGrp="1"/>
          </p:cNvSpPr>
          <p:nvPr/>
        </p:nvSpPr>
        <p:spPr>
          <a:xfrm xmlns:a="http://schemas.openxmlformats.org/drawingml/2006/main">
            <a:off x="4381500" y="1924050"/>
            <a:ext cx="57150" cy="333375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FDC2113-617D-4B5A-9898-5564A6AAFF06}"/>
              </a:ext>
            </a:extLst>
          </p:cNvPr>
          <p:cNvSpPr>
            <a:spLocks xmlns:a="http://schemas.openxmlformats.org/drawingml/2006/main" noGrp="1"/>
          </p:cNvSpPr>
          <p:nvPr/>
        </p:nvSpPr>
        <p:spPr>
          <a:xfrm xmlns:a="http://schemas.openxmlformats.org/drawingml/2006/main">
            <a:off x="4629150" y="217170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defRPr sz="2100" b="1">
                <a:solidFill>
                  <a:srgbClr val="172B4D"/>
                </a:solidFill>
                <a:latin typeface="Apple SD Gothic Neo"/>
                <a:ea typeface="Apple SD Gothic Neo"/>
                <a:cs typeface="Apple SD Gothic Neo"/>
              </a:defRPr>
            </a:lvl1pPr>
            <a:lvl2pPr>
              <a:defRPr sz="2100" b="1">
                <a:solidFill>
                  <a:srgbClr val="172B4D"/>
                </a:solidFill>
                <a:latin typeface="Apple SD Gothic Neo"/>
                <a:ea typeface="Apple SD Gothic Neo"/>
                <a:cs typeface="Apple SD Gothic Neo"/>
              </a:defRPr>
            </a:lvl2pPr>
            <a:lvl3pPr>
              <a:defRPr sz="2100" b="1">
                <a:solidFill>
                  <a:srgbClr val="172B4D"/>
                </a:solidFill>
                <a:latin typeface="Apple SD Gothic Neo"/>
                <a:ea typeface="Apple SD Gothic Neo"/>
                <a:cs typeface="Apple SD Gothic Neo"/>
              </a:defRPr>
            </a:lvl3pPr>
            <a:lvl4pPr>
              <a:defRPr sz="2100" b="1">
                <a:solidFill>
                  <a:srgbClr val="172B4D"/>
                </a:solidFill>
                <a:latin typeface="Apple SD Gothic Neo"/>
                <a:ea typeface="Apple SD Gothic Neo"/>
                <a:cs typeface="Apple SD Gothic Neo"/>
              </a:defRPr>
            </a:lvl4pPr>
            <a:lvl5pPr>
              <a:defRPr sz="2100" b="1">
                <a:solidFill>
                  <a:srgbClr val="172B4D"/>
                </a:solidFill>
                <a:latin typeface="Apple SD Gothic Neo"/>
                <a:ea typeface="Apple SD Gothic Neo"/>
                <a:cs typeface="Apple SD Gothic Neo"/>
              </a:defRPr>
            </a:lvl5pPr>
            <a:lvl6pPr>
              <a:defRPr sz="2100" b="1">
                <a:solidFill>
                  <a:srgbClr val="172B4D"/>
                </a:solidFill>
                <a:latin typeface="Apple SD Gothic Neo"/>
                <a:ea typeface="Apple SD Gothic Neo"/>
                <a:cs typeface="Apple SD Gothic Neo"/>
              </a:defRPr>
            </a:lvl6pPr>
            <a:lvl7pPr>
              <a:defRPr sz="2100" b="1">
                <a:solidFill>
                  <a:srgbClr val="172B4D"/>
                </a:solidFill>
                <a:latin typeface="Apple SD Gothic Neo"/>
                <a:ea typeface="Apple SD Gothic Neo"/>
                <a:cs typeface="Apple SD Gothic Neo"/>
              </a:defRPr>
            </a:lvl7pPr>
            <a:lvl8pPr>
              <a:defRPr sz="2100" b="1">
                <a:solidFill>
                  <a:srgbClr val="172B4D"/>
                </a:solidFill>
                <a:latin typeface="Apple SD Gothic Neo"/>
                <a:ea typeface="Apple SD Gothic Neo"/>
                <a:cs typeface="Apple SD Gothic Neo"/>
              </a:defRPr>
            </a:lvl8pPr>
            <a:lvl9pPr>
              <a:defRPr sz="2100" b="1">
                <a:solidFill>
                  <a:srgbClr val="172B4D"/>
                </a:solidFill>
                <a:latin typeface="Apple SD Gothic Neo"/>
                <a:ea typeface="Apple SD Gothic Neo"/>
                <a:cs typeface="Apple SD Gothic Neo"/>
              </a:defRPr>
            </a:lvl9pPr>
          </a:lstStyle>
          <a:p xmlns:a="http://schemas.openxmlformats.org/drawingml/2006/main">
            <a:pPr>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런북 선택</a:t>
            </a:r>
          </a:p>
        </p:txBody>
      </p:sp>
      <p:sp>
        <p:nvSpPr>
          <p:cNvPr id="14" name="">
            <a:extLst xmlns:a="http://schemas.openxmlformats.org/drawingml/2006/main">
              <a:ext uri="{FF2B5EF4-FFF2-40B4-BE49-F238E27FC236}">
                <a16:creationId xmlns:a16="http://schemas.microsoft.com/office/drawing/2014/main" id="{9A071DE9-5FB9-42D3-91DB-8735AF070998}"/>
              </a:ext>
            </a:extLst>
          </p:cNvPr>
          <p:cNvSpPr>
            <a:spLocks xmlns:a="http://schemas.openxmlformats.org/drawingml/2006/main" noGrp="1"/>
          </p:cNvSpPr>
          <p:nvPr/>
        </p:nvSpPr>
        <p:spPr>
          <a:xfrm xmlns:a="http://schemas.openxmlformats.org/drawingml/2006/main">
            <a:off x="4629150" y="299085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defRPr sz="1800" b="0">
                <a:solidFill>
                  <a:srgbClr val="253650"/>
                </a:solidFill>
                <a:latin typeface="Apple SD Gothic Neo"/>
                <a:ea typeface="Apple SD Gothic Neo"/>
                <a:cs typeface="Apple SD Gothic Neo"/>
              </a:defRPr>
            </a:lvl1pPr>
            <a:lvl2pPr>
              <a:defRPr sz="1800" b="0">
                <a:solidFill>
                  <a:srgbClr val="253650"/>
                </a:solidFill>
                <a:latin typeface="Apple SD Gothic Neo"/>
                <a:ea typeface="Apple SD Gothic Neo"/>
                <a:cs typeface="Apple SD Gothic Neo"/>
              </a:defRPr>
            </a:lvl2pPr>
            <a:lvl3pPr>
              <a:defRPr sz="1800" b="0">
                <a:solidFill>
                  <a:srgbClr val="253650"/>
                </a:solidFill>
                <a:latin typeface="Apple SD Gothic Neo"/>
                <a:ea typeface="Apple SD Gothic Neo"/>
                <a:cs typeface="Apple SD Gothic Neo"/>
              </a:defRPr>
            </a:lvl3pPr>
            <a:lvl4pPr>
              <a:defRPr sz="1800" b="0">
                <a:solidFill>
                  <a:srgbClr val="253650"/>
                </a:solidFill>
                <a:latin typeface="Apple SD Gothic Neo"/>
                <a:ea typeface="Apple SD Gothic Neo"/>
                <a:cs typeface="Apple SD Gothic Neo"/>
              </a:defRPr>
            </a:lvl4pPr>
            <a:lvl5pPr>
              <a:defRPr sz="1800" b="0">
                <a:solidFill>
                  <a:srgbClr val="253650"/>
                </a:solidFill>
                <a:latin typeface="Apple SD Gothic Neo"/>
                <a:ea typeface="Apple SD Gothic Neo"/>
                <a:cs typeface="Apple SD Gothic Neo"/>
              </a:defRPr>
            </a:lvl5pPr>
            <a:lvl6pPr>
              <a:defRPr sz="1800" b="0">
                <a:solidFill>
                  <a:srgbClr val="253650"/>
                </a:solidFill>
                <a:latin typeface="Apple SD Gothic Neo"/>
                <a:ea typeface="Apple SD Gothic Neo"/>
                <a:cs typeface="Apple SD Gothic Neo"/>
              </a:defRPr>
            </a:lvl6pPr>
            <a:lvl7pPr>
              <a:defRPr sz="1800" b="0">
                <a:solidFill>
                  <a:srgbClr val="253650"/>
                </a:solidFill>
                <a:latin typeface="Apple SD Gothic Neo"/>
                <a:ea typeface="Apple SD Gothic Neo"/>
                <a:cs typeface="Apple SD Gothic Neo"/>
              </a:defRPr>
            </a:lvl7pPr>
            <a:lvl8pPr>
              <a:defRPr sz="1800" b="0">
                <a:solidFill>
                  <a:srgbClr val="253650"/>
                </a:solidFill>
                <a:latin typeface="Apple SD Gothic Neo"/>
                <a:ea typeface="Apple SD Gothic Neo"/>
                <a:cs typeface="Apple SD Gothic Neo"/>
              </a:defRPr>
            </a:lvl8pPr>
            <a:lvl9pPr>
              <a:defRPr sz="1800" b="0">
                <a:solidFill>
                  <a:srgbClr val="253650"/>
                </a:solidFill>
                <a:latin typeface="Apple SD Gothic Neo"/>
                <a:ea typeface="Apple SD Gothic Neo"/>
                <a:cs typeface="Apple SD Gothic Neo"/>
              </a:defRPr>
            </a:lvl9pPr>
          </a:lstStyle>
          <a:p xmlns:a="http://schemas.openxmlformats.org/drawingml/2006/main">
            <a:pPr>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첫 키워드에 맞는 유형 하나를 선택했습니다.</a:t>
            </a:r>
          </a:p>
          <a:p xmlns:a="http://schemas.openxmlformats.org/drawingml/2006/main">
            <a:pPr>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독립적인 여러 증상이 빠질 수 있었습니다.</a:t>
            </a:r>
          </a:p>
        </p:txBody>
      </p:sp>
      <p:sp>
        <p:nvSpPr>
          <p:cNvPr id="15" name="">
            <a:extLst xmlns:a="http://schemas.openxmlformats.org/drawingml/2006/main">
              <a:ext uri="{FF2B5EF4-FFF2-40B4-BE49-F238E27FC236}">
                <a16:creationId xmlns:a16="http://schemas.microsoft.com/office/drawing/2014/main" id="{C933607F-2FD7-47A0-AD2C-92BA7CEDD8CC}"/>
              </a:ext>
            </a:extLst>
          </p:cNvPr>
          <p:cNvSpPr>
            <a:spLocks xmlns:a="http://schemas.openxmlformats.org/drawingml/2006/main" noGrp="1"/>
          </p:cNvSpPr>
          <p:nvPr/>
        </p:nvSpPr>
        <p:spPr>
          <a:xfrm xmlns:a="http://schemas.openxmlformats.org/drawingml/2006/main">
            <a:off x="8153400" y="1924050"/>
            <a:ext cx="3409950" cy="33337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019AC765-2B0C-4544-BE77-E449706BB464}"/>
              </a:ext>
            </a:extLst>
          </p:cNvPr>
          <p:cNvSpPr>
            <a:spLocks xmlns:a="http://schemas.openxmlformats.org/drawingml/2006/main" noGrp="1"/>
          </p:cNvSpPr>
          <p:nvPr/>
        </p:nvSpPr>
        <p:spPr>
          <a:xfrm xmlns:a="http://schemas.openxmlformats.org/drawingml/2006/main">
            <a:off x="8153400" y="1924050"/>
            <a:ext cx="57150" cy="333375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500579C-A554-44AA-B5DA-B917666C0943}"/>
              </a:ext>
            </a:extLst>
          </p:cNvPr>
          <p:cNvSpPr>
            <a:spLocks xmlns:a="http://schemas.openxmlformats.org/drawingml/2006/main" noGrp="1"/>
          </p:cNvSpPr>
          <p:nvPr/>
        </p:nvSpPr>
        <p:spPr>
          <a:xfrm xmlns:a="http://schemas.openxmlformats.org/drawingml/2006/main">
            <a:off x="8401050" y="217170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defRPr sz="2100" b="1">
                <a:solidFill>
                  <a:srgbClr val="172B4D"/>
                </a:solidFill>
                <a:latin typeface="Apple SD Gothic Neo"/>
                <a:ea typeface="Apple SD Gothic Neo"/>
                <a:cs typeface="Apple SD Gothic Neo"/>
              </a:defRPr>
            </a:lvl1pPr>
            <a:lvl2pPr>
              <a:defRPr sz="2100" b="1">
                <a:solidFill>
                  <a:srgbClr val="172B4D"/>
                </a:solidFill>
                <a:latin typeface="Apple SD Gothic Neo"/>
                <a:ea typeface="Apple SD Gothic Neo"/>
                <a:cs typeface="Apple SD Gothic Neo"/>
              </a:defRPr>
            </a:lvl2pPr>
            <a:lvl3pPr>
              <a:defRPr sz="2100" b="1">
                <a:solidFill>
                  <a:srgbClr val="172B4D"/>
                </a:solidFill>
                <a:latin typeface="Apple SD Gothic Neo"/>
                <a:ea typeface="Apple SD Gothic Neo"/>
                <a:cs typeface="Apple SD Gothic Neo"/>
              </a:defRPr>
            </a:lvl3pPr>
            <a:lvl4pPr>
              <a:defRPr sz="2100" b="1">
                <a:solidFill>
                  <a:srgbClr val="172B4D"/>
                </a:solidFill>
                <a:latin typeface="Apple SD Gothic Neo"/>
                <a:ea typeface="Apple SD Gothic Neo"/>
                <a:cs typeface="Apple SD Gothic Neo"/>
              </a:defRPr>
            </a:lvl4pPr>
            <a:lvl5pPr>
              <a:defRPr sz="2100" b="1">
                <a:solidFill>
                  <a:srgbClr val="172B4D"/>
                </a:solidFill>
                <a:latin typeface="Apple SD Gothic Neo"/>
                <a:ea typeface="Apple SD Gothic Neo"/>
                <a:cs typeface="Apple SD Gothic Neo"/>
              </a:defRPr>
            </a:lvl5pPr>
            <a:lvl6pPr>
              <a:defRPr sz="2100" b="1">
                <a:solidFill>
                  <a:srgbClr val="172B4D"/>
                </a:solidFill>
                <a:latin typeface="Apple SD Gothic Neo"/>
                <a:ea typeface="Apple SD Gothic Neo"/>
                <a:cs typeface="Apple SD Gothic Neo"/>
              </a:defRPr>
            </a:lvl6pPr>
            <a:lvl7pPr>
              <a:defRPr sz="2100" b="1">
                <a:solidFill>
                  <a:srgbClr val="172B4D"/>
                </a:solidFill>
                <a:latin typeface="Apple SD Gothic Neo"/>
                <a:ea typeface="Apple SD Gothic Neo"/>
                <a:cs typeface="Apple SD Gothic Neo"/>
              </a:defRPr>
            </a:lvl7pPr>
            <a:lvl8pPr>
              <a:defRPr sz="2100" b="1">
                <a:solidFill>
                  <a:srgbClr val="172B4D"/>
                </a:solidFill>
                <a:latin typeface="Apple SD Gothic Neo"/>
                <a:ea typeface="Apple SD Gothic Neo"/>
                <a:cs typeface="Apple SD Gothic Neo"/>
              </a:defRPr>
            </a:lvl8pPr>
            <a:lvl9pPr>
              <a:defRPr sz="2100" b="1">
                <a:solidFill>
                  <a:srgbClr val="172B4D"/>
                </a:solidFill>
                <a:latin typeface="Apple SD Gothic Neo"/>
                <a:ea typeface="Apple SD Gothic Neo"/>
                <a:cs typeface="Apple SD Gothic Neo"/>
              </a:defRPr>
            </a:lvl9pPr>
          </a:lstStyle>
          <a:p xmlns:a="http://schemas.openxmlformats.org/drawingml/2006/main">
            <a:pPr>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답변 검수</a:t>
            </a:r>
          </a:p>
        </p:txBody>
      </p:sp>
      <p:sp>
        <p:nvSpPr>
          <p:cNvPr id="18" name="">
            <a:extLst xmlns:a="http://schemas.openxmlformats.org/drawingml/2006/main">
              <a:ext uri="{FF2B5EF4-FFF2-40B4-BE49-F238E27FC236}">
                <a16:creationId xmlns:a16="http://schemas.microsoft.com/office/drawing/2014/main" id="{279F1613-3A3E-4CB1-8595-5C901068E2E8}"/>
              </a:ext>
            </a:extLst>
          </p:cNvPr>
          <p:cNvSpPr>
            <a:spLocks xmlns:a="http://schemas.openxmlformats.org/drawingml/2006/main" noGrp="1"/>
          </p:cNvSpPr>
          <p:nvPr/>
        </p:nvSpPr>
        <p:spPr>
          <a:xfrm xmlns:a="http://schemas.openxmlformats.org/drawingml/2006/main">
            <a:off x="8401050" y="299085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defRPr sz="1800" b="0">
                <a:solidFill>
                  <a:srgbClr val="253650"/>
                </a:solidFill>
                <a:latin typeface="Apple SD Gothic Neo"/>
                <a:ea typeface="Apple SD Gothic Neo"/>
                <a:cs typeface="Apple SD Gothic Neo"/>
              </a:defRPr>
            </a:lvl1pPr>
            <a:lvl2pPr>
              <a:defRPr sz="1800" b="0">
                <a:solidFill>
                  <a:srgbClr val="253650"/>
                </a:solidFill>
                <a:latin typeface="Apple SD Gothic Neo"/>
                <a:ea typeface="Apple SD Gothic Neo"/>
                <a:cs typeface="Apple SD Gothic Neo"/>
              </a:defRPr>
            </a:lvl2pPr>
            <a:lvl3pPr>
              <a:defRPr sz="1800" b="0">
                <a:solidFill>
                  <a:srgbClr val="253650"/>
                </a:solidFill>
                <a:latin typeface="Apple SD Gothic Neo"/>
                <a:ea typeface="Apple SD Gothic Neo"/>
                <a:cs typeface="Apple SD Gothic Neo"/>
              </a:defRPr>
            </a:lvl3pPr>
            <a:lvl4pPr>
              <a:defRPr sz="1800" b="0">
                <a:solidFill>
                  <a:srgbClr val="253650"/>
                </a:solidFill>
                <a:latin typeface="Apple SD Gothic Neo"/>
                <a:ea typeface="Apple SD Gothic Neo"/>
                <a:cs typeface="Apple SD Gothic Neo"/>
              </a:defRPr>
            </a:lvl4pPr>
            <a:lvl5pPr>
              <a:defRPr sz="1800" b="0">
                <a:solidFill>
                  <a:srgbClr val="253650"/>
                </a:solidFill>
                <a:latin typeface="Apple SD Gothic Neo"/>
                <a:ea typeface="Apple SD Gothic Neo"/>
                <a:cs typeface="Apple SD Gothic Neo"/>
              </a:defRPr>
            </a:lvl5pPr>
            <a:lvl6pPr>
              <a:defRPr sz="1800" b="0">
                <a:solidFill>
                  <a:srgbClr val="253650"/>
                </a:solidFill>
                <a:latin typeface="Apple SD Gothic Neo"/>
                <a:ea typeface="Apple SD Gothic Neo"/>
                <a:cs typeface="Apple SD Gothic Neo"/>
              </a:defRPr>
            </a:lvl6pPr>
            <a:lvl7pPr>
              <a:defRPr sz="1800" b="0">
                <a:solidFill>
                  <a:srgbClr val="253650"/>
                </a:solidFill>
                <a:latin typeface="Apple SD Gothic Neo"/>
                <a:ea typeface="Apple SD Gothic Neo"/>
                <a:cs typeface="Apple SD Gothic Neo"/>
              </a:defRPr>
            </a:lvl7pPr>
            <a:lvl8pPr>
              <a:defRPr sz="1800" b="0">
                <a:solidFill>
                  <a:srgbClr val="253650"/>
                </a:solidFill>
                <a:latin typeface="Apple SD Gothic Neo"/>
                <a:ea typeface="Apple SD Gothic Neo"/>
                <a:cs typeface="Apple SD Gothic Neo"/>
              </a:defRPr>
            </a:lvl8pPr>
            <a:lvl9pPr>
              <a:defRPr sz="1800" b="0">
                <a:solidFill>
                  <a:srgbClr val="253650"/>
                </a:solidFill>
                <a:latin typeface="Apple SD Gothic Neo"/>
                <a:ea typeface="Apple SD Gothic Neo"/>
                <a:cs typeface="Apple SD Gothic Neo"/>
              </a:defRPr>
            </a:lvl9pPr>
          </a:lstStyle>
          <a:p xmlns:a="http://schemas.openxmlformats.org/drawingml/2006/main">
            <a:pPr>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길이와 번호 형식만 검사했습니다.</a:t>
            </a:r>
          </a:p>
          <a:p xmlns:a="http://schemas.openxmlformats.org/drawingml/2006/main">
            <a:pPr>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세 번째 실패는 강제 통과했습니다.</a:t>
            </a:r>
          </a:p>
        </p:txBody>
      </p:sp>
    </p:spTree>
    <p:extLst>
      <p:ext uri="{BB962C8B-B14F-4D97-AF65-F5344CB8AC3E}">
        <p14:creationId xmlns:p14="http://schemas.microsoft.com/office/powerpoint/2010/main" val="344155225"/>
      </p:ext>
    </p:extLst>
  </p:cSld>
</p:sld>
</file>

<file path=ppt/slides/slide3.xml><?xml version="1.0" encoding="utf-8"?>
<p:sld xmlns:p="http://schemas.openxmlformats.org/presentationml/2006/main">
  <p:cSld>
    <p:bg>
      <p:bgPr>
        <a:solidFill xmlns:a="http://schemas.openxmlformats.org/drawingml/2006/main">
          <a:srgbClr val="F4F6FA"/>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39647E57-9E7F-4BCE-96AB-5CF867D647C0}"/>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37294A0-B54B-40F9-A3A6-7809FFCB942E}"/>
              </a:ext>
            </a:extLst>
          </p:cNvPr>
          <p:cNvSpPr>
            <a:spLocks xmlns:a="http://schemas.openxmlformats.org/drawingml/2006/main" noGrp="1"/>
          </p:cNvSpPr>
          <p:nvPr/>
        </p:nvSpPr>
        <p:spPr>
          <a:xfrm xmlns:a="http://schemas.openxmlformats.org/drawingml/2006/main">
            <a:off x="609600" y="381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1">
                <a:solidFill>
                  <a:srgbClr val="235ECB"/>
                </a:solidFill>
                <a:latin typeface="Apple SD Gothic Neo"/>
                <a:ea typeface="Apple SD Gothic Neo"/>
                <a:cs typeface="Apple SD Gothic Neo"/>
              </a:defRPr>
            </a:defPPr>
            <a:lvl1pPr>
              <a:defRPr sz="1275" b="1">
                <a:solidFill>
                  <a:srgbClr val="235ECB"/>
                </a:solidFill>
                <a:latin typeface="Apple SD Gothic Neo"/>
                <a:ea typeface="Apple SD Gothic Neo"/>
                <a:cs typeface="Apple SD Gothic Neo"/>
              </a:defRPr>
            </a:lvl1pPr>
            <a:lvl2pPr>
              <a:defRPr sz="1275" b="1">
                <a:solidFill>
                  <a:srgbClr val="235ECB"/>
                </a:solidFill>
                <a:latin typeface="Apple SD Gothic Neo"/>
                <a:ea typeface="Apple SD Gothic Neo"/>
                <a:cs typeface="Apple SD Gothic Neo"/>
              </a:defRPr>
            </a:lvl2pPr>
            <a:lvl3pPr>
              <a:defRPr sz="1275" b="1">
                <a:solidFill>
                  <a:srgbClr val="235ECB"/>
                </a:solidFill>
                <a:latin typeface="Apple SD Gothic Neo"/>
                <a:ea typeface="Apple SD Gothic Neo"/>
                <a:cs typeface="Apple SD Gothic Neo"/>
              </a:defRPr>
            </a:lvl3pPr>
            <a:lvl4pPr>
              <a:defRPr sz="1275" b="1">
                <a:solidFill>
                  <a:srgbClr val="235ECB"/>
                </a:solidFill>
                <a:latin typeface="Apple SD Gothic Neo"/>
                <a:ea typeface="Apple SD Gothic Neo"/>
                <a:cs typeface="Apple SD Gothic Neo"/>
              </a:defRPr>
            </a:lvl4pPr>
            <a:lvl5pPr>
              <a:defRPr sz="1275" b="1">
                <a:solidFill>
                  <a:srgbClr val="235ECB"/>
                </a:solidFill>
                <a:latin typeface="Apple SD Gothic Neo"/>
                <a:ea typeface="Apple SD Gothic Neo"/>
                <a:cs typeface="Apple SD Gothic Neo"/>
              </a:defRPr>
            </a:lvl5pPr>
            <a:lvl6pPr>
              <a:defRPr sz="1275" b="1">
                <a:solidFill>
                  <a:srgbClr val="235ECB"/>
                </a:solidFill>
                <a:latin typeface="Apple SD Gothic Neo"/>
                <a:ea typeface="Apple SD Gothic Neo"/>
                <a:cs typeface="Apple SD Gothic Neo"/>
              </a:defRPr>
            </a:lvl6pPr>
            <a:lvl7pPr>
              <a:defRPr sz="1275" b="1">
                <a:solidFill>
                  <a:srgbClr val="235ECB"/>
                </a:solidFill>
                <a:latin typeface="Apple SD Gothic Neo"/>
                <a:ea typeface="Apple SD Gothic Neo"/>
                <a:cs typeface="Apple SD Gothic Neo"/>
              </a:defRPr>
            </a:lvl7pPr>
            <a:lvl8pPr>
              <a:defRPr sz="1275" b="1">
                <a:solidFill>
                  <a:srgbClr val="235ECB"/>
                </a:solidFill>
                <a:latin typeface="Apple SD Gothic Neo"/>
                <a:ea typeface="Apple SD Gothic Neo"/>
                <a:cs typeface="Apple SD Gothic Neo"/>
              </a:defRPr>
            </a:lvl8pPr>
            <a:lvl9pPr>
              <a:defRPr sz="1275" b="1">
                <a:solidFill>
                  <a:srgbClr val="235ECB"/>
                </a:solidFill>
                <a:latin typeface="Apple SD Gothic Neo"/>
                <a:ea typeface="Apple SD Gothic Neo"/>
                <a:cs typeface="Apple SD Gothic Neo"/>
              </a:defRPr>
            </a:lvl9pPr>
          </a:lstStyle>
          <a:p xmlns:a="http://schemas.openxmlformats.org/drawingml/2006/main">
            <a:pPr>
              <a:defRPr sz="1275" b="1">
                <a:solidFill>
                  <a:srgbClr val="235ECB"/>
                </a:solidFill>
                <a:latin typeface="Apple SD Gothic Neo"/>
                <a:ea typeface="Apple SD Gothic Neo"/>
                <a:cs typeface="Apple SD Gothic Neo"/>
              </a:defRPr>
            </a:pPr>
            <a:r>
              <a:rPr sz="1275" b="1">
                <a:solidFill>
                  <a:srgbClr val="235ECB"/>
                </a:solidFill>
                <a:latin typeface="Apple SD Gothic Neo"/>
                <a:ea typeface="Apple SD Gothic Neo"/>
                <a:cs typeface="Apple SD Gothic Neo"/>
              </a:rPr>
              <a:t>2. 아키텍처</a:t>
            </a:r>
          </a:p>
        </p:txBody>
      </p:sp>
      <p:sp>
        <p:nvSpPr>
          <p:cNvPr id="3" name="">
            <a:extLst xmlns:a="http://schemas.openxmlformats.org/drawingml/2006/main">
              <a:ext uri="{FF2B5EF4-FFF2-40B4-BE49-F238E27FC236}">
                <a16:creationId xmlns:a16="http://schemas.microsoft.com/office/drawing/2014/main" id="{B58FB408-4A47-4452-A138-20D65ED75185}"/>
              </a:ext>
            </a:extLst>
          </p:cNvPr>
          <p:cNvSpPr>
            <a:spLocks xmlns:a="http://schemas.openxmlformats.org/drawingml/2006/main" noGrp="1"/>
          </p:cNvSpPr>
          <p:nvPr/>
        </p:nvSpPr>
        <p:spPr>
          <a:xfrm xmlns:a="http://schemas.openxmlformats.org/drawingml/2006/main">
            <a:off x="60960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2B4D"/>
                </a:solidFill>
                <a:latin typeface="Apple SD Gothic Neo"/>
                <a:ea typeface="Apple SD Gothic Neo"/>
                <a:cs typeface="Apple SD Gothic Neo"/>
              </a:defRPr>
            </a:defPPr>
            <a:lvl1pPr>
              <a:defRPr sz="2850" b="1">
                <a:solidFill>
                  <a:srgbClr val="172B4D"/>
                </a:solidFill>
                <a:latin typeface="Apple SD Gothic Neo"/>
                <a:ea typeface="Apple SD Gothic Neo"/>
                <a:cs typeface="Apple SD Gothic Neo"/>
              </a:defRPr>
            </a:lvl1pPr>
            <a:lvl2pPr>
              <a:defRPr sz="2850" b="1">
                <a:solidFill>
                  <a:srgbClr val="172B4D"/>
                </a:solidFill>
                <a:latin typeface="Apple SD Gothic Neo"/>
                <a:ea typeface="Apple SD Gothic Neo"/>
                <a:cs typeface="Apple SD Gothic Neo"/>
              </a:defRPr>
            </a:lvl2pPr>
            <a:lvl3pPr>
              <a:defRPr sz="2850" b="1">
                <a:solidFill>
                  <a:srgbClr val="172B4D"/>
                </a:solidFill>
                <a:latin typeface="Apple SD Gothic Neo"/>
                <a:ea typeface="Apple SD Gothic Neo"/>
                <a:cs typeface="Apple SD Gothic Neo"/>
              </a:defRPr>
            </a:lvl3pPr>
            <a:lvl4pPr>
              <a:defRPr sz="2850" b="1">
                <a:solidFill>
                  <a:srgbClr val="172B4D"/>
                </a:solidFill>
                <a:latin typeface="Apple SD Gothic Neo"/>
                <a:ea typeface="Apple SD Gothic Neo"/>
                <a:cs typeface="Apple SD Gothic Neo"/>
              </a:defRPr>
            </a:lvl4pPr>
            <a:lvl5pPr>
              <a:defRPr sz="2850" b="1">
                <a:solidFill>
                  <a:srgbClr val="172B4D"/>
                </a:solidFill>
                <a:latin typeface="Apple SD Gothic Neo"/>
                <a:ea typeface="Apple SD Gothic Neo"/>
                <a:cs typeface="Apple SD Gothic Neo"/>
              </a:defRPr>
            </a:lvl5pPr>
            <a:lvl6pPr>
              <a:defRPr sz="2850" b="1">
                <a:solidFill>
                  <a:srgbClr val="172B4D"/>
                </a:solidFill>
                <a:latin typeface="Apple SD Gothic Neo"/>
                <a:ea typeface="Apple SD Gothic Neo"/>
                <a:cs typeface="Apple SD Gothic Neo"/>
              </a:defRPr>
            </a:lvl6pPr>
            <a:lvl7pPr>
              <a:defRPr sz="2850" b="1">
                <a:solidFill>
                  <a:srgbClr val="172B4D"/>
                </a:solidFill>
                <a:latin typeface="Apple SD Gothic Neo"/>
                <a:ea typeface="Apple SD Gothic Neo"/>
                <a:cs typeface="Apple SD Gothic Neo"/>
              </a:defRPr>
            </a:lvl7pPr>
            <a:lvl8pPr>
              <a:defRPr sz="2850" b="1">
                <a:solidFill>
                  <a:srgbClr val="172B4D"/>
                </a:solidFill>
                <a:latin typeface="Apple SD Gothic Neo"/>
                <a:ea typeface="Apple SD Gothic Neo"/>
                <a:cs typeface="Apple SD Gothic Neo"/>
              </a:defRPr>
            </a:lvl8pPr>
            <a:lvl9pPr>
              <a:defRPr sz="2850" b="1">
                <a:solidFill>
                  <a:srgbClr val="172B4D"/>
                </a:solidFill>
                <a:latin typeface="Apple SD Gothic Neo"/>
                <a:ea typeface="Apple SD Gothic Neo"/>
                <a:cs typeface="Apple SD Gothic Neo"/>
              </a:defRPr>
            </a:lvl9pPr>
          </a:lstStyle>
          <a:p xmlns:a="http://schemas.openxmlformats.org/drawingml/2006/main">
            <a:pPr>
              <a:defRPr sz="2850" b="1">
                <a:solidFill>
                  <a:srgbClr val="172B4D"/>
                </a:solidFill>
                <a:latin typeface="Apple SD Gothic Neo"/>
                <a:ea typeface="Apple SD Gothic Neo"/>
                <a:cs typeface="Apple SD Gothic Neo"/>
              </a:defRPr>
            </a:pPr>
            <a:r>
              <a:rPr sz="2850" b="1">
                <a:solidFill>
                  <a:srgbClr val="172B4D"/>
                </a:solidFill>
                <a:latin typeface="Apple SD Gothic Neo"/>
                <a:ea typeface="Apple SD Gothic Neo"/>
                <a:cs typeface="Apple SD Gothic Neo"/>
              </a:rPr>
              <a:t>기존 흐름에 대상 연결·검색·검수를 보완했습니다</a:t>
            </a:r>
          </a:p>
        </p:txBody>
      </p:sp>
      <p:sp>
        <p:nvSpPr>
          <p:cNvPr id="4" name="">
            <a:extLst xmlns:a="http://schemas.openxmlformats.org/drawingml/2006/main">
              <a:ext uri="{FF2B5EF4-FFF2-40B4-BE49-F238E27FC236}">
                <a16:creationId xmlns:a16="http://schemas.microsoft.com/office/drawing/2014/main" id="{42E05E5A-3733-4192-BCA1-A64C24A44EFC}"/>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7E0E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A26F385-B0F4-4CD7-BC77-CA037EA67713}"/>
              </a:ext>
            </a:extLst>
          </p:cNvPr>
          <p:cNvSpPr>
            <a:spLocks xmlns:a="http://schemas.openxmlformats.org/drawingml/2006/main" noGrp="1"/>
          </p:cNvSpPr>
          <p:nvPr/>
        </p:nvSpPr>
        <p:spPr>
          <a:xfrm xmlns:a="http://schemas.openxmlformats.org/drawingml/2006/main">
            <a:off x="609600" y="6343650"/>
            <a:ext cx="1028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5D6D84"/>
                </a:solidFill>
                <a:latin typeface="Apple SD Gothic Neo"/>
                <a:ea typeface="Apple SD Gothic Neo"/>
                <a:cs typeface="Apple SD Gothic Neo"/>
              </a:defRPr>
            </a:defPPr>
            <a:lvl1pPr>
              <a:defRPr sz="975" b="0">
                <a:solidFill>
                  <a:srgbClr val="5D6D84"/>
                </a:solidFill>
                <a:latin typeface="Apple SD Gothic Neo"/>
                <a:ea typeface="Apple SD Gothic Neo"/>
                <a:cs typeface="Apple SD Gothic Neo"/>
              </a:defRPr>
            </a:lvl1pPr>
            <a:lvl2pPr>
              <a:defRPr sz="975" b="0">
                <a:solidFill>
                  <a:srgbClr val="5D6D84"/>
                </a:solidFill>
                <a:latin typeface="Apple SD Gothic Neo"/>
                <a:ea typeface="Apple SD Gothic Neo"/>
                <a:cs typeface="Apple SD Gothic Neo"/>
              </a:defRPr>
            </a:lvl2pPr>
            <a:lvl3pPr>
              <a:defRPr sz="975" b="0">
                <a:solidFill>
                  <a:srgbClr val="5D6D84"/>
                </a:solidFill>
                <a:latin typeface="Apple SD Gothic Neo"/>
                <a:ea typeface="Apple SD Gothic Neo"/>
                <a:cs typeface="Apple SD Gothic Neo"/>
              </a:defRPr>
            </a:lvl3pPr>
            <a:lvl4pPr>
              <a:defRPr sz="975" b="0">
                <a:solidFill>
                  <a:srgbClr val="5D6D84"/>
                </a:solidFill>
                <a:latin typeface="Apple SD Gothic Neo"/>
                <a:ea typeface="Apple SD Gothic Neo"/>
                <a:cs typeface="Apple SD Gothic Neo"/>
              </a:defRPr>
            </a:lvl4pPr>
            <a:lvl5pPr>
              <a:defRPr sz="975" b="0">
                <a:solidFill>
                  <a:srgbClr val="5D6D84"/>
                </a:solidFill>
                <a:latin typeface="Apple SD Gothic Neo"/>
                <a:ea typeface="Apple SD Gothic Neo"/>
                <a:cs typeface="Apple SD Gothic Neo"/>
              </a:defRPr>
            </a:lvl5pPr>
            <a:lvl6pPr>
              <a:defRPr sz="975" b="0">
                <a:solidFill>
                  <a:srgbClr val="5D6D84"/>
                </a:solidFill>
                <a:latin typeface="Apple SD Gothic Neo"/>
                <a:ea typeface="Apple SD Gothic Neo"/>
                <a:cs typeface="Apple SD Gothic Neo"/>
              </a:defRPr>
            </a:lvl6pPr>
            <a:lvl7pPr>
              <a:defRPr sz="975" b="0">
                <a:solidFill>
                  <a:srgbClr val="5D6D84"/>
                </a:solidFill>
                <a:latin typeface="Apple SD Gothic Neo"/>
                <a:ea typeface="Apple SD Gothic Neo"/>
                <a:cs typeface="Apple SD Gothic Neo"/>
              </a:defRPr>
            </a:lvl7pPr>
            <a:lvl8pPr>
              <a:defRPr sz="975" b="0">
                <a:solidFill>
                  <a:srgbClr val="5D6D84"/>
                </a:solidFill>
                <a:latin typeface="Apple SD Gothic Neo"/>
                <a:ea typeface="Apple SD Gothic Neo"/>
                <a:cs typeface="Apple SD Gothic Neo"/>
              </a:defRPr>
            </a:lvl8pPr>
            <a:lvl9pPr>
              <a:defRPr sz="975" b="0">
                <a:solidFill>
                  <a:srgbClr val="5D6D84"/>
                </a:solidFill>
                <a:latin typeface="Apple SD Gothic Neo"/>
                <a:ea typeface="Apple SD Gothic Neo"/>
                <a:cs typeface="Apple SD Gothic Neo"/>
              </a:defRPr>
            </a:lvl9pPr>
          </a:lstStyle>
          <a:p xmlns:a="http://schemas.openxmlformats.org/drawingml/2006/main">
            <a:pPr>
              <a:defRPr sz="975" b="0">
                <a:solidFill>
                  <a:srgbClr val="5D6D84"/>
                </a:solidFill>
                <a:latin typeface="Apple SD Gothic Neo"/>
                <a:ea typeface="Apple SD Gothic Neo"/>
                <a:cs typeface="Apple SD Gothic Neo"/>
              </a:defRPr>
            </a:pPr>
            <a:r>
              <a:rPr sz="975" b="0">
                <a:solidFill>
                  <a:srgbClr val="5D6D84"/>
                </a:solidFill>
                <a:latin typeface="Apple SD Gothic Neo"/>
                <a:ea typeface="Apple SD Gothic Neo"/>
                <a:cs typeface="Apple SD Gothic Neo"/>
              </a:rPr>
              <a:t>근거: agent/graph.py, request_context.py, SupervisorDeps</a:t>
            </a:r>
          </a:p>
        </p:txBody>
      </p:sp>
      <p:sp>
        <p:nvSpPr>
          <p:cNvPr id="6" name="">
            <a:extLst xmlns:a="http://schemas.openxmlformats.org/drawingml/2006/main">
              <a:ext uri="{FF2B5EF4-FFF2-40B4-BE49-F238E27FC236}">
                <a16:creationId xmlns:a16="http://schemas.microsoft.com/office/drawing/2014/main" id="{50BB4F79-5643-44DE-96E1-186396FD0098}"/>
              </a:ext>
            </a:extLst>
          </p:cNvPr>
          <p:cNvSpPr>
            <a:spLocks xmlns:a="http://schemas.openxmlformats.org/drawingml/2006/main" noGrp="1"/>
          </p:cNvSpPr>
          <p:nvPr/>
        </p:nvSpPr>
        <p:spPr>
          <a:xfrm xmlns:a="http://schemas.openxmlformats.org/drawingml/2006/main">
            <a:off x="11049000" y="6334125"/>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5D6D84"/>
                </a:solidFill>
                <a:latin typeface="Apple SD Gothic Neo"/>
                <a:ea typeface="Apple SD Gothic Neo"/>
                <a:cs typeface="Apple SD Gothic Neo"/>
              </a:defRPr>
            </a:defPPr>
            <a:lvl1pPr>
              <a:defRPr sz="1125" b="1">
                <a:solidFill>
                  <a:srgbClr val="5D6D84"/>
                </a:solidFill>
                <a:latin typeface="Apple SD Gothic Neo"/>
                <a:ea typeface="Apple SD Gothic Neo"/>
                <a:cs typeface="Apple SD Gothic Neo"/>
              </a:defRPr>
            </a:lvl1pPr>
            <a:lvl2pPr>
              <a:defRPr sz="1125" b="1">
                <a:solidFill>
                  <a:srgbClr val="5D6D84"/>
                </a:solidFill>
                <a:latin typeface="Apple SD Gothic Neo"/>
                <a:ea typeface="Apple SD Gothic Neo"/>
                <a:cs typeface="Apple SD Gothic Neo"/>
              </a:defRPr>
            </a:lvl2pPr>
            <a:lvl3pPr>
              <a:defRPr sz="1125" b="1">
                <a:solidFill>
                  <a:srgbClr val="5D6D84"/>
                </a:solidFill>
                <a:latin typeface="Apple SD Gothic Neo"/>
                <a:ea typeface="Apple SD Gothic Neo"/>
                <a:cs typeface="Apple SD Gothic Neo"/>
              </a:defRPr>
            </a:lvl3pPr>
            <a:lvl4pPr>
              <a:defRPr sz="1125" b="1">
                <a:solidFill>
                  <a:srgbClr val="5D6D84"/>
                </a:solidFill>
                <a:latin typeface="Apple SD Gothic Neo"/>
                <a:ea typeface="Apple SD Gothic Neo"/>
                <a:cs typeface="Apple SD Gothic Neo"/>
              </a:defRPr>
            </a:lvl4pPr>
            <a:lvl5pPr>
              <a:defRPr sz="1125" b="1">
                <a:solidFill>
                  <a:srgbClr val="5D6D84"/>
                </a:solidFill>
                <a:latin typeface="Apple SD Gothic Neo"/>
                <a:ea typeface="Apple SD Gothic Neo"/>
                <a:cs typeface="Apple SD Gothic Neo"/>
              </a:defRPr>
            </a:lvl5pPr>
            <a:lvl6pPr>
              <a:defRPr sz="1125" b="1">
                <a:solidFill>
                  <a:srgbClr val="5D6D84"/>
                </a:solidFill>
                <a:latin typeface="Apple SD Gothic Neo"/>
                <a:ea typeface="Apple SD Gothic Neo"/>
                <a:cs typeface="Apple SD Gothic Neo"/>
              </a:defRPr>
            </a:lvl6pPr>
            <a:lvl7pPr>
              <a:defRPr sz="1125" b="1">
                <a:solidFill>
                  <a:srgbClr val="5D6D84"/>
                </a:solidFill>
                <a:latin typeface="Apple SD Gothic Neo"/>
                <a:ea typeface="Apple SD Gothic Neo"/>
                <a:cs typeface="Apple SD Gothic Neo"/>
              </a:defRPr>
            </a:lvl7pPr>
            <a:lvl8pPr>
              <a:defRPr sz="1125" b="1">
                <a:solidFill>
                  <a:srgbClr val="5D6D84"/>
                </a:solidFill>
                <a:latin typeface="Apple SD Gothic Neo"/>
                <a:ea typeface="Apple SD Gothic Neo"/>
                <a:cs typeface="Apple SD Gothic Neo"/>
              </a:defRPr>
            </a:lvl8pPr>
            <a:lvl9pPr>
              <a:defRPr sz="1125" b="1">
                <a:solidFill>
                  <a:srgbClr val="5D6D84"/>
                </a:solidFill>
                <a:latin typeface="Apple SD Gothic Neo"/>
                <a:ea typeface="Apple SD Gothic Neo"/>
                <a:cs typeface="Apple SD Gothic Neo"/>
              </a:defRPr>
            </a:lvl9pPr>
          </a:lstStyle>
          <a:p xmlns:a="http://schemas.openxmlformats.org/drawingml/2006/main">
            <a:pPr>
              <a:defRPr sz="1125" b="1">
                <a:solidFill>
                  <a:srgbClr val="5D6D84"/>
                </a:solidFill>
                <a:latin typeface="Apple SD Gothic Neo"/>
                <a:ea typeface="Apple SD Gothic Neo"/>
                <a:cs typeface="Apple SD Gothic Neo"/>
              </a:defRPr>
            </a:pPr>
            <a:r>
              <a:rPr sz="1125" b="1">
                <a:solidFill>
                  <a:srgbClr val="5D6D84"/>
                </a:solidFill>
                <a:latin typeface="Apple SD Gothic Neo"/>
                <a:ea typeface="Apple SD Gothic Neo"/>
                <a:cs typeface="Apple SD Gothic Neo"/>
              </a:rPr>
              <a:t>03</a:t>
            </a:r>
          </a:p>
        </p:txBody>
      </p:sp>
      <p:sp>
        <p:nvSpPr>
          <p:cNvPr id="7" name="">
            <a:extLst xmlns:a="http://schemas.openxmlformats.org/drawingml/2006/main">
              <a:ext uri="{FF2B5EF4-FFF2-40B4-BE49-F238E27FC236}">
                <a16:creationId xmlns:a16="http://schemas.microsoft.com/office/drawing/2014/main" id="{B64D9B2F-BBF5-4789-B056-A98EDEB1DE9C}"/>
              </a:ext>
            </a:extLst>
          </p:cNvPr>
          <p:cNvSpPr>
            <a:spLocks xmlns:a="http://schemas.openxmlformats.org/drawingml/2006/main" noGrp="1"/>
          </p:cNvSpPr>
          <p:nvPr/>
        </p:nvSpPr>
        <p:spPr>
          <a:xfrm xmlns:a="http://schemas.openxmlformats.org/drawingml/2006/main">
            <a:off x="609600" y="2171700"/>
            <a:ext cx="2057400" cy="20383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EC23701-9550-4461-9FAF-17F512D59C5F}"/>
              </a:ext>
            </a:extLst>
          </p:cNvPr>
          <p:cNvSpPr>
            <a:spLocks xmlns:a="http://schemas.openxmlformats.org/drawingml/2006/main" noGrp="1"/>
          </p:cNvSpPr>
          <p:nvPr/>
        </p:nvSpPr>
        <p:spPr>
          <a:xfrm xmlns:a="http://schemas.openxmlformats.org/drawingml/2006/main">
            <a:off x="781050" y="2343150"/>
            <a:ext cx="1619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235ECB"/>
                </a:solidFill>
                <a:latin typeface="Apple SD Gothic Neo"/>
                <a:ea typeface="Apple SD Gothic Neo"/>
                <a:cs typeface="Apple SD Gothic Neo"/>
              </a:defRPr>
            </a:defPPr>
            <a:lvl1pPr>
              <a:defRPr sz="2100" b="1">
                <a:solidFill>
                  <a:srgbClr val="235ECB"/>
                </a:solidFill>
                <a:latin typeface="Apple SD Gothic Neo"/>
                <a:ea typeface="Apple SD Gothic Neo"/>
                <a:cs typeface="Apple SD Gothic Neo"/>
              </a:defRPr>
            </a:lvl1pPr>
            <a:lvl2pPr>
              <a:defRPr sz="2100" b="1">
                <a:solidFill>
                  <a:srgbClr val="235ECB"/>
                </a:solidFill>
                <a:latin typeface="Apple SD Gothic Neo"/>
                <a:ea typeface="Apple SD Gothic Neo"/>
                <a:cs typeface="Apple SD Gothic Neo"/>
              </a:defRPr>
            </a:lvl2pPr>
            <a:lvl3pPr>
              <a:defRPr sz="2100" b="1">
                <a:solidFill>
                  <a:srgbClr val="235ECB"/>
                </a:solidFill>
                <a:latin typeface="Apple SD Gothic Neo"/>
                <a:ea typeface="Apple SD Gothic Neo"/>
                <a:cs typeface="Apple SD Gothic Neo"/>
              </a:defRPr>
            </a:lvl3pPr>
            <a:lvl4pPr>
              <a:defRPr sz="2100" b="1">
                <a:solidFill>
                  <a:srgbClr val="235ECB"/>
                </a:solidFill>
                <a:latin typeface="Apple SD Gothic Neo"/>
                <a:ea typeface="Apple SD Gothic Neo"/>
                <a:cs typeface="Apple SD Gothic Neo"/>
              </a:defRPr>
            </a:lvl4pPr>
            <a:lvl5pPr>
              <a:defRPr sz="2100" b="1">
                <a:solidFill>
                  <a:srgbClr val="235ECB"/>
                </a:solidFill>
                <a:latin typeface="Apple SD Gothic Neo"/>
                <a:ea typeface="Apple SD Gothic Neo"/>
                <a:cs typeface="Apple SD Gothic Neo"/>
              </a:defRPr>
            </a:lvl5pPr>
            <a:lvl6pPr>
              <a:defRPr sz="2100" b="1">
                <a:solidFill>
                  <a:srgbClr val="235ECB"/>
                </a:solidFill>
                <a:latin typeface="Apple SD Gothic Neo"/>
                <a:ea typeface="Apple SD Gothic Neo"/>
                <a:cs typeface="Apple SD Gothic Neo"/>
              </a:defRPr>
            </a:lvl6pPr>
            <a:lvl7pPr>
              <a:defRPr sz="2100" b="1">
                <a:solidFill>
                  <a:srgbClr val="235ECB"/>
                </a:solidFill>
                <a:latin typeface="Apple SD Gothic Neo"/>
                <a:ea typeface="Apple SD Gothic Neo"/>
                <a:cs typeface="Apple SD Gothic Neo"/>
              </a:defRPr>
            </a:lvl7pPr>
            <a:lvl8pPr>
              <a:defRPr sz="2100" b="1">
                <a:solidFill>
                  <a:srgbClr val="235ECB"/>
                </a:solidFill>
                <a:latin typeface="Apple SD Gothic Neo"/>
                <a:ea typeface="Apple SD Gothic Neo"/>
                <a:cs typeface="Apple SD Gothic Neo"/>
              </a:defRPr>
            </a:lvl8pPr>
            <a:lvl9pPr>
              <a:defRPr sz="2100" b="1">
                <a:solidFill>
                  <a:srgbClr val="235ECB"/>
                </a:solidFill>
                <a:latin typeface="Apple SD Gothic Neo"/>
                <a:ea typeface="Apple SD Gothic Neo"/>
                <a:cs typeface="Apple SD Gothic Neo"/>
              </a:defRPr>
            </a:lvl9pPr>
          </a:lstStyle>
          <a:p xmlns:a="http://schemas.openxmlformats.org/drawingml/2006/main">
            <a:pPr>
              <a:defRPr sz="2100" b="1">
                <a:solidFill>
                  <a:srgbClr val="235ECB"/>
                </a:solidFill>
                <a:latin typeface="Apple SD Gothic Neo"/>
                <a:ea typeface="Apple SD Gothic Neo"/>
                <a:cs typeface="Apple SD Gothic Neo"/>
              </a:defRPr>
            </a:pPr>
            <a:r>
              <a:rPr sz="2100" b="1">
                <a:solidFill>
                  <a:srgbClr val="235ECB"/>
                </a:solidFill>
                <a:latin typeface="Apple SD Gothic Neo"/>
                <a:ea typeface="Apple SD Gothic Neo"/>
                <a:cs typeface="Apple SD Gothic Neo"/>
              </a:rPr>
              <a:t>1</a:t>
            </a:r>
          </a:p>
        </p:txBody>
      </p:sp>
      <p:sp>
        <p:nvSpPr>
          <p:cNvPr id="9" name="">
            <a:extLst xmlns:a="http://schemas.openxmlformats.org/drawingml/2006/main">
              <a:ext uri="{FF2B5EF4-FFF2-40B4-BE49-F238E27FC236}">
                <a16:creationId xmlns:a16="http://schemas.microsoft.com/office/drawing/2014/main" id="{560B1CEF-40FE-4F55-91DE-714D6AA09792}"/>
              </a:ext>
            </a:extLst>
          </p:cNvPr>
          <p:cNvSpPr>
            <a:spLocks xmlns:a="http://schemas.openxmlformats.org/drawingml/2006/main" noGrp="1"/>
          </p:cNvSpPr>
          <p:nvPr/>
        </p:nvSpPr>
        <p:spPr>
          <a:xfrm xmlns:a="http://schemas.openxmlformats.org/drawingml/2006/main">
            <a:off x="781050" y="2800350"/>
            <a:ext cx="1714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172B4D"/>
                </a:solidFill>
                <a:latin typeface="Apple SD Gothic Neo"/>
                <a:ea typeface="Apple SD Gothic Neo"/>
                <a:cs typeface="Apple SD Gothic Neo"/>
              </a:defRPr>
            </a:defPPr>
            <a:lvl1pPr>
              <a:defRPr sz="1875" b="1">
                <a:solidFill>
                  <a:srgbClr val="172B4D"/>
                </a:solidFill>
                <a:latin typeface="Apple SD Gothic Neo"/>
                <a:ea typeface="Apple SD Gothic Neo"/>
                <a:cs typeface="Apple SD Gothic Neo"/>
              </a:defRPr>
            </a:lvl1pPr>
            <a:lvl2pPr>
              <a:defRPr sz="1875" b="1">
                <a:solidFill>
                  <a:srgbClr val="172B4D"/>
                </a:solidFill>
                <a:latin typeface="Apple SD Gothic Neo"/>
                <a:ea typeface="Apple SD Gothic Neo"/>
                <a:cs typeface="Apple SD Gothic Neo"/>
              </a:defRPr>
            </a:lvl2pPr>
            <a:lvl3pPr>
              <a:defRPr sz="1875" b="1">
                <a:solidFill>
                  <a:srgbClr val="172B4D"/>
                </a:solidFill>
                <a:latin typeface="Apple SD Gothic Neo"/>
                <a:ea typeface="Apple SD Gothic Neo"/>
                <a:cs typeface="Apple SD Gothic Neo"/>
              </a:defRPr>
            </a:lvl3pPr>
            <a:lvl4pPr>
              <a:defRPr sz="1875" b="1">
                <a:solidFill>
                  <a:srgbClr val="172B4D"/>
                </a:solidFill>
                <a:latin typeface="Apple SD Gothic Neo"/>
                <a:ea typeface="Apple SD Gothic Neo"/>
                <a:cs typeface="Apple SD Gothic Neo"/>
              </a:defRPr>
            </a:lvl4pPr>
            <a:lvl5pPr>
              <a:defRPr sz="1875" b="1">
                <a:solidFill>
                  <a:srgbClr val="172B4D"/>
                </a:solidFill>
                <a:latin typeface="Apple SD Gothic Neo"/>
                <a:ea typeface="Apple SD Gothic Neo"/>
                <a:cs typeface="Apple SD Gothic Neo"/>
              </a:defRPr>
            </a:lvl5pPr>
            <a:lvl6pPr>
              <a:defRPr sz="1875" b="1">
                <a:solidFill>
                  <a:srgbClr val="172B4D"/>
                </a:solidFill>
                <a:latin typeface="Apple SD Gothic Neo"/>
                <a:ea typeface="Apple SD Gothic Neo"/>
                <a:cs typeface="Apple SD Gothic Neo"/>
              </a:defRPr>
            </a:lvl6pPr>
            <a:lvl7pPr>
              <a:defRPr sz="1875" b="1">
                <a:solidFill>
                  <a:srgbClr val="172B4D"/>
                </a:solidFill>
                <a:latin typeface="Apple SD Gothic Neo"/>
                <a:ea typeface="Apple SD Gothic Neo"/>
                <a:cs typeface="Apple SD Gothic Neo"/>
              </a:defRPr>
            </a:lvl7pPr>
            <a:lvl8pPr>
              <a:defRPr sz="1875" b="1">
                <a:solidFill>
                  <a:srgbClr val="172B4D"/>
                </a:solidFill>
                <a:latin typeface="Apple SD Gothic Neo"/>
                <a:ea typeface="Apple SD Gothic Neo"/>
                <a:cs typeface="Apple SD Gothic Neo"/>
              </a:defRPr>
            </a:lvl8pPr>
            <a:lvl9pPr>
              <a:defRPr sz="1875" b="1">
                <a:solidFill>
                  <a:srgbClr val="172B4D"/>
                </a:solidFill>
                <a:latin typeface="Apple SD Gothic Neo"/>
                <a:ea typeface="Apple SD Gothic Neo"/>
                <a:cs typeface="Apple SD Gothic Neo"/>
              </a:defRPr>
            </a:lvl9pPr>
          </a:lstStyle>
          <a:p xmlns:a="http://schemas.openxmlformats.org/drawingml/2006/main">
            <a:pPr>
              <a:defRPr sz="1875" b="1">
                <a:solidFill>
                  <a:srgbClr val="172B4D"/>
                </a:solidFill>
                <a:latin typeface="Apple SD Gothic Neo"/>
                <a:ea typeface="Apple SD Gothic Neo"/>
                <a:cs typeface="Apple SD Gothic Neo"/>
              </a:defRPr>
            </a:pPr>
            <a:r>
              <a:rPr sz="1875" b="1">
                <a:solidFill>
                  <a:srgbClr val="172B4D"/>
                </a:solidFill>
                <a:latin typeface="Apple SD Gothic Neo"/>
                <a:ea typeface="Apple SD Gothic Neo"/>
                <a:cs typeface="Apple SD Gothic Neo"/>
              </a:rPr>
              <a:t>대상 연결</a:t>
            </a:r>
          </a:p>
        </p:txBody>
      </p:sp>
      <p:sp>
        <p:nvSpPr>
          <p:cNvPr id="10" name="">
            <a:extLst xmlns:a="http://schemas.openxmlformats.org/drawingml/2006/main">
              <a:ext uri="{FF2B5EF4-FFF2-40B4-BE49-F238E27FC236}">
                <a16:creationId xmlns:a16="http://schemas.microsoft.com/office/drawing/2014/main" id="{E59C460B-F8DF-43BA-83E8-E7E8A8161316}"/>
              </a:ext>
            </a:extLst>
          </p:cNvPr>
          <p:cNvSpPr>
            <a:spLocks xmlns:a="http://schemas.openxmlformats.org/drawingml/2006/main" noGrp="1"/>
          </p:cNvSpPr>
          <p:nvPr/>
        </p:nvSpPr>
        <p:spPr>
          <a:xfrm xmlns:a="http://schemas.openxmlformats.org/drawingml/2006/main">
            <a:off x="781050" y="3495675"/>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5D6D84"/>
                </a:solidFill>
                <a:latin typeface="Apple SD Gothic Neo"/>
                <a:ea typeface="Apple SD Gothic Neo"/>
                <a:cs typeface="Apple SD Gothic Neo"/>
              </a:defRPr>
            </a:defPPr>
            <a:lvl1pPr>
              <a:defRPr sz="1425" b="0">
                <a:solidFill>
                  <a:srgbClr val="5D6D84"/>
                </a:solidFill>
                <a:latin typeface="Apple SD Gothic Neo"/>
                <a:ea typeface="Apple SD Gothic Neo"/>
                <a:cs typeface="Apple SD Gothic Neo"/>
              </a:defRPr>
            </a:lvl1pPr>
            <a:lvl2pPr>
              <a:defRPr sz="1425" b="0">
                <a:solidFill>
                  <a:srgbClr val="5D6D84"/>
                </a:solidFill>
                <a:latin typeface="Apple SD Gothic Neo"/>
                <a:ea typeface="Apple SD Gothic Neo"/>
                <a:cs typeface="Apple SD Gothic Neo"/>
              </a:defRPr>
            </a:lvl2pPr>
            <a:lvl3pPr>
              <a:defRPr sz="1425" b="0">
                <a:solidFill>
                  <a:srgbClr val="5D6D84"/>
                </a:solidFill>
                <a:latin typeface="Apple SD Gothic Neo"/>
                <a:ea typeface="Apple SD Gothic Neo"/>
                <a:cs typeface="Apple SD Gothic Neo"/>
              </a:defRPr>
            </a:lvl3pPr>
            <a:lvl4pPr>
              <a:defRPr sz="1425" b="0">
                <a:solidFill>
                  <a:srgbClr val="5D6D84"/>
                </a:solidFill>
                <a:latin typeface="Apple SD Gothic Neo"/>
                <a:ea typeface="Apple SD Gothic Neo"/>
                <a:cs typeface="Apple SD Gothic Neo"/>
              </a:defRPr>
            </a:lvl4pPr>
            <a:lvl5pPr>
              <a:defRPr sz="1425" b="0">
                <a:solidFill>
                  <a:srgbClr val="5D6D84"/>
                </a:solidFill>
                <a:latin typeface="Apple SD Gothic Neo"/>
                <a:ea typeface="Apple SD Gothic Neo"/>
                <a:cs typeface="Apple SD Gothic Neo"/>
              </a:defRPr>
            </a:lvl5pPr>
            <a:lvl6pPr>
              <a:defRPr sz="1425" b="0">
                <a:solidFill>
                  <a:srgbClr val="5D6D84"/>
                </a:solidFill>
                <a:latin typeface="Apple SD Gothic Neo"/>
                <a:ea typeface="Apple SD Gothic Neo"/>
                <a:cs typeface="Apple SD Gothic Neo"/>
              </a:defRPr>
            </a:lvl6pPr>
            <a:lvl7pPr>
              <a:defRPr sz="1425" b="0">
                <a:solidFill>
                  <a:srgbClr val="5D6D84"/>
                </a:solidFill>
                <a:latin typeface="Apple SD Gothic Neo"/>
                <a:ea typeface="Apple SD Gothic Neo"/>
                <a:cs typeface="Apple SD Gothic Neo"/>
              </a:defRPr>
            </a:lvl7pPr>
            <a:lvl8pPr>
              <a:defRPr sz="1425" b="0">
                <a:solidFill>
                  <a:srgbClr val="5D6D84"/>
                </a:solidFill>
                <a:latin typeface="Apple SD Gothic Neo"/>
                <a:ea typeface="Apple SD Gothic Neo"/>
                <a:cs typeface="Apple SD Gothic Neo"/>
              </a:defRPr>
            </a:lvl8pPr>
            <a:lvl9pPr>
              <a:defRPr sz="1425" b="0">
                <a:solidFill>
                  <a:srgbClr val="5D6D84"/>
                </a:solidFill>
                <a:latin typeface="Apple SD Gothic Neo"/>
                <a:ea typeface="Apple SD Gothic Neo"/>
                <a:cs typeface="Apple SD Gothic Neo"/>
              </a:defRPr>
            </a:lvl9pPr>
          </a:lstStyle>
          <a:p xmlns:a="http://schemas.openxmlformats.org/drawingml/2006/main">
            <a:pPr>
              <a:defRPr sz="1425" b="0">
                <a:solidFill>
                  <a:srgbClr val="5D6D84"/>
                </a:solidFill>
                <a:latin typeface="Apple SD Gothic Neo"/>
                <a:ea typeface="Apple SD Gothic Neo"/>
                <a:cs typeface="Apple SD Gothic Neo"/>
              </a:defRPr>
            </a:pPr>
            <a:r>
              <a:rPr sz="1425" b="0">
                <a:solidFill>
                  <a:srgbClr val="5D6D84"/>
                </a:solidFill>
                <a:latin typeface="Apple SD Gothic Neo"/>
                <a:ea typeface="Apple SD Gothic Neo"/>
                <a:cs typeface="Apple SD Gothic Neo"/>
              </a:rPr>
              <a:t>모호하면 추가 질문</a:t>
            </a:r>
          </a:p>
        </p:txBody>
      </p:sp>
      <p:sp>
        <p:nvSpPr>
          <p:cNvPr id="11" name="">
            <a:extLst xmlns:a="http://schemas.openxmlformats.org/drawingml/2006/main">
              <a:ext uri="{FF2B5EF4-FFF2-40B4-BE49-F238E27FC236}">
                <a16:creationId xmlns:a16="http://schemas.microsoft.com/office/drawing/2014/main" id="{2021E017-5D3D-4F5A-88F9-6FF93A98B086}"/>
              </a:ext>
            </a:extLst>
          </p:cNvPr>
          <p:cNvSpPr>
            <a:spLocks xmlns:a="http://schemas.openxmlformats.org/drawingml/2006/main" noGrp="1"/>
          </p:cNvSpPr>
          <p:nvPr/>
        </p:nvSpPr>
        <p:spPr>
          <a:xfrm xmlns:a="http://schemas.openxmlformats.org/drawingml/2006/main">
            <a:off x="2828925" y="2171700"/>
            <a:ext cx="2057400" cy="20383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AE9A6EA-265F-444E-9E4D-D50303B29557}"/>
              </a:ext>
            </a:extLst>
          </p:cNvPr>
          <p:cNvSpPr>
            <a:spLocks xmlns:a="http://schemas.openxmlformats.org/drawingml/2006/main" noGrp="1"/>
          </p:cNvSpPr>
          <p:nvPr/>
        </p:nvSpPr>
        <p:spPr>
          <a:xfrm xmlns:a="http://schemas.openxmlformats.org/drawingml/2006/main">
            <a:off x="3000375" y="2343150"/>
            <a:ext cx="1619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235ECB"/>
                </a:solidFill>
                <a:latin typeface="Apple SD Gothic Neo"/>
                <a:ea typeface="Apple SD Gothic Neo"/>
                <a:cs typeface="Apple SD Gothic Neo"/>
              </a:defRPr>
            </a:defPPr>
            <a:lvl1pPr>
              <a:defRPr sz="2100" b="1">
                <a:solidFill>
                  <a:srgbClr val="235ECB"/>
                </a:solidFill>
                <a:latin typeface="Apple SD Gothic Neo"/>
                <a:ea typeface="Apple SD Gothic Neo"/>
                <a:cs typeface="Apple SD Gothic Neo"/>
              </a:defRPr>
            </a:lvl1pPr>
            <a:lvl2pPr>
              <a:defRPr sz="2100" b="1">
                <a:solidFill>
                  <a:srgbClr val="235ECB"/>
                </a:solidFill>
                <a:latin typeface="Apple SD Gothic Neo"/>
                <a:ea typeface="Apple SD Gothic Neo"/>
                <a:cs typeface="Apple SD Gothic Neo"/>
              </a:defRPr>
            </a:lvl2pPr>
            <a:lvl3pPr>
              <a:defRPr sz="2100" b="1">
                <a:solidFill>
                  <a:srgbClr val="235ECB"/>
                </a:solidFill>
                <a:latin typeface="Apple SD Gothic Neo"/>
                <a:ea typeface="Apple SD Gothic Neo"/>
                <a:cs typeface="Apple SD Gothic Neo"/>
              </a:defRPr>
            </a:lvl3pPr>
            <a:lvl4pPr>
              <a:defRPr sz="2100" b="1">
                <a:solidFill>
                  <a:srgbClr val="235ECB"/>
                </a:solidFill>
                <a:latin typeface="Apple SD Gothic Neo"/>
                <a:ea typeface="Apple SD Gothic Neo"/>
                <a:cs typeface="Apple SD Gothic Neo"/>
              </a:defRPr>
            </a:lvl4pPr>
            <a:lvl5pPr>
              <a:defRPr sz="2100" b="1">
                <a:solidFill>
                  <a:srgbClr val="235ECB"/>
                </a:solidFill>
                <a:latin typeface="Apple SD Gothic Neo"/>
                <a:ea typeface="Apple SD Gothic Neo"/>
                <a:cs typeface="Apple SD Gothic Neo"/>
              </a:defRPr>
            </a:lvl5pPr>
            <a:lvl6pPr>
              <a:defRPr sz="2100" b="1">
                <a:solidFill>
                  <a:srgbClr val="235ECB"/>
                </a:solidFill>
                <a:latin typeface="Apple SD Gothic Neo"/>
                <a:ea typeface="Apple SD Gothic Neo"/>
                <a:cs typeface="Apple SD Gothic Neo"/>
              </a:defRPr>
            </a:lvl6pPr>
            <a:lvl7pPr>
              <a:defRPr sz="2100" b="1">
                <a:solidFill>
                  <a:srgbClr val="235ECB"/>
                </a:solidFill>
                <a:latin typeface="Apple SD Gothic Neo"/>
                <a:ea typeface="Apple SD Gothic Neo"/>
                <a:cs typeface="Apple SD Gothic Neo"/>
              </a:defRPr>
            </a:lvl7pPr>
            <a:lvl8pPr>
              <a:defRPr sz="2100" b="1">
                <a:solidFill>
                  <a:srgbClr val="235ECB"/>
                </a:solidFill>
                <a:latin typeface="Apple SD Gothic Neo"/>
                <a:ea typeface="Apple SD Gothic Neo"/>
                <a:cs typeface="Apple SD Gothic Neo"/>
              </a:defRPr>
            </a:lvl8pPr>
            <a:lvl9pPr>
              <a:defRPr sz="2100" b="1">
                <a:solidFill>
                  <a:srgbClr val="235ECB"/>
                </a:solidFill>
                <a:latin typeface="Apple SD Gothic Neo"/>
                <a:ea typeface="Apple SD Gothic Neo"/>
                <a:cs typeface="Apple SD Gothic Neo"/>
              </a:defRPr>
            </a:lvl9pPr>
          </a:lstStyle>
          <a:p xmlns:a="http://schemas.openxmlformats.org/drawingml/2006/main">
            <a:pPr>
              <a:defRPr sz="2100" b="1">
                <a:solidFill>
                  <a:srgbClr val="235ECB"/>
                </a:solidFill>
                <a:latin typeface="Apple SD Gothic Neo"/>
                <a:ea typeface="Apple SD Gothic Neo"/>
                <a:cs typeface="Apple SD Gothic Neo"/>
              </a:defRPr>
            </a:pPr>
            <a:r>
              <a:rPr sz="2100" b="1">
                <a:solidFill>
                  <a:srgbClr val="235ECB"/>
                </a:solidFill>
                <a:latin typeface="Apple SD Gothic Neo"/>
                <a:ea typeface="Apple SD Gothic Neo"/>
                <a:cs typeface="Apple SD Gothic Neo"/>
              </a:rPr>
              <a:t>2</a:t>
            </a:r>
          </a:p>
        </p:txBody>
      </p:sp>
      <p:sp>
        <p:nvSpPr>
          <p:cNvPr id="13" name="">
            <a:extLst xmlns:a="http://schemas.openxmlformats.org/drawingml/2006/main">
              <a:ext uri="{FF2B5EF4-FFF2-40B4-BE49-F238E27FC236}">
                <a16:creationId xmlns:a16="http://schemas.microsoft.com/office/drawing/2014/main" id="{D23B71CF-FA9B-4375-9172-D9D8E6BE0104}"/>
              </a:ext>
            </a:extLst>
          </p:cNvPr>
          <p:cNvSpPr>
            <a:spLocks xmlns:a="http://schemas.openxmlformats.org/drawingml/2006/main" noGrp="1"/>
          </p:cNvSpPr>
          <p:nvPr/>
        </p:nvSpPr>
        <p:spPr>
          <a:xfrm xmlns:a="http://schemas.openxmlformats.org/drawingml/2006/main">
            <a:off x="3000375" y="2800350"/>
            <a:ext cx="1714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172B4D"/>
                </a:solidFill>
                <a:latin typeface="Apple SD Gothic Neo"/>
                <a:ea typeface="Apple SD Gothic Neo"/>
                <a:cs typeface="Apple SD Gothic Neo"/>
              </a:defRPr>
            </a:defPPr>
            <a:lvl1pPr>
              <a:defRPr sz="1875" b="1">
                <a:solidFill>
                  <a:srgbClr val="172B4D"/>
                </a:solidFill>
                <a:latin typeface="Apple SD Gothic Neo"/>
                <a:ea typeface="Apple SD Gothic Neo"/>
                <a:cs typeface="Apple SD Gothic Neo"/>
              </a:defRPr>
            </a:lvl1pPr>
            <a:lvl2pPr>
              <a:defRPr sz="1875" b="1">
                <a:solidFill>
                  <a:srgbClr val="172B4D"/>
                </a:solidFill>
                <a:latin typeface="Apple SD Gothic Neo"/>
                <a:ea typeface="Apple SD Gothic Neo"/>
                <a:cs typeface="Apple SD Gothic Neo"/>
              </a:defRPr>
            </a:lvl2pPr>
            <a:lvl3pPr>
              <a:defRPr sz="1875" b="1">
                <a:solidFill>
                  <a:srgbClr val="172B4D"/>
                </a:solidFill>
                <a:latin typeface="Apple SD Gothic Neo"/>
                <a:ea typeface="Apple SD Gothic Neo"/>
                <a:cs typeface="Apple SD Gothic Neo"/>
              </a:defRPr>
            </a:lvl3pPr>
            <a:lvl4pPr>
              <a:defRPr sz="1875" b="1">
                <a:solidFill>
                  <a:srgbClr val="172B4D"/>
                </a:solidFill>
                <a:latin typeface="Apple SD Gothic Neo"/>
                <a:ea typeface="Apple SD Gothic Neo"/>
                <a:cs typeface="Apple SD Gothic Neo"/>
              </a:defRPr>
            </a:lvl4pPr>
            <a:lvl5pPr>
              <a:defRPr sz="1875" b="1">
                <a:solidFill>
                  <a:srgbClr val="172B4D"/>
                </a:solidFill>
                <a:latin typeface="Apple SD Gothic Neo"/>
                <a:ea typeface="Apple SD Gothic Neo"/>
                <a:cs typeface="Apple SD Gothic Neo"/>
              </a:defRPr>
            </a:lvl5pPr>
            <a:lvl6pPr>
              <a:defRPr sz="1875" b="1">
                <a:solidFill>
                  <a:srgbClr val="172B4D"/>
                </a:solidFill>
                <a:latin typeface="Apple SD Gothic Neo"/>
                <a:ea typeface="Apple SD Gothic Neo"/>
                <a:cs typeface="Apple SD Gothic Neo"/>
              </a:defRPr>
            </a:lvl6pPr>
            <a:lvl7pPr>
              <a:defRPr sz="1875" b="1">
                <a:solidFill>
                  <a:srgbClr val="172B4D"/>
                </a:solidFill>
                <a:latin typeface="Apple SD Gothic Neo"/>
                <a:ea typeface="Apple SD Gothic Neo"/>
                <a:cs typeface="Apple SD Gothic Neo"/>
              </a:defRPr>
            </a:lvl7pPr>
            <a:lvl8pPr>
              <a:defRPr sz="1875" b="1">
                <a:solidFill>
                  <a:srgbClr val="172B4D"/>
                </a:solidFill>
                <a:latin typeface="Apple SD Gothic Neo"/>
                <a:ea typeface="Apple SD Gothic Neo"/>
                <a:cs typeface="Apple SD Gothic Neo"/>
              </a:defRPr>
            </a:lvl8pPr>
            <a:lvl9pPr>
              <a:defRPr sz="1875" b="1">
                <a:solidFill>
                  <a:srgbClr val="172B4D"/>
                </a:solidFill>
                <a:latin typeface="Apple SD Gothic Neo"/>
                <a:ea typeface="Apple SD Gothic Neo"/>
                <a:cs typeface="Apple SD Gothic Neo"/>
              </a:defRPr>
            </a:lvl9pPr>
          </a:lstStyle>
          <a:p xmlns:a="http://schemas.openxmlformats.org/drawingml/2006/main">
            <a:pPr>
              <a:defRPr sz="1875" b="1">
                <a:solidFill>
                  <a:srgbClr val="172B4D"/>
                </a:solidFill>
                <a:latin typeface="Apple SD Gothic Neo"/>
                <a:ea typeface="Apple SD Gothic Neo"/>
                <a:cs typeface="Apple SD Gothic Neo"/>
              </a:defRPr>
            </a:pPr>
            <a:r>
              <a:rPr sz="1875" b="1">
                <a:solidFill>
                  <a:srgbClr val="172B4D"/>
                </a:solidFill>
                <a:latin typeface="Apple SD Gothic Neo"/>
                <a:ea typeface="Apple SD Gothic Neo"/>
                <a:cs typeface="Apple SD Gothic Neo"/>
              </a:rPr>
              <a:t>계획·MCP 조회</a:t>
            </a:r>
          </a:p>
        </p:txBody>
      </p:sp>
      <p:sp>
        <p:nvSpPr>
          <p:cNvPr id="14" name="">
            <a:extLst xmlns:a="http://schemas.openxmlformats.org/drawingml/2006/main">
              <a:ext uri="{FF2B5EF4-FFF2-40B4-BE49-F238E27FC236}">
                <a16:creationId xmlns:a16="http://schemas.microsoft.com/office/drawing/2014/main" id="{31F3F39A-5027-46C7-9DE7-60F1CB582FDF}"/>
              </a:ext>
            </a:extLst>
          </p:cNvPr>
          <p:cNvSpPr>
            <a:spLocks xmlns:a="http://schemas.openxmlformats.org/drawingml/2006/main" noGrp="1"/>
          </p:cNvSpPr>
          <p:nvPr/>
        </p:nvSpPr>
        <p:spPr>
          <a:xfrm xmlns:a="http://schemas.openxmlformats.org/drawingml/2006/main">
            <a:off x="3000375" y="3495675"/>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5D6D84"/>
                </a:solidFill>
                <a:latin typeface="Apple SD Gothic Neo"/>
                <a:ea typeface="Apple SD Gothic Neo"/>
                <a:cs typeface="Apple SD Gothic Neo"/>
              </a:defRPr>
            </a:defPPr>
            <a:lvl1pPr>
              <a:defRPr sz="1425" b="0">
                <a:solidFill>
                  <a:srgbClr val="5D6D84"/>
                </a:solidFill>
                <a:latin typeface="Apple SD Gothic Neo"/>
                <a:ea typeface="Apple SD Gothic Neo"/>
                <a:cs typeface="Apple SD Gothic Neo"/>
              </a:defRPr>
            </a:lvl1pPr>
            <a:lvl2pPr>
              <a:defRPr sz="1425" b="0">
                <a:solidFill>
                  <a:srgbClr val="5D6D84"/>
                </a:solidFill>
                <a:latin typeface="Apple SD Gothic Neo"/>
                <a:ea typeface="Apple SD Gothic Neo"/>
                <a:cs typeface="Apple SD Gothic Neo"/>
              </a:defRPr>
            </a:lvl2pPr>
            <a:lvl3pPr>
              <a:defRPr sz="1425" b="0">
                <a:solidFill>
                  <a:srgbClr val="5D6D84"/>
                </a:solidFill>
                <a:latin typeface="Apple SD Gothic Neo"/>
                <a:ea typeface="Apple SD Gothic Neo"/>
                <a:cs typeface="Apple SD Gothic Neo"/>
              </a:defRPr>
            </a:lvl3pPr>
            <a:lvl4pPr>
              <a:defRPr sz="1425" b="0">
                <a:solidFill>
                  <a:srgbClr val="5D6D84"/>
                </a:solidFill>
                <a:latin typeface="Apple SD Gothic Neo"/>
                <a:ea typeface="Apple SD Gothic Neo"/>
                <a:cs typeface="Apple SD Gothic Neo"/>
              </a:defRPr>
            </a:lvl4pPr>
            <a:lvl5pPr>
              <a:defRPr sz="1425" b="0">
                <a:solidFill>
                  <a:srgbClr val="5D6D84"/>
                </a:solidFill>
                <a:latin typeface="Apple SD Gothic Neo"/>
                <a:ea typeface="Apple SD Gothic Neo"/>
                <a:cs typeface="Apple SD Gothic Neo"/>
              </a:defRPr>
            </a:lvl5pPr>
            <a:lvl6pPr>
              <a:defRPr sz="1425" b="0">
                <a:solidFill>
                  <a:srgbClr val="5D6D84"/>
                </a:solidFill>
                <a:latin typeface="Apple SD Gothic Neo"/>
                <a:ea typeface="Apple SD Gothic Neo"/>
                <a:cs typeface="Apple SD Gothic Neo"/>
              </a:defRPr>
            </a:lvl6pPr>
            <a:lvl7pPr>
              <a:defRPr sz="1425" b="0">
                <a:solidFill>
                  <a:srgbClr val="5D6D84"/>
                </a:solidFill>
                <a:latin typeface="Apple SD Gothic Neo"/>
                <a:ea typeface="Apple SD Gothic Neo"/>
                <a:cs typeface="Apple SD Gothic Neo"/>
              </a:defRPr>
            </a:lvl7pPr>
            <a:lvl8pPr>
              <a:defRPr sz="1425" b="0">
                <a:solidFill>
                  <a:srgbClr val="5D6D84"/>
                </a:solidFill>
                <a:latin typeface="Apple SD Gothic Neo"/>
                <a:ea typeface="Apple SD Gothic Neo"/>
                <a:cs typeface="Apple SD Gothic Neo"/>
              </a:defRPr>
            </a:lvl8pPr>
            <a:lvl9pPr>
              <a:defRPr sz="1425" b="0">
                <a:solidFill>
                  <a:srgbClr val="5D6D84"/>
                </a:solidFill>
                <a:latin typeface="Apple SD Gothic Neo"/>
                <a:ea typeface="Apple SD Gothic Neo"/>
                <a:cs typeface="Apple SD Gothic Neo"/>
              </a:defRPr>
            </a:lvl9pPr>
          </a:lstStyle>
          <a:p xmlns:a="http://schemas.openxmlformats.org/drawingml/2006/main">
            <a:pPr>
              <a:defRPr sz="1425" b="0">
                <a:solidFill>
                  <a:srgbClr val="5D6D84"/>
                </a:solidFill>
                <a:latin typeface="Apple SD Gothic Neo"/>
                <a:ea typeface="Apple SD Gothic Neo"/>
                <a:cs typeface="Apple SD Gothic Neo"/>
              </a:defRPr>
            </a:pPr>
            <a:r>
              <a:rPr sz="1425" b="0">
                <a:solidFill>
                  <a:srgbClr val="5D6D84"/>
                </a:solidFill>
                <a:latin typeface="Apple SD Gothic Neo"/>
                <a:ea typeface="Apple SD Gothic Neo"/>
                <a:cs typeface="Apple SD Gothic Neo"/>
              </a:rPr>
              <a:t>요청 대상 누락 검사</a:t>
            </a:r>
          </a:p>
        </p:txBody>
      </p:sp>
      <p:sp>
        <p:nvSpPr>
          <p:cNvPr id="15" name="">
            <a:extLst xmlns:a="http://schemas.openxmlformats.org/drawingml/2006/main">
              <a:ext uri="{FF2B5EF4-FFF2-40B4-BE49-F238E27FC236}">
                <a16:creationId xmlns:a16="http://schemas.microsoft.com/office/drawing/2014/main" id="{B074E422-B10A-4E87-B46E-55EC1E5ED2C6}"/>
              </a:ext>
            </a:extLst>
          </p:cNvPr>
          <p:cNvSpPr>
            <a:spLocks xmlns:a="http://schemas.openxmlformats.org/drawingml/2006/main" noGrp="1"/>
          </p:cNvSpPr>
          <p:nvPr/>
        </p:nvSpPr>
        <p:spPr>
          <a:xfrm xmlns:a="http://schemas.openxmlformats.org/drawingml/2006/main">
            <a:off x="5048250" y="2171700"/>
            <a:ext cx="2057400" cy="20383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9BB46D9-4AC7-4390-A487-E18D2C6A6187}"/>
              </a:ext>
            </a:extLst>
          </p:cNvPr>
          <p:cNvSpPr>
            <a:spLocks xmlns:a="http://schemas.openxmlformats.org/drawingml/2006/main" noGrp="1"/>
          </p:cNvSpPr>
          <p:nvPr/>
        </p:nvSpPr>
        <p:spPr>
          <a:xfrm xmlns:a="http://schemas.openxmlformats.org/drawingml/2006/main">
            <a:off x="5219700" y="2343150"/>
            <a:ext cx="1619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235ECB"/>
                </a:solidFill>
                <a:latin typeface="Apple SD Gothic Neo"/>
                <a:ea typeface="Apple SD Gothic Neo"/>
                <a:cs typeface="Apple SD Gothic Neo"/>
              </a:defRPr>
            </a:defPPr>
            <a:lvl1pPr>
              <a:defRPr sz="2100" b="1">
                <a:solidFill>
                  <a:srgbClr val="235ECB"/>
                </a:solidFill>
                <a:latin typeface="Apple SD Gothic Neo"/>
                <a:ea typeface="Apple SD Gothic Neo"/>
                <a:cs typeface="Apple SD Gothic Neo"/>
              </a:defRPr>
            </a:lvl1pPr>
            <a:lvl2pPr>
              <a:defRPr sz="2100" b="1">
                <a:solidFill>
                  <a:srgbClr val="235ECB"/>
                </a:solidFill>
                <a:latin typeface="Apple SD Gothic Neo"/>
                <a:ea typeface="Apple SD Gothic Neo"/>
                <a:cs typeface="Apple SD Gothic Neo"/>
              </a:defRPr>
            </a:lvl2pPr>
            <a:lvl3pPr>
              <a:defRPr sz="2100" b="1">
                <a:solidFill>
                  <a:srgbClr val="235ECB"/>
                </a:solidFill>
                <a:latin typeface="Apple SD Gothic Neo"/>
                <a:ea typeface="Apple SD Gothic Neo"/>
                <a:cs typeface="Apple SD Gothic Neo"/>
              </a:defRPr>
            </a:lvl3pPr>
            <a:lvl4pPr>
              <a:defRPr sz="2100" b="1">
                <a:solidFill>
                  <a:srgbClr val="235ECB"/>
                </a:solidFill>
                <a:latin typeface="Apple SD Gothic Neo"/>
                <a:ea typeface="Apple SD Gothic Neo"/>
                <a:cs typeface="Apple SD Gothic Neo"/>
              </a:defRPr>
            </a:lvl4pPr>
            <a:lvl5pPr>
              <a:defRPr sz="2100" b="1">
                <a:solidFill>
                  <a:srgbClr val="235ECB"/>
                </a:solidFill>
                <a:latin typeface="Apple SD Gothic Neo"/>
                <a:ea typeface="Apple SD Gothic Neo"/>
                <a:cs typeface="Apple SD Gothic Neo"/>
              </a:defRPr>
            </a:lvl5pPr>
            <a:lvl6pPr>
              <a:defRPr sz="2100" b="1">
                <a:solidFill>
                  <a:srgbClr val="235ECB"/>
                </a:solidFill>
                <a:latin typeface="Apple SD Gothic Neo"/>
                <a:ea typeface="Apple SD Gothic Neo"/>
                <a:cs typeface="Apple SD Gothic Neo"/>
              </a:defRPr>
            </a:lvl6pPr>
            <a:lvl7pPr>
              <a:defRPr sz="2100" b="1">
                <a:solidFill>
                  <a:srgbClr val="235ECB"/>
                </a:solidFill>
                <a:latin typeface="Apple SD Gothic Neo"/>
                <a:ea typeface="Apple SD Gothic Neo"/>
                <a:cs typeface="Apple SD Gothic Neo"/>
              </a:defRPr>
            </a:lvl7pPr>
            <a:lvl8pPr>
              <a:defRPr sz="2100" b="1">
                <a:solidFill>
                  <a:srgbClr val="235ECB"/>
                </a:solidFill>
                <a:latin typeface="Apple SD Gothic Neo"/>
                <a:ea typeface="Apple SD Gothic Neo"/>
                <a:cs typeface="Apple SD Gothic Neo"/>
              </a:defRPr>
            </a:lvl8pPr>
            <a:lvl9pPr>
              <a:defRPr sz="2100" b="1">
                <a:solidFill>
                  <a:srgbClr val="235ECB"/>
                </a:solidFill>
                <a:latin typeface="Apple SD Gothic Neo"/>
                <a:ea typeface="Apple SD Gothic Neo"/>
                <a:cs typeface="Apple SD Gothic Neo"/>
              </a:defRPr>
            </a:lvl9pPr>
          </a:lstStyle>
          <a:p xmlns:a="http://schemas.openxmlformats.org/drawingml/2006/main">
            <a:pPr>
              <a:defRPr sz="2100" b="1">
                <a:solidFill>
                  <a:srgbClr val="235ECB"/>
                </a:solidFill>
                <a:latin typeface="Apple SD Gothic Neo"/>
                <a:ea typeface="Apple SD Gothic Neo"/>
                <a:cs typeface="Apple SD Gothic Neo"/>
              </a:defRPr>
            </a:pPr>
            <a:r>
              <a:rPr sz="2100" b="1">
                <a:solidFill>
                  <a:srgbClr val="235ECB"/>
                </a:solidFill>
                <a:latin typeface="Apple SD Gothic Neo"/>
                <a:ea typeface="Apple SD Gothic Neo"/>
                <a:cs typeface="Apple SD Gothic Neo"/>
              </a:rPr>
              <a:t>3</a:t>
            </a:r>
          </a:p>
        </p:txBody>
      </p:sp>
      <p:sp>
        <p:nvSpPr>
          <p:cNvPr id="17" name="">
            <a:extLst xmlns:a="http://schemas.openxmlformats.org/drawingml/2006/main">
              <a:ext uri="{FF2B5EF4-FFF2-40B4-BE49-F238E27FC236}">
                <a16:creationId xmlns:a16="http://schemas.microsoft.com/office/drawing/2014/main" id="{F98357EC-C12B-413D-A47E-88A9957C2E37}"/>
              </a:ext>
            </a:extLst>
          </p:cNvPr>
          <p:cNvSpPr>
            <a:spLocks xmlns:a="http://schemas.openxmlformats.org/drawingml/2006/main" noGrp="1"/>
          </p:cNvSpPr>
          <p:nvPr/>
        </p:nvSpPr>
        <p:spPr>
          <a:xfrm xmlns:a="http://schemas.openxmlformats.org/drawingml/2006/main">
            <a:off x="5219700" y="2800350"/>
            <a:ext cx="1714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172B4D"/>
                </a:solidFill>
                <a:latin typeface="Apple SD Gothic Neo"/>
                <a:ea typeface="Apple SD Gothic Neo"/>
                <a:cs typeface="Apple SD Gothic Neo"/>
              </a:defRPr>
            </a:defPPr>
            <a:lvl1pPr>
              <a:defRPr sz="1875" b="1">
                <a:solidFill>
                  <a:srgbClr val="172B4D"/>
                </a:solidFill>
                <a:latin typeface="Apple SD Gothic Neo"/>
                <a:ea typeface="Apple SD Gothic Neo"/>
                <a:cs typeface="Apple SD Gothic Neo"/>
              </a:defRPr>
            </a:lvl1pPr>
            <a:lvl2pPr>
              <a:defRPr sz="1875" b="1">
                <a:solidFill>
                  <a:srgbClr val="172B4D"/>
                </a:solidFill>
                <a:latin typeface="Apple SD Gothic Neo"/>
                <a:ea typeface="Apple SD Gothic Neo"/>
                <a:cs typeface="Apple SD Gothic Neo"/>
              </a:defRPr>
            </a:lvl2pPr>
            <a:lvl3pPr>
              <a:defRPr sz="1875" b="1">
                <a:solidFill>
                  <a:srgbClr val="172B4D"/>
                </a:solidFill>
                <a:latin typeface="Apple SD Gothic Neo"/>
                <a:ea typeface="Apple SD Gothic Neo"/>
                <a:cs typeface="Apple SD Gothic Neo"/>
              </a:defRPr>
            </a:lvl3pPr>
            <a:lvl4pPr>
              <a:defRPr sz="1875" b="1">
                <a:solidFill>
                  <a:srgbClr val="172B4D"/>
                </a:solidFill>
                <a:latin typeface="Apple SD Gothic Neo"/>
                <a:ea typeface="Apple SD Gothic Neo"/>
                <a:cs typeface="Apple SD Gothic Neo"/>
              </a:defRPr>
            </a:lvl4pPr>
            <a:lvl5pPr>
              <a:defRPr sz="1875" b="1">
                <a:solidFill>
                  <a:srgbClr val="172B4D"/>
                </a:solidFill>
                <a:latin typeface="Apple SD Gothic Neo"/>
                <a:ea typeface="Apple SD Gothic Neo"/>
                <a:cs typeface="Apple SD Gothic Neo"/>
              </a:defRPr>
            </a:lvl5pPr>
            <a:lvl6pPr>
              <a:defRPr sz="1875" b="1">
                <a:solidFill>
                  <a:srgbClr val="172B4D"/>
                </a:solidFill>
                <a:latin typeface="Apple SD Gothic Neo"/>
                <a:ea typeface="Apple SD Gothic Neo"/>
                <a:cs typeface="Apple SD Gothic Neo"/>
              </a:defRPr>
            </a:lvl6pPr>
            <a:lvl7pPr>
              <a:defRPr sz="1875" b="1">
                <a:solidFill>
                  <a:srgbClr val="172B4D"/>
                </a:solidFill>
                <a:latin typeface="Apple SD Gothic Neo"/>
                <a:ea typeface="Apple SD Gothic Neo"/>
                <a:cs typeface="Apple SD Gothic Neo"/>
              </a:defRPr>
            </a:lvl7pPr>
            <a:lvl8pPr>
              <a:defRPr sz="1875" b="1">
                <a:solidFill>
                  <a:srgbClr val="172B4D"/>
                </a:solidFill>
                <a:latin typeface="Apple SD Gothic Neo"/>
                <a:ea typeface="Apple SD Gothic Neo"/>
                <a:cs typeface="Apple SD Gothic Neo"/>
              </a:defRPr>
            </a:lvl8pPr>
            <a:lvl9pPr>
              <a:defRPr sz="1875" b="1">
                <a:solidFill>
                  <a:srgbClr val="172B4D"/>
                </a:solidFill>
                <a:latin typeface="Apple SD Gothic Neo"/>
                <a:ea typeface="Apple SD Gothic Neo"/>
                <a:cs typeface="Apple SD Gothic Neo"/>
              </a:defRPr>
            </a:lvl9pPr>
          </a:lstStyle>
          <a:p xmlns:a="http://schemas.openxmlformats.org/drawingml/2006/main">
            <a:pPr>
              <a:defRPr sz="1875" b="1">
                <a:solidFill>
                  <a:srgbClr val="172B4D"/>
                </a:solidFill>
                <a:latin typeface="Apple SD Gothic Neo"/>
                <a:ea typeface="Apple SD Gothic Neo"/>
                <a:cs typeface="Apple SD Gothic Neo"/>
              </a:defRPr>
            </a:pPr>
            <a:r>
              <a:rPr sz="1875" b="1">
                <a:solidFill>
                  <a:srgbClr val="172B4D"/>
                </a:solidFill>
                <a:latin typeface="Apple SD Gothic Neo"/>
                <a:ea typeface="Apple SD Gothic Neo"/>
                <a:cs typeface="Apple SD Gothic Neo"/>
              </a:rPr>
              <a:t>런북 RAG</a:t>
            </a:r>
          </a:p>
        </p:txBody>
      </p:sp>
      <p:sp>
        <p:nvSpPr>
          <p:cNvPr id="18" name="">
            <a:extLst xmlns:a="http://schemas.openxmlformats.org/drawingml/2006/main">
              <a:ext uri="{FF2B5EF4-FFF2-40B4-BE49-F238E27FC236}">
                <a16:creationId xmlns:a16="http://schemas.microsoft.com/office/drawing/2014/main" id="{19921A65-178E-4E97-9358-1C94C4F68E65}"/>
              </a:ext>
            </a:extLst>
          </p:cNvPr>
          <p:cNvSpPr>
            <a:spLocks xmlns:a="http://schemas.openxmlformats.org/drawingml/2006/main" noGrp="1"/>
          </p:cNvSpPr>
          <p:nvPr/>
        </p:nvSpPr>
        <p:spPr>
          <a:xfrm xmlns:a="http://schemas.openxmlformats.org/drawingml/2006/main">
            <a:off x="5219700" y="3495675"/>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5D6D84"/>
                </a:solidFill>
                <a:latin typeface="Apple SD Gothic Neo"/>
                <a:ea typeface="Apple SD Gothic Neo"/>
                <a:cs typeface="Apple SD Gothic Neo"/>
              </a:defRPr>
            </a:defPPr>
            <a:lvl1pPr>
              <a:defRPr sz="1425" b="0">
                <a:solidFill>
                  <a:srgbClr val="5D6D84"/>
                </a:solidFill>
                <a:latin typeface="Apple SD Gothic Neo"/>
                <a:ea typeface="Apple SD Gothic Neo"/>
                <a:cs typeface="Apple SD Gothic Neo"/>
              </a:defRPr>
            </a:lvl1pPr>
            <a:lvl2pPr>
              <a:defRPr sz="1425" b="0">
                <a:solidFill>
                  <a:srgbClr val="5D6D84"/>
                </a:solidFill>
                <a:latin typeface="Apple SD Gothic Neo"/>
                <a:ea typeface="Apple SD Gothic Neo"/>
                <a:cs typeface="Apple SD Gothic Neo"/>
              </a:defRPr>
            </a:lvl2pPr>
            <a:lvl3pPr>
              <a:defRPr sz="1425" b="0">
                <a:solidFill>
                  <a:srgbClr val="5D6D84"/>
                </a:solidFill>
                <a:latin typeface="Apple SD Gothic Neo"/>
                <a:ea typeface="Apple SD Gothic Neo"/>
                <a:cs typeface="Apple SD Gothic Neo"/>
              </a:defRPr>
            </a:lvl3pPr>
            <a:lvl4pPr>
              <a:defRPr sz="1425" b="0">
                <a:solidFill>
                  <a:srgbClr val="5D6D84"/>
                </a:solidFill>
                <a:latin typeface="Apple SD Gothic Neo"/>
                <a:ea typeface="Apple SD Gothic Neo"/>
                <a:cs typeface="Apple SD Gothic Neo"/>
              </a:defRPr>
            </a:lvl4pPr>
            <a:lvl5pPr>
              <a:defRPr sz="1425" b="0">
                <a:solidFill>
                  <a:srgbClr val="5D6D84"/>
                </a:solidFill>
                <a:latin typeface="Apple SD Gothic Neo"/>
                <a:ea typeface="Apple SD Gothic Neo"/>
                <a:cs typeface="Apple SD Gothic Neo"/>
              </a:defRPr>
            </a:lvl5pPr>
            <a:lvl6pPr>
              <a:defRPr sz="1425" b="0">
                <a:solidFill>
                  <a:srgbClr val="5D6D84"/>
                </a:solidFill>
                <a:latin typeface="Apple SD Gothic Neo"/>
                <a:ea typeface="Apple SD Gothic Neo"/>
                <a:cs typeface="Apple SD Gothic Neo"/>
              </a:defRPr>
            </a:lvl6pPr>
            <a:lvl7pPr>
              <a:defRPr sz="1425" b="0">
                <a:solidFill>
                  <a:srgbClr val="5D6D84"/>
                </a:solidFill>
                <a:latin typeface="Apple SD Gothic Neo"/>
                <a:ea typeface="Apple SD Gothic Neo"/>
                <a:cs typeface="Apple SD Gothic Neo"/>
              </a:defRPr>
            </a:lvl7pPr>
            <a:lvl8pPr>
              <a:defRPr sz="1425" b="0">
                <a:solidFill>
                  <a:srgbClr val="5D6D84"/>
                </a:solidFill>
                <a:latin typeface="Apple SD Gothic Neo"/>
                <a:ea typeface="Apple SD Gothic Neo"/>
                <a:cs typeface="Apple SD Gothic Neo"/>
              </a:defRPr>
            </a:lvl8pPr>
            <a:lvl9pPr>
              <a:defRPr sz="1425" b="0">
                <a:solidFill>
                  <a:srgbClr val="5D6D84"/>
                </a:solidFill>
                <a:latin typeface="Apple SD Gothic Neo"/>
                <a:ea typeface="Apple SD Gothic Neo"/>
                <a:cs typeface="Apple SD Gothic Neo"/>
              </a:defRPr>
            </a:lvl9pPr>
          </a:lstStyle>
          <a:p xmlns:a="http://schemas.openxmlformats.org/drawingml/2006/main">
            <a:pPr>
              <a:defRPr sz="1425" b="0">
                <a:solidFill>
                  <a:srgbClr val="5D6D84"/>
                </a:solidFill>
                <a:latin typeface="Apple SD Gothic Neo"/>
                <a:ea typeface="Apple SD Gothic Neo"/>
                <a:cs typeface="Apple SD Gothic Neo"/>
              </a:defRPr>
            </a:pPr>
            <a:r>
              <a:rPr sz="1425" b="0">
                <a:solidFill>
                  <a:srgbClr val="5D6D84"/>
                </a:solidFill>
                <a:latin typeface="Apple SD Gothic Neo"/>
                <a:ea typeface="Apple SD Gothic Neo"/>
                <a:cs typeface="Apple SD Gothic Neo"/>
              </a:rPr>
              <a:t>관련성·원문 대조</a:t>
            </a:r>
          </a:p>
        </p:txBody>
      </p:sp>
      <p:sp>
        <p:nvSpPr>
          <p:cNvPr id="19" name="">
            <a:extLst xmlns:a="http://schemas.openxmlformats.org/drawingml/2006/main">
              <a:ext uri="{FF2B5EF4-FFF2-40B4-BE49-F238E27FC236}">
                <a16:creationId xmlns:a16="http://schemas.microsoft.com/office/drawing/2014/main" id="{4353BC33-0145-4F9E-97AC-67A7C7A2B18E}"/>
              </a:ext>
            </a:extLst>
          </p:cNvPr>
          <p:cNvSpPr>
            <a:spLocks xmlns:a="http://schemas.openxmlformats.org/drawingml/2006/main" noGrp="1"/>
          </p:cNvSpPr>
          <p:nvPr/>
        </p:nvSpPr>
        <p:spPr>
          <a:xfrm xmlns:a="http://schemas.openxmlformats.org/drawingml/2006/main">
            <a:off x="7267575" y="2171700"/>
            <a:ext cx="2057400" cy="20383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B84E28F0-440F-4048-B1FD-BB10CD48B225}"/>
              </a:ext>
            </a:extLst>
          </p:cNvPr>
          <p:cNvSpPr>
            <a:spLocks xmlns:a="http://schemas.openxmlformats.org/drawingml/2006/main" noGrp="1"/>
          </p:cNvSpPr>
          <p:nvPr/>
        </p:nvSpPr>
        <p:spPr>
          <a:xfrm xmlns:a="http://schemas.openxmlformats.org/drawingml/2006/main">
            <a:off x="7439025" y="2343150"/>
            <a:ext cx="1619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235ECB"/>
                </a:solidFill>
                <a:latin typeface="Apple SD Gothic Neo"/>
                <a:ea typeface="Apple SD Gothic Neo"/>
                <a:cs typeface="Apple SD Gothic Neo"/>
              </a:defRPr>
            </a:defPPr>
            <a:lvl1pPr>
              <a:defRPr sz="2100" b="1">
                <a:solidFill>
                  <a:srgbClr val="235ECB"/>
                </a:solidFill>
                <a:latin typeface="Apple SD Gothic Neo"/>
                <a:ea typeface="Apple SD Gothic Neo"/>
                <a:cs typeface="Apple SD Gothic Neo"/>
              </a:defRPr>
            </a:lvl1pPr>
            <a:lvl2pPr>
              <a:defRPr sz="2100" b="1">
                <a:solidFill>
                  <a:srgbClr val="235ECB"/>
                </a:solidFill>
                <a:latin typeface="Apple SD Gothic Neo"/>
                <a:ea typeface="Apple SD Gothic Neo"/>
                <a:cs typeface="Apple SD Gothic Neo"/>
              </a:defRPr>
            </a:lvl2pPr>
            <a:lvl3pPr>
              <a:defRPr sz="2100" b="1">
                <a:solidFill>
                  <a:srgbClr val="235ECB"/>
                </a:solidFill>
                <a:latin typeface="Apple SD Gothic Neo"/>
                <a:ea typeface="Apple SD Gothic Neo"/>
                <a:cs typeface="Apple SD Gothic Neo"/>
              </a:defRPr>
            </a:lvl3pPr>
            <a:lvl4pPr>
              <a:defRPr sz="2100" b="1">
                <a:solidFill>
                  <a:srgbClr val="235ECB"/>
                </a:solidFill>
                <a:latin typeface="Apple SD Gothic Neo"/>
                <a:ea typeface="Apple SD Gothic Neo"/>
                <a:cs typeface="Apple SD Gothic Neo"/>
              </a:defRPr>
            </a:lvl4pPr>
            <a:lvl5pPr>
              <a:defRPr sz="2100" b="1">
                <a:solidFill>
                  <a:srgbClr val="235ECB"/>
                </a:solidFill>
                <a:latin typeface="Apple SD Gothic Neo"/>
                <a:ea typeface="Apple SD Gothic Neo"/>
                <a:cs typeface="Apple SD Gothic Neo"/>
              </a:defRPr>
            </a:lvl5pPr>
            <a:lvl6pPr>
              <a:defRPr sz="2100" b="1">
                <a:solidFill>
                  <a:srgbClr val="235ECB"/>
                </a:solidFill>
                <a:latin typeface="Apple SD Gothic Neo"/>
                <a:ea typeface="Apple SD Gothic Neo"/>
                <a:cs typeface="Apple SD Gothic Neo"/>
              </a:defRPr>
            </a:lvl6pPr>
            <a:lvl7pPr>
              <a:defRPr sz="2100" b="1">
                <a:solidFill>
                  <a:srgbClr val="235ECB"/>
                </a:solidFill>
                <a:latin typeface="Apple SD Gothic Neo"/>
                <a:ea typeface="Apple SD Gothic Neo"/>
                <a:cs typeface="Apple SD Gothic Neo"/>
              </a:defRPr>
            </a:lvl7pPr>
            <a:lvl8pPr>
              <a:defRPr sz="2100" b="1">
                <a:solidFill>
                  <a:srgbClr val="235ECB"/>
                </a:solidFill>
                <a:latin typeface="Apple SD Gothic Neo"/>
                <a:ea typeface="Apple SD Gothic Neo"/>
                <a:cs typeface="Apple SD Gothic Neo"/>
              </a:defRPr>
            </a:lvl8pPr>
            <a:lvl9pPr>
              <a:defRPr sz="2100" b="1">
                <a:solidFill>
                  <a:srgbClr val="235ECB"/>
                </a:solidFill>
                <a:latin typeface="Apple SD Gothic Neo"/>
                <a:ea typeface="Apple SD Gothic Neo"/>
                <a:cs typeface="Apple SD Gothic Neo"/>
              </a:defRPr>
            </a:lvl9pPr>
          </a:lstStyle>
          <a:p xmlns:a="http://schemas.openxmlformats.org/drawingml/2006/main">
            <a:pPr>
              <a:defRPr sz="2100" b="1">
                <a:solidFill>
                  <a:srgbClr val="235ECB"/>
                </a:solidFill>
                <a:latin typeface="Apple SD Gothic Neo"/>
                <a:ea typeface="Apple SD Gothic Neo"/>
                <a:cs typeface="Apple SD Gothic Neo"/>
              </a:defRPr>
            </a:pPr>
            <a:r>
              <a:rPr sz="2100" b="1">
                <a:solidFill>
                  <a:srgbClr val="235ECB"/>
                </a:solidFill>
                <a:latin typeface="Apple SD Gothic Neo"/>
                <a:ea typeface="Apple SD Gothic Neo"/>
                <a:cs typeface="Apple SD Gothic Neo"/>
              </a:rPr>
              <a:t>4</a:t>
            </a:r>
          </a:p>
        </p:txBody>
      </p:sp>
      <p:sp>
        <p:nvSpPr>
          <p:cNvPr id="21" name="">
            <a:extLst xmlns:a="http://schemas.openxmlformats.org/drawingml/2006/main">
              <a:ext uri="{FF2B5EF4-FFF2-40B4-BE49-F238E27FC236}">
                <a16:creationId xmlns:a16="http://schemas.microsoft.com/office/drawing/2014/main" id="{4CD43FF3-FF1D-4DC3-BF2A-C73D5EFBCE6C}"/>
              </a:ext>
            </a:extLst>
          </p:cNvPr>
          <p:cNvSpPr>
            <a:spLocks xmlns:a="http://schemas.openxmlformats.org/drawingml/2006/main" noGrp="1"/>
          </p:cNvSpPr>
          <p:nvPr/>
        </p:nvSpPr>
        <p:spPr>
          <a:xfrm xmlns:a="http://schemas.openxmlformats.org/drawingml/2006/main">
            <a:off x="7439025" y="2800350"/>
            <a:ext cx="1714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172B4D"/>
                </a:solidFill>
                <a:latin typeface="Apple SD Gothic Neo"/>
                <a:ea typeface="Apple SD Gothic Neo"/>
                <a:cs typeface="Apple SD Gothic Neo"/>
              </a:defRPr>
            </a:defPPr>
            <a:lvl1pPr>
              <a:defRPr sz="1875" b="1">
                <a:solidFill>
                  <a:srgbClr val="172B4D"/>
                </a:solidFill>
                <a:latin typeface="Apple SD Gothic Neo"/>
                <a:ea typeface="Apple SD Gothic Neo"/>
                <a:cs typeface="Apple SD Gothic Neo"/>
              </a:defRPr>
            </a:lvl1pPr>
            <a:lvl2pPr>
              <a:defRPr sz="1875" b="1">
                <a:solidFill>
                  <a:srgbClr val="172B4D"/>
                </a:solidFill>
                <a:latin typeface="Apple SD Gothic Neo"/>
                <a:ea typeface="Apple SD Gothic Neo"/>
                <a:cs typeface="Apple SD Gothic Neo"/>
              </a:defRPr>
            </a:lvl2pPr>
            <a:lvl3pPr>
              <a:defRPr sz="1875" b="1">
                <a:solidFill>
                  <a:srgbClr val="172B4D"/>
                </a:solidFill>
                <a:latin typeface="Apple SD Gothic Neo"/>
                <a:ea typeface="Apple SD Gothic Neo"/>
                <a:cs typeface="Apple SD Gothic Neo"/>
              </a:defRPr>
            </a:lvl3pPr>
            <a:lvl4pPr>
              <a:defRPr sz="1875" b="1">
                <a:solidFill>
                  <a:srgbClr val="172B4D"/>
                </a:solidFill>
                <a:latin typeface="Apple SD Gothic Neo"/>
                <a:ea typeface="Apple SD Gothic Neo"/>
                <a:cs typeface="Apple SD Gothic Neo"/>
              </a:defRPr>
            </a:lvl4pPr>
            <a:lvl5pPr>
              <a:defRPr sz="1875" b="1">
                <a:solidFill>
                  <a:srgbClr val="172B4D"/>
                </a:solidFill>
                <a:latin typeface="Apple SD Gothic Neo"/>
                <a:ea typeface="Apple SD Gothic Neo"/>
                <a:cs typeface="Apple SD Gothic Neo"/>
              </a:defRPr>
            </a:lvl5pPr>
            <a:lvl6pPr>
              <a:defRPr sz="1875" b="1">
                <a:solidFill>
                  <a:srgbClr val="172B4D"/>
                </a:solidFill>
                <a:latin typeface="Apple SD Gothic Neo"/>
                <a:ea typeface="Apple SD Gothic Neo"/>
                <a:cs typeface="Apple SD Gothic Neo"/>
              </a:defRPr>
            </a:lvl6pPr>
            <a:lvl7pPr>
              <a:defRPr sz="1875" b="1">
                <a:solidFill>
                  <a:srgbClr val="172B4D"/>
                </a:solidFill>
                <a:latin typeface="Apple SD Gothic Neo"/>
                <a:ea typeface="Apple SD Gothic Neo"/>
                <a:cs typeface="Apple SD Gothic Neo"/>
              </a:defRPr>
            </a:lvl7pPr>
            <a:lvl8pPr>
              <a:defRPr sz="1875" b="1">
                <a:solidFill>
                  <a:srgbClr val="172B4D"/>
                </a:solidFill>
                <a:latin typeface="Apple SD Gothic Neo"/>
                <a:ea typeface="Apple SD Gothic Neo"/>
                <a:cs typeface="Apple SD Gothic Neo"/>
              </a:defRPr>
            </a:lvl8pPr>
            <a:lvl9pPr>
              <a:defRPr sz="1875" b="1">
                <a:solidFill>
                  <a:srgbClr val="172B4D"/>
                </a:solidFill>
                <a:latin typeface="Apple SD Gothic Neo"/>
                <a:ea typeface="Apple SD Gothic Neo"/>
                <a:cs typeface="Apple SD Gothic Neo"/>
              </a:defRPr>
            </a:lvl9pPr>
          </a:lstStyle>
          <a:p xmlns:a="http://schemas.openxmlformats.org/drawingml/2006/main">
            <a:pPr>
              <a:defRPr sz="1875" b="1">
                <a:solidFill>
                  <a:srgbClr val="172B4D"/>
                </a:solidFill>
                <a:latin typeface="Apple SD Gothic Neo"/>
                <a:ea typeface="Apple SD Gothic Neo"/>
                <a:cs typeface="Apple SD Gothic Neo"/>
              </a:defRPr>
            </a:pPr>
            <a:r>
              <a:rPr sz="1875" b="1">
                <a:solidFill>
                  <a:srgbClr val="172B4D"/>
                </a:solidFill>
                <a:latin typeface="Apple SD Gothic Neo"/>
                <a:ea typeface="Apple SD Gothic Neo"/>
                <a:cs typeface="Apple SD Gothic Neo"/>
              </a:rPr>
              <a:t>작성·코드 검수</a:t>
            </a:r>
          </a:p>
        </p:txBody>
      </p:sp>
      <p:sp>
        <p:nvSpPr>
          <p:cNvPr id="22" name="">
            <a:extLst xmlns:a="http://schemas.openxmlformats.org/drawingml/2006/main">
              <a:ext uri="{FF2B5EF4-FFF2-40B4-BE49-F238E27FC236}">
                <a16:creationId xmlns:a16="http://schemas.microsoft.com/office/drawing/2014/main" id="{3929371C-2CCF-4D29-A583-08AA2A3BF20F}"/>
              </a:ext>
            </a:extLst>
          </p:cNvPr>
          <p:cNvSpPr>
            <a:spLocks xmlns:a="http://schemas.openxmlformats.org/drawingml/2006/main" noGrp="1"/>
          </p:cNvSpPr>
          <p:nvPr/>
        </p:nvSpPr>
        <p:spPr>
          <a:xfrm xmlns:a="http://schemas.openxmlformats.org/drawingml/2006/main">
            <a:off x="7439025" y="3495675"/>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5D6D84"/>
                </a:solidFill>
                <a:latin typeface="Apple SD Gothic Neo"/>
                <a:ea typeface="Apple SD Gothic Neo"/>
                <a:cs typeface="Apple SD Gothic Neo"/>
              </a:defRPr>
            </a:defPPr>
            <a:lvl1pPr>
              <a:defRPr sz="1425" b="0">
                <a:solidFill>
                  <a:srgbClr val="5D6D84"/>
                </a:solidFill>
                <a:latin typeface="Apple SD Gothic Neo"/>
                <a:ea typeface="Apple SD Gothic Neo"/>
                <a:cs typeface="Apple SD Gothic Neo"/>
              </a:defRPr>
            </a:lvl1pPr>
            <a:lvl2pPr>
              <a:defRPr sz="1425" b="0">
                <a:solidFill>
                  <a:srgbClr val="5D6D84"/>
                </a:solidFill>
                <a:latin typeface="Apple SD Gothic Neo"/>
                <a:ea typeface="Apple SD Gothic Neo"/>
                <a:cs typeface="Apple SD Gothic Neo"/>
              </a:defRPr>
            </a:lvl2pPr>
            <a:lvl3pPr>
              <a:defRPr sz="1425" b="0">
                <a:solidFill>
                  <a:srgbClr val="5D6D84"/>
                </a:solidFill>
                <a:latin typeface="Apple SD Gothic Neo"/>
                <a:ea typeface="Apple SD Gothic Neo"/>
                <a:cs typeface="Apple SD Gothic Neo"/>
              </a:defRPr>
            </a:lvl3pPr>
            <a:lvl4pPr>
              <a:defRPr sz="1425" b="0">
                <a:solidFill>
                  <a:srgbClr val="5D6D84"/>
                </a:solidFill>
                <a:latin typeface="Apple SD Gothic Neo"/>
                <a:ea typeface="Apple SD Gothic Neo"/>
                <a:cs typeface="Apple SD Gothic Neo"/>
              </a:defRPr>
            </a:lvl4pPr>
            <a:lvl5pPr>
              <a:defRPr sz="1425" b="0">
                <a:solidFill>
                  <a:srgbClr val="5D6D84"/>
                </a:solidFill>
                <a:latin typeface="Apple SD Gothic Neo"/>
                <a:ea typeface="Apple SD Gothic Neo"/>
                <a:cs typeface="Apple SD Gothic Neo"/>
              </a:defRPr>
            </a:lvl5pPr>
            <a:lvl6pPr>
              <a:defRPr sz="1425" b="0">
                <a:solidFill>
                  <a:srgbClr val="5D6D84"/>
                </a:solidFill>
                <a:latin typeface="Apple SD Gothic Neo"/>
                <a:ea typeface="Apple SD Gothic Neo"/>
                <a:cs typeface="Apple SD Gothic Neo"/>
              </a:defRPr>
            </a:lvl6pPr>
            <a:lvl7pPr>
              <a:defRPr sz="1425" b="0">
                <a:solidFill>
                  <a:srgbClr val="5D6D84"/>
                </a:solidFill>
                <a:latin typeface="Apple SD Gothic Neo"/>
                <a:ea typeface="Apple SD Gothic Neo"/>
                <a:cs typeface="Apple SD Gothic Neo"/>
              </a:defRPr>
            </a:lvl7pPr>
            <a:lvl8pPr>
              <a:defRPr sz="1425" b="0">
                <a:solidFill>
                  <a:srgbClr val="5D6D84"/>
                </a:solidFill>
                <a:latin typeface="Apple SD Gothic Neo"/>
                <a:ea typeface="Apple SD Gothic Neo"/>
                <a:cs typeface="Apple SD Gothic Neo"/>
              </a:defRPr>
            </a:lvl8pPr>
            <a:lvl9pPr>
              <a:defRPr sz="1425" b="0">
                <a:solidFill>
                  <a:srgbClr val="5D6D84"/>
                </a:solidFill>
                <a:latin typeface="Apple SD Gothic Neo"/>
                <a:ea typeface="Apple SD Gothic Neo"/>
                <a:cs typeface="Apple SD Gothic Neo"/>
              </a:defRPr>
            </a:lvl9pPr>
          </a:lstStyle>
          <a:p xmlns:a="http://schemas.openxmlformats.org/drawingml/2006/main">
            <a:pPr>
              <a:defRPr sz="1425" b="0">
                <a:solidFill>
                  <a:srgbClr val="5D6D84"/>
                </a:solidFill>
                <a:latin typeface="Apple SD Gothic Neo"/>
                <a:ea typeface="Apple SD Gothic Neo"/>
                <a:cs typeface="Apple SD Gothic Neo"/>
              </a:defRPr>
            </a:pPr>
            <a:r>
              <a:rPr sz="1425" b="0">
                <a:solidFill>
                  <a:srgbClr val="5D6D84"/>
                </a:solidFill>
                <a:latin typeface="Apple SD Gothic Neo"/>
                <a:ea typeface="Apple SD Gothic Neo"/>
                <a:cs typeface="Apple SD Gothic Neo"/>
              </a:rPr>
              <a:t>ID·수치·조건 검사</a:t>
            </a:r>
          </a:p>
        </p:txBody>
      </p:sp>
      <p:sp>
        <p:nvSpPr>
          <p:cNvPr id="23" name="">
            <a:extLst xmlns:a="http://schemas.openxmlformats.org/drawingml/2006/main">
              <a:ext uri="{FF2B5EF4-FFF2-40B4-BE49-F238E27FC236}">
                <a16:creationId xmlns:a16="http://schemas.microsoft.com/office/drawing/2014/main" id="{8AEF792A-5AA8-4731-B74C-90CDC4BFA7FA}"/>
              </a:ext>
            </a:extLst>
          </p:cNvPr>
          <p:cNvSpPr>
            <a:spLocks xmlns:a="http://schemas.openxmlformats.org/drawingml/2006/main" noGrp="1"/>
          </p:cNvSpPr>
          <p:nvPr/>
        </p:nvSpPr>
        <p:spPr>
          <a:xfrm xmlns:a="http://schemas.openxmlformats.org/drawingml/2006/main">
            <a:off x="9486900" y="2171700"/>
            <a:ext cx="2057400" cy="20383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899A420E-9984-4D1B-9FA1-B8D69ECBC994}"/>
              </a:ext>
            </a:extLst>
          </p:cNvPr>
          <p:cNvSpPr>
            <a:spLocks xmlns:a="http://schemas.openxmlformats.org/drawingml/2006/main" noGrp="1"/>
          </p:cNvSpPr>
          <p:nvPr/>
        </p:nvSpPr>
        <p:spPr>
          <a:xfrm xmlns:a="http://schemas.openxmlformats.org/drawingml/2006/main">
            <a:off x="9658350" y="2343150"/>
            <a:ext cx="1619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235ECB"/>
                </a:solidFill>
                <a:latin typeface="Apple SD Gothic Neo"/>
                <a:ea typeface="Apple SD Gothic Neo"/>
                <a:cs typeface="Apple SD Gothic Neo"/>
              </a:defRPr>
            </a:defPPr>
            <a:lvl1pPr>
              <a:defRPr sz="2100" b="1">
                <a:solidFill>
                  <a:srgbClr val="235ECB"/>
                </a:solidFill>
                <a:latin typeface="Apple SD Gothic Neo"/>
                <a:ea typeface="Apple SD Gothic Neo"/>
                <a:cs typeface="Apple SD Gothic Neo"/>
              </a:defRPr>
            </a:lvl1pPr>
            <a:lvl2pPr>
              <a:defRPr sz="2100" b="1">
                <a:solidFill>
                  <a:srgbClr val="235ECB"/>
                </a:solidFill>
                <a:latin typeface="Apple SD Gothic Neo"/>
                <a:ea typeface="Apple SD Gothic Neo"/>
                <a:cs typeface="Apple SD Gothic Neo"/>
              </a:defRPr>
            </a:lvl2pPr>
            <a:lvl3pPr>
              <a:defRPr sz="2100" b="1">
                <a:solidFill>
                  <a:srgbClr val="235ECB"/>
                </a:solidFill>
                <a:latin typeface="Apple SD Gothic Neo"/>
                <a:ea typeface="Apple SD Gothic Neo"/>
                <a:cs typeface="Apple SD Gothic Neo"/>
              </a:defRPr>
            </a:lvl3pPr>
            <a:lvl4pPr>
              <a:defRPr sz="2100" b="1">
                <a:solidFill>
                  <a:srgbClr val="235ECB"/>
                </a:solidFill>
                <a:latin typeface="Apple SD Gothic Neo"/>
                <a:ea typeface="Apple SD Gothic Neo"/>
                <a:cs typeface="Apple SD Gothic Neo"/>
              </a:defRPr>
            </a:lvl4pPr>
            <a:lvl5pPr>
              <a:defRPr sz="2100" b="1">
                <a:solidFill>
                  <a:srgbClr val="235ECB"/>
                </a:solidFill>
                <a:latin typeface="Apple SD Gothic Neo"/>
                <a:ea typeface="Apple SD Gothic Neo"/>
                <a:cs typeface="Apple SD Gothic Neo"/>
              </a:defRPr>
            </a:lvl5pPr>
            <a:lvl6pPr>
              <a:defRPr sz="2100" b="1">
                <a:solidFill>
                  <a:srgbClr val="235ECB"/>
                </a:solidFill>
                <a:latin typeface="Apple SD Gothic Neo"/>
                <a:ea typeface="Apple SD Gothic Neo"/>
                <a:cs typeface="Apple SD Gothic Neo"/>
              </a:defRPr>
            </a:lvl6pPr>
            <a:lvl7pPr>
              <a:defRPr sz="2100" b="1">
                <a:solidFill>
                  <a:srgbClr val="235ECB"/>
                </a:solidFill>
                <a:latin typeface="Apple SD Gothic Neo"/>
                <a:ea typeface="Apple SD Gothic Neo"/>
                <a:cs typeface="Apple SD Gothic Neo"/>
              </a:defRPr>
            </a:lvl7pPr>
            <a:lvl8pPr>
              <a:defRPr sz="2100" b="1">
                <a:solidFill>
                  <a:srgbClr val="235ECB"/>
                </a:solidFill>
                <a:latin typeface="Apple SD Gothic Neo"/>
                <a:ea typeface="Apple SD Gothic Neo"/>
                <a:cs typeface="Apple SD Gothic Neo"/>
              </a:defRPr>
            </a:lvl8pPr>
            <a:lvl9pPr>
              <a:defRPr sz="2100" b="1">
                <a:solidFill>
                  <a:srgbClr val="235ECB"/>
                </a:solidFill>
                <a:latin typeface="Apple SD Gothic Neo"/>
                <a:ea typeface="Apple SD Gothic Neo"/>
                <a:cs typeface="Apple SD Gothic Neo"/>
              </a:defRPr>
            </a:lvl9pPr>
          </a:lstStyle>
          <a:p xmlns:a="http://schemas.openxmlformats.org/drawingml/2006/main">
            <a:pPr>
              <a:defRPr sz="2100" b="1">
                <a:solidFill>
                  <a:srgbClr val="235ECB"/>
                </a:solidFill>
                <a:latin typeface="Apple SD Gothic Neo"/>
                <a:ea typeface="Apple SD Gothic Neo"/>
                <a:cs typeface="Apple SD Gothic Neo"/>
              </a:defRPr>
            </a:pPr>
            <a:r>
              <a:rPr sz="2100" b="1">
                <a:solidFill>
                  <a:srgbClr val="235ECB"/>
                </a:solidFill>
                <a:latin typeface="Apple SD Gothic Neo"/>
                <a:ea typeface="Apple SD Gothic Neo"/>
                <a:cs typeface="Apple SD Gothic Neo"/>
              </a:rPr>
              <a:t>5</a:t>
            </a:r>
          </a:p>
        </p:txBody>
      </p:sp>
      <p:sp>
        <p:nvSpPr>
          <p:cNvPr id="25" name="">
            <a:extLst xmlns:a="http://schemas.openxmlformats.org/drawingml/2006/main">
              <a:ext uri="{FF2B5EF4-FFF2-40B4-BE49-F238E27FC236}">
                <a16:creationId xmlns:a16="http://schemas.microsoft.com/office/drawing/2014/main" id="{78AF7B41-0117-43FA-9C8D-DC962D1ABA4F}"/>
              </a:ext>
            </a:extLst>
          </p:cNvPr>
          <p:cNvSpPr>
            <a:spLocks xmlns:a="http://schemas.openxmlformats.org/drawingml/2006/main" noGrp="1"/>
          </p:cNvSpPr>
          <p:nvPr/>
        </p:nvSpPr>
        <p:spPr>
          <a:xfrm xmlns:a="http://schemas.openxmlformats.org/drawingml/2006/main">
            <a:off x="9658350" y="2800350"/>
            <a:ext cx="1714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172B4D"/>
                </a:solidFill>
                <a:latin typeface="Apple SD Gothic Neo"/>
                <a:ea typeface="Apple SD Gothic Neo"/>
                <a:cs typeface="Apple SD Gothic Neo"/>
              </a:defRPr>
            </a:defPPr>
            <a:lvl1pPr>
              <a:defRPr sz="1875" b="1">
                <a:solidFill>
                  <a:srgbClr val="172B4D"/>
                </a:solidFill>
                <a:latin typeface="Apple SD Gothic Neo"/>
                <a:ea typeface="Apple SD Gothic Neo"/>
                <a:cs typeface="Apple SD Gothic Neo"/>
              </a:defRPr>
            </a:lvl1pPr>
            <a:lvl2pPr>
              <a:defRPr sz="1875" b="1">
                <a:solidFill>
                  <a:srgbClr val="172B4D"/>
                </a:solidFill>
                <a:latin typeface="Apple SD Gothic Neo"/>
                <a:ea typeface="Apple SD Gothic Neo"/>
                <a:cs typeface="Apple SD Gothic Neo"/>
              </a:defRPr>
            </a:lvl2pPr>
            <a:lvl3pPr>
              <a:defRPr sz="1875" b="1">
                <a:solidFill>
                  <a:srgbClr val="172B4D"/>
                </a:solidFill>
                <a:latin typeface="Apple SD Gothic Neo"/>
                <a:ea typeface="Apple SD Gothic Neo"/>
                <a:cs typeface="Apple SD Gothic Neo"/>
              </a:defRPr>
            </a:lvl3pPr>
            <a:lvl4pPr>
              <a:defRPr sz="1875" b="1">
                <a:solidFill>
                  <a:srgbClr val="172B4D"/>
                </a:solidFill>
                <a:latin typeface="Apple SD Gothic Neo"/>
                <a:ea typeface="Apple SD Gothic Neo"/>
                <a:cs typeface="Apple SD Gothic Neo"/>
              </a:defRPr>
            </a:lvl4pPr>
            <a:lvl5pPr>
              <a:defRPr sz="1875" b="1">
                <a:solidFill>
                  <a:srgbClr val="172B4D"/>
                </a:solidFill>
                <a:latin typeface="Apple SD Gothic Neo"/>
                <a:ea typeface="Apple SD Gothic Neo"/>
                <a:cs typeface="Apple SD Gothic Neo"/>
              </a:defRPr>
            </a:lvl5pPr>
            <a:lvl6pPr>
              <a:defRPr sz="1875" b="1">
                <a:solidFill>
                  <a:srgbClr val="172B4D"/>
                </a:solidFill>
                <a:latin typeface="Apple SD Gothic Neo"/>
                <a:ea typeface="Apple SD Gothic Neo"/>
                <a:cs typeface="Apple SD Gothic Neo"/>
              </a:defRPr>
            </a:lvl6pPr>
            <a:lvl7pPr>
              <a:defRPr sz="1875" b="1">
                <a:solidFill>
                  <a:srgbClr val="172B4D"/>
                </a:solidFill>
                <a:latin typeface="Apple SD Gothic Neo"/>
                <a:ea typeface="Apple SD Gothic Neo"/>
                <a:cs typeface="Apple SD Gothic Neo"/>
              </a:defRPr>
            </a:lvl7pPr>
            <a:lvl8pPr>
              <a:defRPr sz="1875" b="1">
                <a:solidFill>
                  <a:srgbClr val="172B4D"/>
                </a:solidFill>
                <a:latin typeface="Apple SD Gothic Neo"/>
                <a:ea typeface="Apple SD Gothic Neo"/>
                <a:cs typeface="Apple SD Gothic Neo"/>
              </a:defRPr>
            </a:lvl8pPr>
            <a:lvl9pPr>
              <a:defRPr sz="1875" b="1">
                <a:solidFill>
                  <a:srgbClr val="172B4D"/>
                </a:solidFill>
                <a:latin typeface="Apple SD Gothic Neo"/>
                <a:ea typeface="Apple SD Gothic Neo"/>
                <a:cs typeface="Apple SD Gothic Neo"/>
              </a:defRPr>
            </a:lvl9pPr>
          </a:lstStyle>
          <a:p xmlns:a="http://schemas.openxmlformats.org/drawingml/2006/main">
            <a:pPr>
              <a:defRPr sz="1875" b="1">
                <a:solidFill>
                  <a:srgbClr val="172B4D"/>
                </a:solidFill>
                <a:latin typeface="Apple SD Gothic Neo"/>
                <a:ea typeface="Apple SD Gothic Neo"/>
                <a:cs typeface="Apple SD Gothic Neo"/>
              </a:defRPr>
            </a:pPr>
            <a:r>
              <a:rPr sz="1875" b="1">
                <a:solidFill>
                  <a:srgbClr val="172B4D"/>
                </a:solidFill>
                <a:latin typeface="Apple SD Gothic Neo"/>
                <a:ea typeface="Apple SD Gothic Neo"/>
                <a:cs typeface="Apple SD Gothic Neo"/>
              </a:rPr>
              <a:t>선택적 Reviewer</a:t>
            </a:r>
          </a:p>
        </p:txBody>
      </p:sp>
      <p:sp>
        <p:nvSpPr>
          <p:cNvPr id="26" name="">
            <a:extLst xmlns:a="http://schemas.openxmlformats.org/drawingml/2006/main">
              <a:ext uri="{FF2B5EF4-FFF2-40B4-BE49-F238E27FC236}">
                <a16:creationId xmlns:a16="http://schemas.microsoft.com/office/drawing/2014/main" id="{2149567B-C431-4CE4-93AA-66E93E03E435}"/>
              </a:ext>
            </a:extLst>
          </p:cNvPr>
          <p:cNvSpPr>
            <a:spLocks xmlns:a="http://schemas.openxmlformats.org/drawingml/2006/main" noGrp="1"/>
          </p:cNvSpPr>
          <p:nvPr/>
        </p:nvSpPr>
        <p:spPr>
          <a:xfrm xmlns:a="http://schemas.openxmlformats.org/drawingml/2006/main">
            <a:off x="9658350" y="3495675"/>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5D6D84"/>
                </a:solidFill>
                <a:latin typeface="Apple SD Gothic Neo"/>
                <a:ea typeface="Apple SD Gothic Neo"/>
                <a:cs typeface="Apple SD Gothic Neo"/>
              </a:defRPr>
            </a:defPPr>
            <a:lvl1pPr>
              <a:defRPr sz="1425" b="0">
                <a:solidFill>
                  <a:srgbClr val="5D6D84"/>
                </a:solidFill>
                <a:latin typeface="Apple SD Gothic Neo"/>
                <a:ea typeface="Apple SD Gothic Neo"/>
                <a:cs typeface="Apple SD Gothic Neo"/>
              </a:defRPr>
            </a:lvl1pPr>
            <a:lvl2pPr>
              <a:defRPr sz="1425" b="0">
                <a:solidFill>
                  <a:srgbClr val="5D6D84"/>
                </a:solidFill>
                <a:latin typeface="Apple SD Gothic Neo"/>
                <a:ea typeface="Apple SD Gothic Neo"/>
                <a:cs typeface="Apple SD Gothic Neo"/>
              </a:defRPr>
            </a:lvl2pPr>
            <a:lvl3pPr>
              <a:defRPr sz="1425" b="0">
                <a:solidFill>
                  <a:srgbClr val="5D6D84"/>
                </a:solidFill>
                <a:latin typeface="Apple SD Gothic Neo"/>
                <a:ea typeface="Apple SD Gothic Neo"/>
                <a:cs typeface="Apple SD Gothic Neo"/>
              </a:defRPr>
            </a:lvl3pPr>
            <a:lvl4pPr>
              <a:defRPr sz="1425" b="0">
                <a:solidFill>
                  <a:srgbClr val="5D6D84"/>
                </a:solidFill>
                <a:latin typeface="Apple SD Gothic Neo"/>
                <a:ea typeface="Apple SD Gothic Neo"/>
                <a:cs typeface="Apple SD Gothic Neo"/>
              </a:defRPr>
            </a:lvl4pPr>
            <a:lvl5pPr>
              <a:defRPr sz="1425" b="0">
                <a:solidFill>
                  <a:srgbClr val="5D6D84"/>
                </a:solidFill>
                <a:latin typeface="Apple SD Gothic Neo"/>
                <a:ea typeface="Apple SD Gothic Neo"/>
                <a:cs typeface="Apple SD Gothic Neo"/>
              </a:defRPr>
            </a:lvl5pPr>
            <a:lvl6pPr>
              <a:defRPr sz="1425" b="0">
                <a:solidFill>
                  <a:srgbClr val="5D6D84"/>
                </a:solidFill>
                <a:latin typeface="Apple SD Gothic Neo"/>
                <a:ea typeface="Apple SD Gothic Neo"/>
                <a:cs typeface="Apple SD Gothic Neo"/>
              </a:defRPr>
            </a:lvl6pPr>
            <a:lvl7pPr>
              <a:defRPr sz="1425" b="0">
                <a:solidFill>
                  <a:srgbClr val="5D6D84"/>
                </a:solidFill>
                <a:latin typeface="Apple SD Gothic Neo"/>
                <a:ea typeface="Apple SD Gothic Neo"/>
                <a:cs typeface="Apple SD Gothic Neo"/>
              </a:defRPr>
            </a:lvl7pPr>
            <a:lvl8pPr>
              <a:defRPr sz="1425" b="0">
                <a:solidFill>
                  <a:srgbClr val="5D6D84"/>
                </a:solidFill>
                <a:latin typeface="Apple SD Gothic Neo"/>
                <a:ea typeface="Apple SD Gothic Neo"/>
                <a:cs typeface="Apple SD Gothic Neo"/>
              </a:defRPr>
            </a:lvl8pPr>
            <a:lvl9pPr>
              <a:defRPr sz="1425" b="0">
                <a:solidFill>
                  <a:srgbClr val="5D6D84"/>
                </a:solidFill>
                <a:latin typeface="Apple SD Gothic Neo"/>
                <a:ea typeface="Apple SD Gothic Neo"/>
                <a:cs typeface="Apple SD Gothic Neo"/>
              </a:defRPr>
            </a:lvl9pPr>
          </a:lstStyle>
          <a:p xmlns:a="http://schemas.openxmlformats.org/drawingml/2006/main">
            <a:pPr>
              <a:defRPr sz="1425" b="0">
                <a:solidFill>
                  <a:srgbClr val="5D6D84"/>
                </a:solidFill>
                <a:latin typeface="Apple SD Gothic Neo"/>
                <a:ea typeface="Apple SD Gothic Neo"/>
                <a:cs typeface="Apple SD Gothic Neo"/>
              </a:defRPr>
            </a:pPr>
            <a:r>
              <a:rPr sz="1425" b="0">
                <a:solidFill>
                  <a:srgbClr val="5D6D84"/>
                </a:solidFill>
                <a:latin typeface="Apple SD Gothic Neo"/>
                <a:ea typeface="Apple SD Gothic Neo"/>
                <a:cs typeface="Apple SD Gothic Neo"/>
              </a:rPr>
              <a:t>복잡한 요청만 검토</a:t>
            </a:r>
          </a:p>
        </p:txBody>
      </p:sp>
      <p:sp>
        <p:nvSpPr>
          <p:cNvPr id="27" name="">
            <a:extLst xmlns:a="http://schemas.openxmlformats.org/drawingml/2006/main">
              <a:ext uri="{FF2B5EF4-FFF2-40B4-BE49-F238E27FC236}">
                <a16:creationId xmlns:a16="http://schemas.microsoft.com/office/drawing/2014/main" id="{0501980E-F275-4F7D-8736-8B36A0E4BDDC}"/>
              </a:ext>
            </a:extLst>
          </p:cNvPr>
          <p:cNvSpPr>
            <a:spLocks xmlns:a="http://schemas.openxmlformats.org/drawingml/2006/main" noGrp="1"/>
          </p:cNvSpPr>
          <p:nvPr/>
        </p:nvSpPr>
        <p:spPr>
          <a:xfrm xmlns:a="http://schemas.openxmlformats.org/drawingml/2006/main">
            <a:off x="609600" y="4714875"/>
            <a:ext cx="10972800" cy="895350"/>
          </a:xfrm>
          <a:prstGeom xmlns:a="http://schemas.openxmlformats.org/drawingml/2006/main" prst="rect">
            <a:avLst/>
          </a:prstGeom>
          <a:solidFill xmlns:a="http://schemas.openxmlformats.org/drawingml/2006/main">
            <a:srgbClr val="E7F3F0"/>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488A5784-64E2-4F4A-A967-6230E2DE177A}"/>
              </a:ext>
            </a:extLst>
          </p:cNvPr>
          <p:cNvSpPr>
            <a:spLocks xmlns:a="http://schemas.openxmlformats.org/drawingml/2006/main" noGrp="1"/>
          </p:cNvSpPr>
          <p:nvPr/>
        </p:nvSpPr>
        <p:spPr>
          <a:xfrm xmlns:a="http://schemas.openxmlformats.org/drawingml/2006/main">
            <a:off x="857250" y="49339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E7267"/>
                </a:solidFill>
                <a:latin typeface="Apple SD Gothic Neo"/>
                <a:ea typeface="Apple SD Gothic Neo"/>
                <a:cs typeface="Apple SD Gothic Neo"/>
              </a:defRPr>
            </a:defPPr>
            <a:lvl1pPr>
              <a:defRPr sz="1875" b="1">
                <a:solidFill>
                  <a:srgbClr val="0E7267"/>
                </a:solidFill>
                <a:latin typeface="Apple SD Gothic Neo"/>
                <a:ea typeface="Apple SD Gothic Neo"/>
                <a:cs typeface="Apple SD Gothic Neo"/>
              </a:defRPr>
            </a:lvl1pPr>
            <a:lvl2pPr>
              <a:defRPr sz="1875" b="1">
                <a:solidFill>
                  <a:srgbClr val="0E7267"/>
                </a:solidFill>
                <a:latin typeface="Apple SD Gothic Neo"/>
                <a:ea typeface="Apple SD Gothic Neo"/>
                <a:cs typeface="Apple SD Gothic Neo"/>
              </a:defRPr>
            </a:lvl2pPr>
            <a:lvl3pPr>
              <a:defRPr sz="1875" b="1">
                <a:solidFill>
                  <a:srgbClr val="0E7267"/>
                </a:solidFill>
                <a:latin typeface="Apple SD Gothic Neo"/>
                <a:ea typeface="Apple SD Gothic Neo"/>
                <a:cs typeface="Apple SD Gothic Neo"/>
              </a:defRPr>
            </a:lvl3pPr>
            <a:lvl4pPr>
              <a:defRPr sz="1875" b="1">
                <a:solidFill>
                  <a:srgbClr val="0E7267"/>
                </a:solidFill>
                <a:latin typeface="Apple SD Gothic Neo"/>
                <a:ea typeface="Apple SD Gothic Neo"/>
                <a:cs typeface="Apple SD Gothic Neo"/>
              </a:defRPr>
            </a:lvl4pPr>
            <a:lvl5pPr>
              <a:defRPr sz="1875" b="1">
                <a:solidFill>
                  <a:srgbClr val="0E7267"/>
                </a:solidFill>
                <a:latin typeface="Apple SD Gothic Neo"/>
                <a:ea typeface="Apple SD Gothic Neo"/>
                <a:cs typeface="Apple SD Gothic Neo"/>
              </a:defRPr>
            </a:lvl5pPr>
            <a:lvl6pPr>
              <a:defRPr sz="1875" b="1">
                <a:solidFill>
                  <a:srgbClr val="0E7267"/>
                </a:solidFill>
                <a:latin typeface="Apple SD Gothic Neo"/>
                <a:ea typeface="Apple SD Gothic Neo"/>
                <a:cs typeface="Apple SD Gothic Neo"/>
              </a:defRPr>
            </a:lvl6pPr>
            <a:lvl7pPr>
              <a:defRPr sz="1875" b="1">
                <a:solidFill>
                  <a:srgbClr val="0E7267"/>
                </a:solidFill>
                <a:latin typeface="Apple SD Gothic Neo"/>
                <a:ea typeface="Apple SD Gothic Neo"/>
                <a:cs typeface="Apple SD Gothic Neo"/>
              </a:defRPr>
            </a:lvl7pPr>
            <a:lvl8pPr>
              <a:defRPr sz="1875" b="1">
                <a:solidFill>
                  <a:srgbClr val="0E7267"/>
                </a:solidFill>
                <a:latin typeface="Apple SD Gothic Neo"/>
                <a:ea typeface="Apple SD Gothic Neo"/>
                <a:cs typeface="Apple SD Gothic Neo"/>
              </a:defRPr>
            </a:lvl8pPr>
            <a:lvl9pPr>
              <a:defRPr sz="1875" b="1">
                <a:solidFill>
                  <a:srgbClr val="0E7267"/>
                </a:solidFill>
                <a:latin typeface="Apple SD Gothic Neo"/>
                <a:ea typeface="Apple SD Gothic Neo"/>
                <a:cs typeface="Apple SD Gothic Neo"/>
              </a:defRPr>
            </a:lvl9pPr>
          </a:lstStyle>
          <a:p xmlns:a="http://schemas.openxmlformats.org/drawingml/2006/main">
            <a:pPr>
              <a:defRPr sz="1875" b="1">
                <a:solidFill>
                  <a:srgbClr val="0E7267"/>
                </a:solidFill>
                <a:latin typeface="Apple SD Gothic Neo"/>
                <a:ea typeface="Apple SD Gothic Neo"/>
                <a:cs typeface="Apple SD Gothic Neo"/>
              </a:defRPr>
            </a:pPr>
            <a:r>
              <a:rPr sz="1875" b="1">
                <a:solidFill>
                  <a:srgbClr val="0E7267"/>
                </a:solidFill>
                <a:latin typeface="Apple SD Gothic Neo"/>
                <a:ea typeface="Apple SD Gothic Neo"/>
                <a:cs typeface="Apple SD Gothic Neo"/>
              </a:rPr>
              <a:t>유지한 기반: FastAPI lifespan, MCP, DI, SQLite 세션, LangGraph</a:t>
            </a:r>
          </a:p>
        </p:txBody>
      </p:sp>
    </p:spTree>
    <p:extLst>
      <p:ext uri="{BB962C8B-B14F-4D97-AF65-F5344CB8AC3E}">
        <p14:creationId xmlns:p14="http://schemas.microsoft.com/office/powerpoint/2010/main" val="208605483"/>
      </p:ext>
    </p:extLst>
  </p:cSld>
</p:sld>
</file>

<file path=ppt/slides/slide4.xml><?xml version="1.0" encoding="utf-8"?>
<p:sld xmlns:p="http://schemas.openxmlformats.org/presentationml/2006/main">
  <p:cSld>
    <p:bg>
      <p:bgPr>
        <a:solidFill xmlns:a="http://schemas.openxmlformats.org/drawingml/2006/main">
          <a:srgbClr val="F4F6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BB7CE3B-3667-4AAB-B9B4-C09C73C1CC8A}"/>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48AF8EA-525B-4B2A-AFAD-EBF53DCBFBCF}"/>
              </a:ext>
            </a:extLst>
          </p:cNvPr>
          <p:cNvSpPr>
            <a:spLocks xmlns:a="http://schemas.openxmlformats.org/drawingml/2006/main" noGrp="1"/>
          </p:cNvSpPr>
          <p:nvPr/>
        </p:nvSpPr>
        <p:spPr>
          <a:xfrm xmlns:a="http://schemas.openxmlformats.org/drawingml/2006/main">
            <a:off x="609600" y="381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1">
                <a:solidFill>
                  <a:srgbClr val="235ECB"/>
                </a:solidFill>
                <a:latin typeface="Apple SD Gothic Neo"/>
                <a:ea typeface="Apple SD Gothic Neo"/>
                <a:cs typeface="Apple SD Gothic Neo"/>
              </a:defRPr>
            </a:defPPr>
            <a:lvl1pPr>
              <a:defRPr sz="1275" b="1">
                <a:solidFill>
                  <a:srgbClr val="235ECB"/>
                </a:solidFill>
                <a:latin typeface="Apple SD Gothic Neo"/>
                <a:ea typeface="Apple SD Gothic Neo"/>
                <a:cs typeface="Apple SD Gothic Neo"/>
              </a:defRPr>
            </a:lvl1pPr>
            <a:lvl2pPr>
              <a:defRPr sz="1275" b="1">
                <a:solidFill>
                  <a:srgbClr val="235ECB"/>
                </a:solidFill>
                <a:latin typeface="Apple SD Gothic Neo"/>
                <a:ea typeface="Apple SD Gothic Neo"/>
                <a:cs typeface="Apple SD Gothic Neo"/>
              </a:defRPr>
            </a:lvl2pPr>
            <a:lvl3pPr>
              <a:defRPr sz="1275" b="1">
                <a:solidFill>
                  <a:srgbClr val="235ECB"/>
                </a:solidFill>
                <a:latin typeface="Apple SD Gothic Neo"/>
                <a:ea typeface="Apple SD Gothic Neo"/>
                <a:cs typeface="Apple SD Gothic Neo"/>
              </a:defRPr>
            </a:lvl3pPr>
            <a:lvl4pPr>
              <a:defRPr sz="1275" b="1">
                <a:solidFill>
                  <a:srgbClr val="235ECB"/>
                </a:solidFill>
                <a:latin typeface="Apple SD Gothic Neo"/>
                <a:ea typeface="Apple SD Gothic Neo"/>
                <a:cs typeface="Apple SD Gothic Neo"/>
              </a:defRPr>
            </a:lvl4pPr>
            <a:lvl5pPr>
              <a:defRPr sz="1275" b="1">
                <a:solidFill>
                  <a:srgbClr val="235ECB"/>
                </a:solidFill>
                <a:latin typeface="Apple SD Gothic Neo"/>
                <a:ea typeface="Apple SD Gothic Neo"/>
                <a:cs typeface="Apple SD Gothic Neo"/>
              </a:defRPr>
            </a:lvl5pPr>
            <a:lvl6pPr>
              <a:defRPr sz="1275" b="1">
                <a:solidFill>
                  <a:srgbClr val="235ECB"/>
                </a:solidFill>
                <a:latin typeface="Apple SD Gothic Neo"/>
                <a:ea typeface="Apple SD Gothic Neo"/>
                <a:cs typeface="Apple SD Gothic Neo"/>
              </a:defRPr>
            </a:lvl6pPr>
            <a:lvl7pPr>
              <a:defRPr sz="1275" b="1">
                <a:solidFill>
                  <a:srgbClr val="235ECB"/>
                </a:solidFill>
                <a:latin typeface="Apple SD Gothic Neo"/>
                <a:ea typeface="Apple SD Gothic Neo"/>
                <a:cs typeface="Apple SD Gothic Neo"/>
              </a:defRPr>
            </a:lvl7pPr>
            <a:lvl8pPr>
              <a:defRPr sz="1275" b="1">
                <a:solidFill>
                  <a:srgbClr val="235ECB"/>
                </a:solidFill>
                <a:latin typeface="Apple SD Gothic Neo"/>
                <a:ea typeface="Apple SD Gothic Neo"/>
                <a:cs typeface="Apple SD Gothic Neo"/>
              </a:defRPr>
            </a:lvl8pPr>
            <a:lvl9pPr>
              <a:defRPr sz="1275" b="1">
                <a:solidFill>
                  <a:srgbClr val="235ECB"/>
                </a:solidFill>
                <a:latin typeface="Apple SD Gothic Neo"/>
                <a:ea typeface="Apple SD Gothic Neo"/>
                <a:cs typeface="Apple SD Gothic Neo"/>
              </a:defRPr>
            </a:lvl9pPr>
          </a:lstStyle>
          <a:p xmlns:a="http://schemas.openxmlformats.org/drawingml/2006/main">
            <a:pPr>
              <a:defRPr sz="1275" b="1">
                <a:solidFill>
                  <a:srgbClr val="235ECB"/>
                </a:solidFill>
                <a:latin typeface="Apple SD Gothic Neo"/>
                <a:ea typeface="Apple SD Gothic Neo"/>
                <a:cs typeface="Apple SD Gothic Neo"/>
              </a:defRPr>
            </a:pPr>
            <a:r>
              <a:rPr sz="1275" b="1">
                <a:solidFill>
                  <a:srgbClr val="235ECB"/>
                </a:solidFill>
                <a:latin typeface="Apple SD Gothic Neo"/>
                <a:ea typeface="Apple SD Gothic Neo"/>
                <a:cs typeface="Apple SD Gothic Neo"/>
              </a:rPr>
              <a:t>3. 핵심 코드 / 검색</a:t>
            </a:r>
          </a:p>
        </p:txBody>
      </p:sp>
      <p:sp>
        <p:nvSpPr>
          <p:cNvPr id="3" name="">
            <a:extLst xmlns:a="http://schemas.openxmlformats.org/drawingml/2006/main">
              <a:ext uri="{FF2B5EF4-FFF2-40B4-BE49-F238E27FC236}">
                <a16:creationId xmlns:a16="http://schemas.microsoft.com/office/drawing/2014/main" id="{64E5B0A4-0A2C-4AA8-A6FE-AA5209856924}"/>
              </a:ext>
            </a:extLst>
          </p:cNvPr>
          <p:cNvSpPr>
            <a:spLocks xmlns:a="http://schemas.openxmlformats.org/drawingml/2006/main" noGrp="1"/>
          </p:cNvSpPr>
          <p:nvPr/>
        </p:nvSpPr>
        <p:spPr>
          <a:xfrm xmlns:a="http://schemas.openxmlformats.org/drawingml/2006/main">
            <a:off x="60960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2B4D"/>
                </a:solidFill>
                <a:latin typeface="Apple SD Gothic Neo"/>
                <a:ea typeface="Apple SD Gothic Neo"/>
                <a:cs typeface="Apple SD Gothic Neo"/>
              </a:defRPr>
            </a:defPPr>
            <a:lvl1pPr>
              <a:defRPr sz="2850" b="1">
                <a:solidFill>
                  <a:srgbClr val="172B4D"/>
                </a:solidFill>
                <a:latin typeface="Apple SD Gothic Neo"/>
                <a:ea typeface="Apple SD Gothic Neo"/>
                <a:cs typeface="Apple SD Gothic Neo"/>
              </a:defRPr>
            </a:lvl1pPr>
            <a:lvl2pPr>
              <a:defRPr sz="2850" b="1">
                <a:solidFill>
                  <a:srgbClr val="172B4D"/>
                </a:solidFill>
                <a:latin typeface="Apple SD Gothic Neo"/>
                <a:ea typeface="Apple SD Gothic Neo"/>
                <a:cs typeface="Apple SD Gothic Neo"/>
              </a:defRPr>
            </a:lvl2pPr>
            <a:lvl3pPr>
              <a:defRPr sz="2850" b="1">
                <a:solidFill>
                  <a:srgbClr val="172B4D"/>
                </a:solidFill>
                <a:latin typeface="Apple SD Gothic Neo"/>
                <a:ea typeface="Apple SD Gothic Neo"/>
                <a:cs typeface="Apple SD Gothic Neo"/>
              </a:defRPr>
            </a:lvl3pPr>
            <a:lvl4pPr>
              <a:defRPr sz="2850" b="1">
                <a:solidFill>
                  <a:srgbClr val="172B4D"/>
                </a:solidFill>
                <a:latin typeface="Apple SD Gothic Neo"/>
                <a:ea typeface="Apple SD Gothic Neo"/>
                <a:cs typeface="Apple SD Gothic Neo"/>
              </a:defRPr>
            </a:lvl4pPr>
            <a:lvl5pPr>
              <a:defRPr sz="2850" b="1">
                <a:solidFill>
                  <a:srgbClr val="172B4D"/>
                </a:solidFill>
                <a:latin typeface="Apple SD Gothic Neo"/>
                <a:ea typeface="Apple SD Gothic Neo"/>
                <a:cs typeface="Apple SD Gothic Neo"/>
              </a:defRPr>
            </a:lvl5pPr>
            <a:lvl6pPr>
              <a:defRPr sz="2850" b="1">
                <a:solidFill>
                  <a:srgbClr val="172B4D"/>
                </a:solidFill>
                <a:latin typeface="Apple SD Gothic Neo"/>
                <a:ea typeface="Apple SD Gothic Neo"/>
                <a:cs typeface="Apple SD Gothic Neo"/>
              </a:defRPr>
            </a:lvl6pPr>
            <a:lvl7pPr>
              <a:defRPr sz="2850" b="1">
                <a:solidFill>
                  <a:srgbClr val="172B4D"/>
                </a:solidFill>
                <a:latin typeface="Apple SD Gothic Neo"/>
                <a:ea typeface="Apple SD Gothic Neo"/>
                <a:cs typeface="Apple SD Gothic Neo"/>
              </a:defRPr>
            </a:lvl7pPr>
            <a:lvl8pPr>
              <a:defRPr sz="2850" b="1">
                <a:solidFill>
                  <a:srgbClr val="172B4D"/>
                </a:solidFill>
                <a:latin typeface="Apple SD Gothic Neo"/>
                <a:ea typeface="Apple SD Gothic Neo"/>
                <a:cs typeface="Apple SD Gothic Neo"/>
              </a:defRPr>
            </a:lvl8pPr>
            <a:lvl9pPr>
              <a:defRPr sz="2850" b="1">
                <a:solidFill>
                  <a:srgbClr val="172B4D"/>
                </a:solidFill>
                <a:latin typeface="Apple SD Gothic Neo"/>
                <a:ea typeface="Apple SD Gothic Neo"/>
                <a:cs typeface="Apple SD Gothic Neo"/>
              </a:defRPr>
            </a:lvl9pPr>
          </a:lstStyle>
          <a:p xmlns:a="http://schemas.openxmlformats.org/drawingml/2006/main">
            <a:pPr>
              <a:defRPr sz="2850" b="1">
                <a:solidFill>
                  <a:srgbClr val="172B4D"/>
                </a:solidFill>
                <a:latin typeface="Apple SD Gothic Neo"/>
                <a:ea typeface="Apple SD Gothic Neo"/>
                <a:cs typeface="Apple SD Gothic Neo"/>
              </a:defRPr>
            </a:pPr>
            <a:r>
              <a:rPr sz="2850" b="1">
                <a:solidFill>
                  <a:srgbClr val="172B4D"/>
                </a:solidFill>
                <a:latin typeface="Apple SD Gothic Neo"/>
                <a:ea typeface="Apple SD Gothic Neo"/>
                <a:cs typeface="Apple SD Gothic Neo"/>
              </a:rPr>
              <a:t>관련된 런북을 두 개에서 자르지 않습니다</a:t>
            </a:r>
          </a:p>
        </p:txBody>
      </p:sp>
      <p:sp>
        <p:nvSpPr>
          <p:cNvPr id="4" name="">
            <a:extLst xmlns:a="http://schemas.openxmlformats.org/drawingml/2006/main">
              <a:ext uri="{FF2B5EF4-FFF2-40B4-BE49-F238E27FC236}">
                <a16:creationId xmlns:a16="http://schemas.microsoft.com/office/drawing/2014/main" id="{9391EF69-79A2-4378-943C-8A9F344A78CC}"/>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7E0E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4EDFD10-043E-41B5-841C-96F15B96C611}"/>
              </a:ext>
            </a:extLst>
          </p:cNvPr>
          <p:cNvSpPr>
            <a:spLocks xmlns:a="http://schemas.openxmlformats.org/drawingml/2006/main" noGrp="1"/>
          </p:cNvSpPr>
          <p:nvPr/>
        </p:nvSpPr>
        <p:spPr>
          <a:xfrm xmlns:a="http://schemas.openxmlformats.org/drawingml/2006/main">
            <a:off x="609600" y="6343650"/>
            <a:ext cx="1028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5D6D84"/>
                </a:solidFill>
                <a:latin typeface="Apple SD Gothic Neo"/>
                <a:ea typeface="Apple SD Gothic Neo"/>
                <a:cs typeface="Apple SD Gothic Neo"/>
              </a:defRPr>
            </a:defPPr>
            <a:lvl1pPr>
              <a:defRPr sz="975" b="0">
                <a:solidFill>
                  <a:srgbClr val="5D6D84"/>
                </a:solidFill>
                <a:latin typeface="Apple SD Gothic Neo"/>
                <a:ea typeface="Apple SD Gothic Neo"/>
                <a:cs typeface="Apple SD Gothic Neo"/>
              </a:defRPr>
            </a:lvl1pPr>
            <a:lvl2pPr>
              <a:defRPr sz="975" b="0">
                <a:solidFill>
                  <a:srgbClr val="5D6D84"/>
                </a:solidFill>
                <a:latin typeface="Apple SD Gothic Neo"/>
                <a:ea typeface="Apple SD Gothic Neo"/>
                <a:cs typeface="Apple SD Gothic Neo"/>
              </a:defRPr>
            </a:lvl2pPr>
            <a:lvl3pPr>
              <a:defRPr sz="975" b="0">
                <a:solidFill>
                  <a:srgbClr val="5D6D84"/>
                </a:solidFill>
                <a:latin typeface="Apple SD Gothic Neo"/>
                <a:ea typeface="Apple SD Gothic Neo"/>
                <a:cs typeface="Apple SD Gothic Neo"/>
              </a:defRPr>
            </a:lvl3pPr>
            <a:lvl4pPr>
              <a:defRPr sz="975" b="0">
                <a:solidFill>
                  <a:srgbClr val="5D6D84"/>
                </a:solidFill>
                <a:latin typeface="Apple SD Gothic Neo"/>
                <a:ea typeface="Apple SD Gothic Neo"/>
                <a:cs typeface="Apple SD Gothic Neo"/>
              </a:defRPr>
            </a:lvl4pPr>
            <a:lvl5pPr>
              <a:defRPr sz="975" b="0">
                <a:solidFill>
                  <a:srgbClr val="5D6D84"/>
                </a:solidFill>
                <a:latin typeface="Apple SD Gothic Neo"/>
                <a:ea typeface="Apple SD Gothic Neo"/>
                <a:cs typeface="Apple SD Gothic Neo"/>
              </a:defRPr>
            </a:lvl5pPr>
            <a:lvl6pPr>
              <a:defRPr sz="975" b="0">
                <a:solidFill>
                  <a:srgbClr val="5D6D84"/>
                </a:solidFill>
                <a:latin typeface="Apple SD Gothic Neo"/>
                <a:ea typeface="Apple SD Gothic Neo"/>
                <a:cs typeface="Apple SD Gothic Neo"/>
              </a:defRPr>
            </a:lvl6pPr>
            <a:lvl7pPr>
              <a:defRPr sz="975" b="0">
                <a:solidFill>
                  <a:srgbClr val="5D6D84"/>
                </a:solidFill>
                <a:latin typeface="Apple SD Gothic Neo"/>
                <a:ea typeface="Apple SD Gothic Neo"/>
                <a:cs typeface="Apple SD Gothic Neo"/>
              </a:defRPr>
            </a:lvl7pPr>
            <a:lvl8pPr>
              <a:defRPr sz="975" b="0">
                <a:solidFill>
                  <a:srgbClr val="5D6D84"/>
                </a:solidFill>
                <a:latin typeface="Apple SD Gothic Neo"/>
                <a:ea typeface="Apple SD Gothic Neo"/>
                <a:cs typeface="Apple SD Gothic Neo"/>
              </a:defRPr>
            </a:lvl8pPr>
            <a:lvl9pPr>
              <a:defRPr sz="975" b="0">
                <a:solidFill>
                  <a:srgbClr val="5D6D84"/>
                </a:solidFill>
                <a:latin typeface="Apple SD Gothic Neo"/>
                <a:ea typeface="Apple SD Gothic Neo"/>
                <a:cs typeface="Apple SD Gothic Neo"/>
              </a:defRPr>
            </a:lvl9pPr>
          </a:lstStyle>
          <a:p xmlns:a="http://schemas.openxmlformats.org/drawingml/2006/main">
            <a:pPr>
              <a:defRPr sz="975" b="0">
                <a:solidFill>
                  <a:srgbClr val="5D6D84"/>
                </a:solidFill>
                <a:latin typeface="Apple SD Gothic Neo"/>
                <a:ea typeface="Apple SD Gothic Neo"/>
                <a:cs typeface="Apple SD Gothic Neo"/>
              </a:defRPr>
            </a:pPr>
            <a:r>
              <a:rPr sz="975" b="0">
                <a:solidFill>
                  <a:srgbClr val="5D6D84"/>
                </a:solidFill>
                <a:latin typeface="Apple SD Gothic Neo"/>
                <a:ea typeface="Apple SD Gothic Neo"/>
                <a:cs typeface="Apple SD Gothic Neo"/>
              </a:rPr>
              <a:t>근거: RunbookRetriever.search(), relevance.py, retrieve_runbooks_node()</a:t>
            </a:r>
          </a:p>
        </p:txBody>
      </p:sp>
      <p:sp>
        <p:nvSpPr>
          <p:cNvPr id="6" name="">
            <a:extLst xmlns:a="http://schemas.openxmlformats.org/drawingml/2006/main">
              <a:ext uri="{FF2B5EF4-FFF2-40B4-BE49-F238E27FC236}">
                <a16:creationId xmlns:a16="http://schemas.microsoft.com/office/drawing/2014/main" id="{F4A6B111-B2A3-451C-B7CC-C6BDCB64A1EE}"/>
              </a:ext>
            </a:extLst>
          </p:cNvPr>
          <p:cNvSpPr>
            <a:spLocks xmlns:a="http://schemas.openxmlformats.org/drawingml/2006/main" noGrp="1"/>
          </p:cNvSpPr>
          <p:nvPr/>
        </p:nvSpPr>
        <p:spPr>
          <a:xfrm xmlns:a="http://schemas.openxmlformats.org/drawingml/2006/main">
            <a:off x="11049000" y="6334125"/>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5D6D84"/>
                </a:solidFill>
                <a:latin typeface="Apple SD Gothic Neo"/>
                <a:ea typeface="Apple SD Gothic Neo"/>
                <a:cs typeface="Apple SD Gothic Neo"/>
              </a:defRPr>
            </a:defPPr>
            <a:lvl1pPr>
              <a:defRPr sz="1125" b="1">
                <a:solidFill>
                  <a:srgbClr val="5D6D84"/>
                </a:solidFill>
                <a:latin typeface="Apple SD Gothic Neo"/>
                <a:ea typeface="Apple SD Gothic Neo"/>
                <a:cs typeface="Apple SD Gothic Neo"/>
              </a:defRPr>
            </a:lvl1pPr>
            <a:lvl2pPr>
              <a:defRPr sz="1125" b="1">
                <a:solidFill>
                  <a:srgbClr val="5D6D84"/>
                </a:solidFill>
                <a:latin typeface="Apple SD Gothic Neo"/>
                <a:ea typeface="Apple SD Gothic Neo"/>
                <a:cs typeface="Apple SD Gothic Neo"/>
              </a:defRPr>
            </a:lvl2pPr>
            <a:lvl3pPr>
              <a:defRPr sz="1125" b="1">
                <a:solidFill>
                  <a:srgbClr val="5D6D84"/>
                </a:solidFill>
                <a:latin typeface="Apple SD Gothic Neo"/>
                <a:ea typeface="Apple SD Gothic Neo"/>
                <a:cs typeface="Apple SD Gothic Neo"/>
              </a:defRPr>
            </a:lvl3pPr>
            <a:lvl4pPr>
              <a:defRPr sz="1125" b="1">
                <a:solidFill>
                  <a:srgbClr val="5D6D84"/>
                </a:solidFill>
                <a:latin typeface="Apple SD Gothic Neo"/>
                <a:ea typeface="Apple SD Gothic Neo"/>
                <a:cs typeface="Apple SD Gothic Neo"/>
              </a:defRPr>
            </a:lvl4pPr>
            <a:lvl5pPr>
              <a:defRPr sz="1125" b="1">
                <a:solidFill>
                  <a:srgbClr val="5D6D84"/>
                </a:solidFill>
                <a:latin typeface="Apple SD Gothic Neo"/>
                <a:ea typeface="Apple SD Gothic Neo"/>
                <a:cs typeface="Apple SD Gothic Neo"/>
              </a:defRPr>
            </a:lvl5pPr>
            <a:lvl6pPr>
              <a:defRPr sz="1125" b="1">
                <a:solidFill>
                  <a:srgbClr val="5D6D84"/>
                </a:solidFill>
                <a:latin typeface="Apple SD Gothic Neo"/>
                <a:ea typeface="Apple SD Gothic Neo"/>
                <a:cs typeface="Apple SD Gothic Neo"/>
              </a:defRPr>
            </a:lvl6pPr>
            <a:lvl7pPr>
              <a:defRPr sz="1125" b="1">
                <a:solidFill>
                  <a:srgbClr val="5D6D84"/>
                </a:solidFill>
                <a:latin typeface="Apple SD Gothic Neo"/>
                <a:ea typeface="Apple SD Gothic Neo"/>
                <a:cs typeface="Apple SD Gothic Neo"/>
              </a:defRPr>
            </a:lvl7pPr>
            <a:lvl8pPr>
              <a:defRPr sz="1125" b="1">
                <a:solidFill>
                  <a:srgbClr val="5D6D84"/>
                </a:solidFill>
                <a:latin typeface="Apple SD Gothic Neo"/>
                <a:ea typeface="Apple SD Gothic Neo"/>
                <a:cs typeface="Apple SD Gothic Neo"/>
              </a:defRPr>
            </a:lvl8pPr>
            <a:lvl9pPr>
              <a:defRPr sz="1125" b="1">
                <a:solidFill>
                  <a:srgbClr val="5D6D84"/>
                </a:solidFill>
                <a:latin typeface="Apple SD Gothic Neo"/>
                <a:ea typeface="Apple SD Gothic Neo"/>
                <a:cs typeface="Apple SD Gothic Neo"/>
              </a:defRPr>
            </a:lvl9pPr>
          </a:lstStyle>
          <a:p xmlns:a="http://schemas.openxmlformats.org/drawingml/2006/main">
            <a:pPr>
              <a:defRPr sz="1125" b="1">
                <a:solidFill>
                  <a:srgbClr val="5D6D84"/>
                </a:solidFill>
                <a:latin typeface="Apple SD Gothic Neo"/>
                <a:ea typeface="Apple SD Gothic Neo"/>
                <a:cs typeface="Apple SD Gothic Neo"/>
              </a:defRPr>
            </a:pPr>
            <a:r>
              <a:rPr sz="1125" b="1">
                <a:solidFill>
                  <a:srgbClr val="5D6D84"/>
                </a:solidFill>
                <a:latin typeface="Apple SD Gothic Neo"/>
                <a:ea typeface="Apple SD Gothic Neo"/>
                <a:cs typeface="Apple SD Gothic Neo"/>
              </a:rPr>
              <a:t>04</a:t>
            </a:r>
          </a:p>
        </p:txBody>
      </p:sp>
      <p:sp>
        <p:nvSpPr>
          <p:cNvPr id="7" name="">
            <a:extLst xmlns:a="http://schemas.openxmlformats.org/drawingml/2006/main">
              <a:ext uri="{FF2B5EF4-FFF2-40B4-BE49-F238E27FC236}">
                <a16:creationId xmlns:a16="http://schemas.microsoft.com/office/drawing/2014/main" id="{F289D14C-D003-49E0-A932-30EAF905F690}"/>
              </a:ext>
            </a:extLst>
          </p:cNvPr>
          <p:cNvSpPr>
            <a:spLocks xmlns:a="http://schemas.openxmlformats.org/drawingml/2006/main" noGrp="1"/>
          </p:cNvSpPr>
          <p:nvPr/>
        </p:nvSpPr>
        <p:spPr>
          <a:xfrm xmlns:a="http://schemas.openxmlformats.org/drawingml/2006/main">
            <a:off x="609600" y="1952625"/>
            <a:ext cx="5286375" cy="31623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EEBE5BE-BE86-49B5-BE3B-7CBE7C8AF06B}"/>
              </a:ext>
            </a:extLst>
          </p:cNvPr>
          <p:cNvSpPr>
            <a:spLocks xmlns:a="http://schemas.openxmlformats.org/drawingml/2006/main" noGrp="1"/>
          </p:cNvSpPr>
          <p:nvPr/>
        </p:nvSpPr>
        <p:spPr>
          <a:xfrm xmlns:a="http://schemas.openxmlformats.org/drawingml/2006/main">
            <a:off x="857250" y="218122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5D6D84"/>
                </a:solidFill>
                <a:latin typeface="Apple SD Gothic Neo"/>
                <a:ea typeface="Apple SD Gothic Neo"/>
                <a:cs typeface="Apple SD Gothic Neo"/>
              </a:defRPr>
            </a:defPPr>
            <a:lvl1pPr>
              <a:defRPr sz="1950" b="1">
                <a:solidFill>
                  <a:srgbClr val="5D6D84"/>
                </a:solidFill>
                <a:latin typeface="Apple SD Gothic Neo"/>
                <a:ea typeface="Apple SD Gothic Neo"/>
                <a:cs typeface="Apple SD Gothic Neo"/>
              </a:defRPr>
            </a:lvl1pPr>
            <a:lvl2pPr>
              <a:defRPr sz="1950" b="1">
                <a:solidFill>
                  <a:srgbClr val="5D6D84"/>
                </a:solidFill>
                <a:latin typeface="Apple SD Gothic Neo"/>
                <a:ea typeface="Apple SD Gothic Neo"/>
                <a:cs typeface="Apple SD Gothic Neo"/>
              </a:defRPr>
            </a:lvl2pPr>
            <a:lvl3pPr>
              <a:defRPr sz="1950" b="1">
                <a:solidFill>
                  <a:srgbClr val="5D6D84"/>
                </a:solidFill>
                <a:latin typeface="Apple SD Gothic Neo"/>
                <a:ea typeface="Apple SD Gothic Neo"/>
                <a:cs typeface="Apple SD Gothic Neo"/>
              </a:defRPr>
            </a:lvl3pPr>
            <a:lvl4pPr>
              <a:defRPr sz="1950" b="1">
                <a:solidFill>
                  <a:srgbClr val="5D6D84"/>
                </a:solidFill>
                <a:latin typeface="Apple SD Gothic Neo"/>
                <a:ea typeface="Apple SD Gothic Neo"/>
                <a:cs typeface="Apple SD Gothic Neo"/>
              </a:defRPr>
            </a:lvl4pPr>
            <a:lvl5pPr>
              <a:defRPr sz="1950" b="1">
                <a:solidFill>
                  <a:srgbClr val="5D6D84"/>
                </a:solidFill>
                <a:latin typeface="Apple SD Gothic Neo"/>
                <a:ea typeface="Apple SD Gothic Neo"/>
                <a:cs typeface="Apple SD Gothic Neo"/>
              </a:defRPr>
            </a:lvl5pPr>
            <a:lvl6pPr>
              <a:defRPr sz="1950" b="1">
                <a:solidFill>
                  <a:srgbClr val="5D6D84"/>
                </a:solidFill>
                <a:latin typeface="Apple SD Gothic Neo"/>
                <a:ea typeface="Apple SD Gothic Neo"/>
                <a:cs typeface="Apple SD Gothic Neo"/>
              </a:defRPr>
            </a:lvl6pPr>
            <a:lvl7pPr>
              <a:defRPr sz="1950" b="1">
                <a:solidFill>
                  <a:srgbClr val="5D6D84"/>
                </a:solidFill>
                <a:latin typeface="Apple SD Gothic Neo"/>
                <a:ea typeface="Apple SD Gothic Neo"/>
                <a:cs typeface="Apple SD Gothic Neo"/>
              </a:defRPr>
            </a:lvl7pPr>
            <a:lvl8pPr>
              <a:defRPr sz="1950" b="1">
                <a:solidFill>
                  <a:srgbClr val="5D6D84"/>
                </a:solidFill>
                <a:latin typeface="Apple SD Gothic Neo"/>
                <a:ea typeface="Apple SD Gothic Neo"/>
                <a:cs typeface="Apple SD Gothic Neo"/>
              </a:defRPr>
            </a:lvl8pPr>
            <a:lvl9pPr>
              <a:defRPr sz="1950" b="1">
                <a:solidFill>
                  <a:srgbClr val="5D6D84"/>
                </a:solidFill>
                <a:latin typeface="Apple SD Gothic Neo"/>
                <a:ea typeface="Apple SD Gothic Neo"/>
                <a:cs typeface="Apple SD Gothic Neo"/>
              </a:defRPr>
            </a:lvl9pPr>
          </a:lstStyle>
          <a:p xmlns:a="http://schemas.openxmlformats.org/drawingml/2006/main">
            <a:pPr>
              <a:defRPr sz="1950" b="1">
                <a:solidFill>
                  <a:srgbClr val="5D6D84"/>
                </a:solidFill>
                <a:latin typeface="Apple SD Gothic Neo"/>
                <a:ea typeface="Apple SD Gothic Neo"/>
                <a:cs typeface="Apple SD Gothic Neo"/>
              </a:defRPr>
            </a:pPr>
            <a:r>
              <a:rPr sz="1950" b="1">
                <a:solidFill>
                  <a:srgbClr val="5D6D84"/>
                </a:solidFill>
                <a:latin typeface="Apple SD Gothic Neo"/>
                <a:ea typeface="Apple SD Gothic Neo"/>
                <a:cs typeface="Apple SD Gothic Neo"/>
              </a:rPr>
              <a:t>직전 버전</a:t>
            </a:r>
          </a:p>
        </p:txBody>
      </p:sp>
      <p:sp>
        <p:nvSpPr>
          <p:cNvPr id="9" name="">
            <a:extLst xmlns:a="http://schemas.openxmlformats.org/drawingml/2006/main">
              <a:ext uri="{FF2B5EF4-FFF2-40B4-BE49-F238E27FC236}">
                <a16:creationId xmlns:a16="http://schemas.microsoft.com/office/drawing/2014/main" id="{7D54BD24-901B-46DE-BBB4-F6839DE08CAD}"/>
              </a:ext>
            </a:extLst>
          </p:cNvPr>
          <p:cNvSpPr>
            <a:spLocks xmlns:a="http://schemas.openxmlformats.org/drawingml/2006/main" noGrp="1"/>
          </p:cNvSpPr>
          <p:nvPr/>
        </p:nvSpPr>
        <p:spPr>
          <a:xfrm xmlns:a="http://schemas.openxmlformats.org/drawingml/2006/main">
            <a:off x="857250" y="28384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75" b="1">
                <a:solidFill>
                  <a:srgbClr val="172B4D"/>
                </a:solidFill>
                <a:latin typeface="Apple SD Gothic Neo"/>
                <a:ea typeface="Apple SD Gothic Neo"/>
                <a:cs typeface="Apple SD Gothic Neo"/>
              </a:defRPr>
            </a:defPPr>
            <a:lvl1pPr>
              <a:defRPr sz="2475" b="1">
                <a:solidFill>
                  <a:srgbClr val="172B4D"/>
                </a:solidFill>
                <a:latin typeface="Apple SD Gothic Neo"/>
                <a:ea typeface="Apple SD Gothic Neo"/>
                <a:cs typeface="Apple SD Gothic Neo"/>
              </a:defRPr>
            </a:lvl1pPr>
            <a:lvl2pPr>
              <a:defRPr sz="2475" b="1">
                <a:solidFill>
                  <a:srgbClr val="172B4D"/>
                </a:solidFill>
                <a:latin typeface="Apple SD Gothic Neo"/>
                <a:ea typeface="Apple SD Gothic Neo"/>
                <a:cs typeface="Apple SD Gothic Neo"/>
              </a:defRPr>
            </a:lvl2pPr>
            <a:lvl3pPr>
              <a:defRPr sz="2475" b="1">
                <a:solidFill>
                  <a:srgbClr val="172B4D"/>
                </a:solidFill>
                <a:latin typeface="Apple SD Gothic Neo"/>
                <a:ea typeface="Apple SD Gothic Neo"/>
                <a:cs typeface="Apple SD Gothic Neo"/>
              </a:defRPr>
            </a:lvl3pPr>
            <a:lvl4pPr>
              <a:defRPr sz="2475" b="1">
                <a:solidFill>
                  <a:srgbClr val="172B4D"/>
                </a:solidFill>
                <a:latin typeface="Apple SD Gothic Neo"/>
                <a:ea typeface="Apple SD Gothic Neo"/>
                <a:cs typeface="Apple SD Gothic Neo"/>
              </a:defRPr>
            </a:lvl4pPr>
            <a:lvl5pPr>
              <a:defRPr sz="2475" b="1">
                <a:solidFill>
                  <a:srgbClr val="172B4D"/>
                </a:solidFill>
                <a:latin typeface="Apple SD Gothic Neo"/>
                <a:ea typeface="Apple SD Gothic Neo"/>
                <a:cs typeface="Apple SD Gothic Neo"/>
              </a:defRPr>
            </a:lvl5pPr>
            <a:lvl6pPr>
              <a:defRPr sz="2475" b="1">
                <a:solidFill>
                  <a:srgbClr val="172B4D"/>
                </a:solidFill>
                <a:latin typeface="Apple SD Gothic Neo"/>
                <a:ea typeface="Apple SD Gothic Neo"/>
                <a:cs typeface="Apple SD Gothic Neo"/>
              </a:defRPr>
            </a:lvl6pPr>
            <a:lvl7pPr>
              <a:defRPr sz="2475" b="1">
                <a:solidFill>
                  <a:srgbClr val="172B4D"/>
                </a:solidFill>
                <a:latin typeface="Apple SD Gothic Neo"/>
                <a:ea typeface="Apple SD Gothic Neo"/>
                <a:cs typeface="Apple SD Gothic Neo"/>
              </a:defRPr>
            </a:lvl7pPr>
            <a:lvl8pPr>
              <a:defRPr sz="2475" b="1">
                <a:solidFill>
                  <a:srgbClr val="172B4D"/>
                </a:solidFill>
                <a:latin typeface="Apple SD Gothic Neo"/>
                <a:ea typeface="Apple SD Gothic Neo"/>
                <a:cs typeface="Apple SD Gothic Neo"/>
              </a:defRPr>
            </a:lvl8pPr>
            <a:lvl9pPr>
              <a:defRPr sz="2475" b="1">
                <a:solidFill>
                  <a:srgbClr val="172B4D"/>
                </a:solidFill>
                <a:latin typeface="Apple SD Gothic Neo"/>
                <a:ea typeface="Apple SD Gothic Neo"/>
                <a:cs typeface="Apple SD Gothic Neo"/>
              </a:defRPr>
            </a:lvl9pPr>
          </a:lstStyle>
          <a:p xmlns:a="http://schemas.openxmlformats.org/drawingml/2006/main">
            <a:pPr>
              <a:defRPr sz="2475" b="1">
                <a:solidFill>
                  <a:srgbClr val="172B4D"/>
                </a:solidFill>
                <a:latin typeface="Apple SD Gothic Neo"/>
                <a:ea typeface="Apple SD Gothic Neo"/>
                <a:cs typeface="Apple SD Gothic Neo"/>
              </a:defRPr>
            </a:pPr>
            <a:r>
              <a:rPr sz="2475" b="1">
                <a:solidFill>
                  <a:srgbClr val="172B4D"/>
                </a:solidFill>
                <a:latin typeface="Apple SD Gothic Neo"/>
                <a:ea typeface="Apple SD Gothic Neo"/>
                <a:cs typeface="Apple SD Gothic Neo"/>
              </a:rPr>
              <a:t>CPU / 메모리 / 디스크</a:t>
            </a:r>
          </a:p>
        </p:txBody>
      </p:sp>
      <p:sp>
        <p:nvSpPr>
          <p:cNvPr id="10" name="">
            <a:extLst xmlns:a="http://schemas.openxmlformats.org/drawingml/2006/main">
              <a:ext uri="{FF2B5EF4-FFF2-40B4-BE49-F238E27FC236}">
                <a16:creationId xmlns:a16="http://schemas.microsoft.com/office/drawing/2014/main" id="{B7D98D92-A9D6-4769-9EFE-833D2922CF08}"/>
              </a:ext>
            </a:extLst>
          </p:cNvPr>
          <p:cNvSpPr>
            <a:spLocks xmlns:a="http://schemas.openxmlformats.org/drawingml/2006/main" noGrp="1"/>
          </p:cNvSpPr>
          <p:nvPr/>
        </p:nvSpPr>
        <p:spPr>
          <a:xfrm xmlns:a="http://schemas.openxmlformats.org/drawingml/2006/main">
            <a:off x="857250" y="3695700"/>
            <a:ext cx="4762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253650"/>
                </a:solidFill>
                <a:latin typeface="Apple SD Gothic Neo"/>
                <a:ea typeface="Apple SD Gothic Neo"/>
                <a:cs typeface="Apple SD Gothic Neo"/>
              </a:defRPr>
            </a:defPPr>
            <a:lvl1pPr>
              <a:defRPr sz="1875" b="0">
                <a:solidFill>
                  <a:srgbClr val="253650"/>
                </a:solidFill>
                <a:latin typeface="Apple SD Gothic Neo"/>
                <a:ea typeface="Apple SD Gothic Neo"/>
                <a:cs typeface="Apple SD Gothic Neo"/>
              </a:defRPr>
            </a:lvl1pPr>
            <a:lvl2pPr>
              <a:defRPr sz="1875" b="0">
                <a:solidFill>
                  <a:srgbClr val="253650"/>
                </a:solidFill>
                <a:latin typeface="Apple SD Gothic Neo"/>
                <a:ea typeface="Apple SD Gothic Neo"/>
                <a:cs typeface="Apple SD Gothic Neo"/>
              </a:defRPr>
            </a:lvl2pPr>
            <a:lvl3pPr>
              <a:defRPr sz="1875" b="0">
                <a:solidFill>
                  <a:srgbClr val="253650"/>
                </a:solidFill>
                <a:latin typeface="Apple SD Gothic Neo"/>
                <a:ea typeface="Apple SD Gothic Neo"/>
                <a:cs typeface="Apple SD Gothic Neo"/>
              </a:defRPr>
            </a:lvl3pPr>
            <a:lvl4pPr>
              <a:defRPr sz="1875" b="0">
                <a:solidFill>
                  <a:srgbClr val="253650"/>
                </a:solidFill>
                <a:latin typeface="Apple SD Gothic Neo"/>
                <a:ea typeface="Apple SD Gothic Neo"/>
                <a:cs typeface="Apple SD Gothic Neo"/>
              </a:defRPr>
            </a:lvl4pPr>
            <a:lvl5pPr>
              <a:defRPr sz="1875" b="0">
                <a:solidFill>
                  <a:srgbClr val="253650"/>
                </a:solidFill>
                <a:latin typeface="Apple SD Gothic Neo"/>
                <a:ea typeface="Apple SD Gothic Neo"/>
                <a:cs typeface="Apple SD Gothic Neo"/>
              </a:defRPr>
            </a:lvl5pPr>
            <a:lvl6pPr>
              <a:defRPr sz="1875" b="0">
                <a:solidFill>
                  <a:srgbClr val="253650"/>
                </a:solidFill>
                <a:latin typeface="Apple SD Gothic Neo"/>
                <a:ea typeface="Apple SD Gothic Neo"/>
                <a:cs typeface="Apple SD Gothic Neo"/>
              </a:defRPr>
            </a:lvl6pPr>
            <a:lvl7pPr>
              <a:defRPr sz="1875" b="0">
                <a:solidFill>
                  <a:srgbClr val="253650"/>
                </a:solidFill>
                <a:latin typeface="Apple SD Gothic Neo"/>
                <a:ea typeface="Apple SD Gothic Neo"/>
                <a:cs typeface="Apple SD Gothic Neo"/>
              </a:defRPr>
            </a:lvl7pPr>
            <a:lvl8pPr>
              <a:defRPr sz="1875" b="0">
                <a:solidFill>
                  <a:srgbClr val="253650"/>
                </a:solidFill>
                <a:latin typeface="Apple SD Gothic Neo"/>
                <a:ea typeface="Apple SD Gothic Neo"/>
                <a:cs typeface="Apple SD Gothic Neo"/>
              </a:defRPr>
            </a:lvl8pPr>
            <a:lvl9pPr>
              <a:defRPr sz="1875" b="0">
                <a:solidFill>
                  <a:srgbClr val="253650"/>
                </a:solidFill>
                <a:latin typeface="Apple SD Gothic Neo"/>
                <a:ea typeface="Apple SD Gothic Neo"/>
                <a:cs typeface="Apple SD Gothic Neo"/>
              </a:defRPr>
            </a:lvl9pPr>
          </a:lstStyle>
          <a:p xmlns:a="http://schemas.openxmlformats.org/drawingml/2006/main">
            <a:pPr>
              <a:defRPr sz="1875" b="0">
                <a:solidFill>
                  <a:srgbClr val="253650"/>
                </a:solidFill>
                <a:latin typeface="Apple SD Gothic Neo"/>
                <a:ea typeface="Apple SD Gothic Neo"/>
                <a:cs typeface="Apple SD Gothic Neo"/>
              </a:defRPr>
            </a:pPr>
            <a:r>
              <a:rPr sz="1875" b="0">
                <a:solidFill>
                  <a:srgbClr val="253650"/>
                </a:solidFill>
                <a:latin typeface="Apple SD Gothic Neo"/>
                <a:ea typeface="Apple SD Gothic Neo"/>
                <a:cs typeface="Apple SD Gothic Neo"/>
              </a:rPr>
              <a:t>최대 두 문서에서 잘려</a:t>
            </a:r>
          </a:p>
          <a:p xmlns:a="http://schemas.openxmlformats.org/drawingml/2006/main">
            <a:pPr>
              <a:defRPr sz="1875" b="0">
                <a:solidFill>
                  <a:srgbClr val="253650"/>
                </a:solidFill>
                <a:latin typeface="Apple SD Gothic Neo"/>
                <a:ea typeface="Apple SD Gothic Neo"/>
                <a:cs typeface="Apple SD Gothic Neo"/>
              </a:defRPr>
            </a:pPr>
            <a:r>
              <a:rPr sz="1875" b="0">
                <a:solidFill>
                  <a:srgbClr val="253650"/>
                </a:solidFill>
                <a:latin typeface="Apple SD Gothic Neo"/>
                <a:ea typeface="Apple SD Gothic Neo"/>
                <a:cs typeface="Apple SD Gothic Neo"/>
              </a:rPr>
              <a:t>세 번째 증상의 근거가 누락될 수 있었습니다.</a:t>
            </a:r>
          </a:p>
        </p:txBody>
      </p:sp>
      <p:sp>
        <p:nvSpPr>
          <p:cNvPr id="11" name="">
            <a:extLst xmlns:a="http://schemas.openxmlformats.org/drawingml/2006/main">
              <a:ext uri="{FF2B5EF4-FFF2-40B4-BE49-F238E27FC236}">
                <a16:creationId xmlns:a16="http://schemas.microsoft.com/office/drawing/2014/main" id="{1184A724-029C-44E7-A712-E18BB20BAD26}"/>
              </a:ext>
            </a:extLst>
          </p:cNvPr>
          <p:cNvSpPr>
            <a:spLocks xmlns:a="http://schemas.openxmlformats.org/drawingml/2006/main" noGrp="1"/>
          </p:cNvSpPr>
          <p:nvPr/>
        </p:nvSpPr>
        <p:spPr>
          <a:xfrm xmlns:a="http://schemas.openxmlformats.org/drawingml/2006/main">
            <a:off x="6219825" y="1952625"/>
            <a:ext cx="5362575" cy="3162300"/>
          </a:xfrm>
          <a:prstGeom xmlns:a="http://schemas.openxmlformats.org/drawingml/2006/main" prst="rect">
            <a:avLst/>
          </a:prstGeom>
          <a:solidFill xmlns:a="http://schemas.openxmlformats.org/drawingml/2006/main">
            <a:srgbClr val="E7F3F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AEC16AF-7BCC-4C7C-AAAE-CC44D9BC5B41}"/>
              </a:ext>
            </a:extLst>
          </p:cNvPr>
          <p:cNvSpPr>
            <a:spLocks xmlns:a="http://schemas.openxmlformats.org/drawingml/2006/main" noGrp="1"/>
          </p:cNvSpPr>
          <p:nvPr/>
        </p:nvSpPr>
        <p:spPr>
          <a:xfrm xmlns:a="http://schemas.openxmlformats.org/drawingml/2006/main">
            <a:off x="6467475" y="2181225"/>
            <a:ext cx="485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0E7267"/>
                </a:solidFill>
                <a:latin typeface="Apple SD Gothic Neo"/>
                <a:ea typeface="Apple SD Gothic Neo"/>
                <a:cs typeface="Apple SD Gothic Neo"/>
              </a:defRPr>
            </a:defPPr>
            <a:lvl1pPr>
              <a:defRPr sz="1950" b="1">
                <a:solidFill>
                  <a:srgbClr val="0E7267"/>
                </a:solidFill>
                <a:latin typeface="Apple SD Gothic Neo"/>
                <a:ea typeface="Apple SD Gothic Neo"/>
                <a:cs typeface="Apple SD Gothic Neo"/>
              </a:defRPr>
            </a:lvl1pPr>
            <a:lvl2pPr>
              <a:defRPr sz="1950" b="1">
                <a:solidFill>
                  <a:srgbClr val="0E7267"/>
                </a:solidFill>
                <a:latin typeface="Apple SD Gothic Neo"/>
                <a:ea typeface="Apple SD Gothic Neo"/>
                <a:cs typeface="Apple SD Gothic Neo"/>
              </a:defRPr>
            </a:lvl2pPr>
            <a:lvl3pPr>
              <a:defRPr sz="1950" b="1">
                <a:solidFill>
                  <a:srgbClr val="0E7267"/>
                </a:solidFill>
                <a:latin typeface="Apple SD Gothic Neo"/>
                <a:ea typeface="Apple SD Gothic Neo"/>
                <a:cs typeface="Apple SD Gothic Neo"/>
              </a:defRPr>
            </a:lvl3pPr>
            <a:lvl4pPr>
              <a:defRPr sz="1950" b="1">
                <a:solidFill>
                  <a:srgbClr val="0E7267"/>
                </a:solidFill>
                <a:latin typeface="Apple SD Gothic Neo"/>
                <a:ea typeface="Apple SD Gothic Neo"/>
                <a:cs typeface="Apple SD Gothic Neo"/>
              </a:defRPr>
            </a:lvl4pPr>
            <a:lvl5pPr>
              <a:defRPr sz="1950" b="1">
                <a:solidFill>
                  <a:srgbClr val="0E7267"/>
                </a:solidFill>
                <a:latin typeface="Apple SD Gothic Neo"/>
                <a:ea typeface="Apple SD Gothic Neo"/>
                <a:cs typeface="Apple SD Gothic Neo"/>
              </a:defRPr>
            </a:lvl5pPr>
            <a:lvl6pPr>
              <a:defRPr sz="1950" b="1">
                <a:solidFill>
                  <a:srgbClr val="0E7267"/>
                </a:solidFill>
                <a:latin typeface="Apple SD Gothic Neo"/>
                <a:ea typeface="Apple SD Gothic Neo"/>
                <a:cs typeface="Apple SD Gothic Neo"/>
              </a:defRPr>
            </a:lvl6pPr>
            <a:lvl7pPr>
              <a:defRPr sz="1950" b="1">
                <a:solidFill>
                  <a:srgbClr val="0E7267"/>
                </a:solidFill>
                <a:latin typeface="Apple SD Gothic Neo"/>
                <a:ea typeface="Apple SD Gothic Neo"/>
                <a:cs typeface="Apple SD Gothic Neo"/>
              </a:defRPr>
            </a:lvl7pPr>
            <a:lvl8pPr>
              <a:defRPr sz="1950" b="1">
                <a:solidFill>
                  <a:srgbClr val="0E7267"/>
                </a:solidFill>
                <a:latin typeface="Apple SD Gothic Neo"/>
                <a:ea typeface="Apple SD Gothic Neo"/>
                <a:cs typeface="Apple SD Gothic Neo"/>
              </a:defRPr>
            </a:lvl8pPr>
            <a:lvl9pPr>
              <a:defRPr sz="1950" b="1">
                <a:solidFill>
                  <a:srgbClr val="0E7267"/>
                </a:solidFill>
                <a:latin typeface="Apple SD Gothic Neo"/>
                <a:ea typeface="Apple SD Gothic Neo"/>
                <a:cs typeface="Apple SD Gothic Neo"/>
              </a:defRPr>
            </a:lvl9pPr>
          </a:lstStyle>
          <a:p xmlns:a="http://schemas.openxmlformats.org/drawingml/2006/main">
            <a:pPr>
              <a:defRPr sz="1950" b="1">
                <a:solidFill>
                  <a:srgbClr val="0E7267"/>
                </a:solidFill>
                <a:latin typeface="Apple SD Gothic Neo"/>
                <a:ea typeface="Apple SD Gothic Neo"/>
                <a:cs typeface="Apple SD Gothic Neo"/>
              </a:defRPr>
            </a:pPr>
            <a:r>
              <a:rPr sz="1950" b="1">
                <a:solidFill>
                  <a:srgbClr val="0E7267"/>
                </a:solidFill>
                <a:latin typeface="Apple SD Gothic Neo"/>
                <a:ea typeface="Apple SD Gothic Neo"/>
                <a:cs typeface="Apple SD Gothic Neo"/>
              </a:rPr>
              <a:t>최종 수정본</a:t>
            </a:r>
          </a:p>
        </p:txBody>
      </p:sp>
      <p:sp>
        <p:nvSpPr>
          <p:cNvPr id="13" name="">
            <a:extLst xmlns:a="http://schemas.openxmlformats.org/drawingml/2006/main">
              <a:ext uri="{FF2B5EF4-FFF2-40B4-BE49-F238E27FC236}">
                <a16:creationId xmlns:a16="http://schemas.microsoft.com/office/drawing/2014/main" id="{6B895BEC-0E29-497F-8A0B-0CAEDAC3AB64}"/>
              </a:ext>
            </a:extLst>
          </p:cNvPr>
          <p:cNvSpPr>
            <a:spLocks xmlns:a="http://schemas.openxmlformats.org/drawingml/2006/main" noGrp="1"/>
          </p:cNvSpPr>
          <p:nvPr/>
        </p:nvSpPr>
        <p:spPr>
          <a:xfrm xmlns:a="http://schemas.openxmlformats.org/drawingml/2006/main">
            <a:off x="6467475" y="2838450"/>
            <a:ext cx="4857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75" b="1">
                <a:solidFill>
                  <a:srgbClr val="0E7267"/>
                </a:solidFill>
                <a:latin typeface="Apple SD Gothic Neo"/>
                <a:ea typeface="Apple SD Gothic Neo"/>
                <a:cs typeface="Apple SD Gothic Neo"/>
              </a:defRPr>
            </a:defPPr>
            <a:lvl1pPr>
              <a:defRPr sz="2475" b="1">
                <a:solidFill>
                  <a:srgbClr val="0E7267"/>
                </a:solidFill>
                <a:latin typeface="Apple SD Gothic Neo"/>
                <a:ea typeface="Apple SD Gothic Neo"/>
                <a:cs typeface="Apple SD Gothic Neo"/>
              </a:defRPr>
            </a:lvl1pPr>
            <a:lvl2pPr>
              <a:defRPr sz="2475" b="1">
                <a:solidFill>
                  <a:srgbClr val="0E7267"/>
                </a:solidFill>
                <a:latin typeface="Apple SD Gothic Neo"/>
                <a:ea typeface="Apple SD Gothic Neo"/>
                <a:cs typeface="Apple SD Gothic Neo"/>
              </a:defRPr>
            </a:lvl2pPr>
            <a:lvl3pPr>
              <a:defRPr sz="2475" b="1">
                <a:solidFill>
                  <a:srgbClr val="0E7267"/>
                </a:solidFill>
                <a:latin typeface="Apple SD Gothic Neo"/>
                <a:ea typeface="Apple SD Gothic Neo"/>
                <a:cs typeface="Apple SD Gothic Neo"/>
              </a:defRPr>
            </a:lvl3pPr>
            <a:lvl4pPr>
              <a:defRPr sz="2475" b="1">
                <a:solidFill>
                  <a:srgbClr val="0E7267"/>
                </a:solidFill>
                <a:latin typeface="Apple SD Gothic Neo"/>
                <a:ea typeface="Apple SD Gothic Neo"/>
                <a:cs typeface="Apple SD Gothic Neo"/>
              </a:defRPr>
            </a:lvl4pPr>
            <a:lvl5pPr>
              <a:defRPr sz="2475" b="1">
                <a:solidFill>
                  <a:srgbClr val="0E7267"/>
                </a:solidFill>
                <a:latin typeface="Apple SD Gothic Neo"/>
                <a:ea typeface="Apple SD Gothic Neo"/>
                <a:cs typeface="Apple SD Gothic Neo"/>
              </a:defRPr>
            </a:lvl5pPr>
            <a:lvl6pPr>
              <a:defRPr sz="2475" b="1">
                <a:solidFill>
                  <a:srgbClr val="0E7267"/>
                </a:solidFill>
                <a:latin typeface="Apple SD Gothic Neo"/>
                <a:ea typeface="Apple SD Gothic Neo"/>
                <a:cs typeface="Apple SD Gothic Neo"/>
              </a:defRPr>
            </a:lvl6pPr>
            <a:lvl7pPr>
              <a:defRPr sz="2475" b="1">
                <a:solidFill>
                  <a:srgbClr val="0E7267"/>
                </a:solidFill>
                <a:latin typeface="Apple SD Gothic Neo"/>
                <a:ea typeface="Apple SD Gothic Neo"/>
                <a:cs typeface="Apple SD Gothic Neo"/>
              </a:defRPr>
            </a:lvl7pPr>
            <a:lvl8pPr>
              <a:defRPr sz="2475" b="1">
                <a:solidFill>
                  <a:srgbClr val="0E7267"/>
                </a:solidFill>
                <a:latin typeface="Apple SD Gothic Neo"/>
                <a:ea typeface="Apple SD Gothic Neo"/>
                <a:cs typeface="Apple SD Gothic Neo"/>
              </a:defRPr>
            </a:lvl8pPr>
            <a:lvl9pPr>
              <a:defRPr sz="2475" b="1">
                <a:solidFill>
                  <a:srgbClr val="0E7267"/>
                </a:solidFill>
                <a:latin typeface="Apple SD Gothic Neo"/>
                <a:ea typeface="Apple SD Gothic Neo"/>
                <a:cs typeface="Apple SD Gothic Neo"/>
              </a:defRPr>
            </a:lvl9pPr>
          </a:lstStyle>
          <a:p xmlns:a="http://schemas.openxmlformats.org/drawingml/2006/main">
            <a:pPr>
              <a:defRPr sz="2475" b="1">
                <a:solidFill>
                  <a:srgbClr val="0E7267"/>
                </a:solidFill>
                <a:latin typeface="Apple SD Gothic Neo"/>
                <a:ea typeface="Apple SD Gothic Neo"/>
                <a:cs typeface="Apple SD Gothic Neo"/>
              </a:defRPr>
            </a:pPr>
            <a:r>
              <a:rPr sz="2475" b="1">
                <a:solidFill>
                  <a:srgbClr val="0E7267"/>
                </a:solidFill>
                <a:latin typeface="Apple SD Gothic Neo"/>
                <a:ea typeface="Apple SD Gothic Neo"/>
                <a:cs typeface="Apple SD Gothic Neo"/>
              </a:rPr>
              <a:t>관련된 세 문서 확보</a:t>
            </a:r>
          </a:p>
        </p:txBody>
      </p:sp>
      <p:sp>
        <p:nvSpPr>
          <p:cNvPr id="14" name="">
            <a:extLst xmlns:a="http://schemas.openxmlformats.org/drawingml/2006/main">
              <a:ext uri="{FF2B5EF4-FFF2-40B4-BE49-F238E27FC236}">
                <a16:creationId xmlns:a16="http://schemas.microsoft.com/office/drawing/2014/main" id="{AD4ECEB2-0071-43DC-BBB8-F288C1C9A697}"/>
              </a:ext>
            </a:extLst>
          </p:cNvPr>
          <p:cNvSpPr>
            <a:spLocks xmlns:a="http://schemas.openxmlformats.org/drawingml/2006/main" noGrp="1"/>
          </p:cNvSpPr>
          <p:nvPr/>
        </p:nvSpPr>
        <p:spPr>
          <a:xfrm xmlns:a="http://schemas.openxmlformats.org/drawingml/2006/main">
            <a:off x="6467475" y="3695700"/>
            <a:ext cx="4857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253650"/>
                </a:solidFill>
                <a:latin typeface="Apple SD Gothic Neo"/>
                <a:ea typeface="Apple SD Gothic Neo"/>
                <a:cs typeface="Apple SD Gothic Neo"/>
              </a:defRPr>
            </a:defPPr>
            <a:lvl1pPr>
              <a:defRPr sz="1875" b="0">
                <a:solidFill>
                  <a:srgbClr val="253650"/>
                </a:solidFill>
                <a:latin typeface="Apple SD Gothic Neo"/>
                <a:ea typeface="Apple SD Gothic Neo"/>
                <a:cs typeface="Apple SD Gothic Neo"/>
              </a:defRPr>
            </a:lvl1pPr>
            <a:lvl2pPr>
              <a:defRPr sz="1875" b="0">
                <a:solidFill>
                  <a:srgbClr val="253650"/>
                </a:solidFill>
                <a:latin typeface="Apple SD Gothic Neo"/>
                <a:ea typeface="Apple SD Gothic Neo"/>
                <a:cs typeface="Apple SD Gothic Neo"/>
              </a:defRPr>
            </a:lvl2pPr>
            <a:lvl3pPr>
              <a:defRPr sz="1875" b="0">
                <a:solidFill>
                  <a:srgbClr val="253650"/>
                </a:solidFill>
                <a:latin typeface="Apple SD Gothic Neo"/>
                <a:ea typeface="Apple SD Gothic Neo"/>
                <a:cs typeface="Apple SD Gothic Neo"/>
              </a:defRPr>
            </a:lvl3pPr>
            <a:lvl4pPr>
              <a:defRPr sz="1875" b="0">
                <a:solidFill>
                  <a:srgbClr val="253650"/>
                </a:solidFill>
                <a:latin typeface="Apple SD Gothic Neo"/>
                <a:ea typeface="Apple SD Gothic Neo"/>
                <a:cs typeface="Apple SD Gothic Neo"/>
              </a:defRPr>
            </a:lvl4pPr>
            <a:lvl5pPr>
              <a:defRPr sz="1875" b="0">
                <a:solidFill>
                  <a:srgbClr val="253650"/>
                </a:solidFill>
                <a:latin typeface="Apple SD Gothic Neo"/>
                <a:ea typeface="Apple SD Gothic Neo"/>
                <a:cs typeface="Apple SD Gothic Neo"/>
              </a:defRPr>
            </a:lvl5pPr>
            <a:lvl6pPr>
              <a:defRPr sz="1875" b="0">
                <a:solidFill>
                  <a:srgbClr val="253650"/>
                </a:solidFill>
                <a:latin typeface="Apple SD Gothic Neo"/>
                <a:ea typeface="Apple SD Gothic Neo"/>
                <a:cs typeface="Apple SD Gothic Neo"/>
              </a:defRPr>
            </a:lvl6pPr>
            <a:lvl7pPr>
              <a:defRPr sz="1875" b="0">
                <a:solidFill>
                  <a:srgbClr val="253650"/>
                </a:solidFill>
                <a:latin typeface="Apple SD Gothic Neo"/>
                <a:ea typeface="Apple SD Gothic Neo"/>
                <a:cs typeface="Apple SD Gothic Neo"/>
              </a:defRPr>
            </a:lvl7pPr>
            <a:lvl8pPr>
              <a:defRPr sz="1875" b="0">
                <a:solidFill>
                  <a:srgbClr val="253650"/>
                </a:solidFill>
                <a:latin typeface="Apple SD Gothic Neo"/>
                <a:ea typeface="Apple SD Gothic Neo"/>
                <a:cs typeface="Apple SD Gothic Neo"/>
              </a:defRPr>
            </a:lvl8pPr>
            <a:lvl9pPr>
              <a:defRPr sz="1875" b="0">
                <a:solidFill>
                  <a:srgbClr val="253650"/>
                </a:solidFill>
                <a:latin typeface="Apple SD Gothic Neo"/>
                <a:ea typeface="Apple SD Gothic Neo"/>
                <a:cs typeface="Apple SD Gothic Neo"/>
              </a:defRPr>
            </a:lvl9pPr>
          </a:lstStyle>
          <a:p xmlns:a="http://schemas.openxmlformats.org/drawingml/2006/main">
            <a:pPr>
              <a:defRPr sz="1875" b="0">
                <a:solidFill>
                  <a:srgbClr val="253650"/>
                </a:solidFill>
                <a:latin typeface="Apple SD Gothic Neo"/>
                <a:ea typeface="Apple SD Gothic Neo"/>
                <a:cs typeface="Apple SD Gothic Neo"/>
              </a:defRPr>
            </a:pPr>
            <a:r>
              <a:rPr sz="1875" b="0">
                <a:solidFill>
                  <a:srgbClr val="253650"/>
                </a:solidFill>
                <a:latin typeface="Apple SD Gothic Neo"/>
                <a:ea typeface="Apple SD Gothic Neo"/>
                <a:cs typeface="Apple SD Gothic Neo"/>
              </a:rPr>
              <a:t>전체 여섯 후보의 관련성·인용을 검사하고</a:t>
            </a:r>
          </a:p>
          <a:p xmlns:a="http://schemas.openxmlformats.org/drawingml/2006/main">
            <a:pPr>
              <a:defRPr sz="1875" b="0">
                <a:solidFill>
                  <a:srgbClr val="253650"/>
                </a:solidFill>
                <a:latin typeface="Apple SD Gothic Neo"/>
                <a:ea typeface="Apple SD Gothic Neo"/>
                <a:cs typeface="Apple SD Gothic Neo"/>
              </a:defRPr>
            </a:pPr>
            <a:r>
              <a:rPr sz="1875" b="0">
                <a:solidFill>
                  <a:srgbClr val="253650"/>
                </a:solidFill>
                <a:latin typeface="Apple SD Gothic Neo"/>
                <a:ea typeface="Apple SD Gothic Neo"/>
                <a:cs typeface="Apple SD Gothic Neo"/>
              </a:rPr>
              <a:t>중복만 합칩니다.</a:t>
            </a:r>
          </a:p>
        </p:txBody>
      </p:sp>
      <p:sp>
        <p:nvSpPr>
          <p:cNvPr id="15" name="">
            <a:extLst xmlns:a="http://schemas.openxmlformats.org/drawingml/2006/main">
              <a:ext uri="{FF2B5EF4-FFF2-40B4-BE49-F238E27FC236}">
                <a16:creationId xmlns:a16="http://schemas.microsoft.com/office/drawing/2014/main" id="{A1ADACF8-FE65-41BE-BD16-35D77F0D8D57}"/>
              </a:ext>
            </a:extLst>
          </p:cNvPr>
          <p:cNvSpPr>
            <a:spLocks xmlns:a="http://schemas.openxmlformats.org/drawingml/2006/main" noGrp="1"/>
          </p:cNvSpPr>
          <p:nvPr/>
        </p:nvSpPr>
        <p:spPr>
          <a:xfrm xmlns:a="http://schemas.openxmlformats.org/drawingml/2006/main">
            <a:off x="609600" y="5400675"/>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1">
                <a:solidFill>
                  <a:srgbClr val="235ECB"/>
                </a:solidFill>
                <a:latin typeface="Apple SD Gothic Neo"/>
                <a:ea typeface="Apple SD Gothic Neo"/>
                <a:cs typeface="Apple SD Gothic Neo"/>
              </a:defRPr>
            </a:defPPr>
            <a:lvl1pPr>
              <a:defRPr sz="1800" b="1">
                <a:solidFill>
                  <a:srgbClr val="235ECB"/>
                </a:solidFill>
                <a:latin typeface="Apple SD Gothic Neo"/>
                <a:ea typeface="Apple SD Gothic Neo"/>
                <a:cs typeface="Apple SD Gothic Neo"/>
              </a:defRPr>
            </a:lvl1pPr>
            <a:lvl2pPr>
              <a:defRPr sz="1800" b="1">
                <a:solidFill>
                  <a:srgbClr val="235ECB"/>
                </a:solidFill>
                <a:latin typeface="Apple SD Gothic Neo"/>
                <a:ea typeface="Apple SD Gothic Neo"/>
                <a:cs typeface="Apple SD Gothic Neo"/>
              </a:defRPr>
            </a:lvl2pPr>
            <a:lvl3pPr>
              <a:defRPr sz="1800" b="1">
                <a:solidFill>
                  <a:srgbClr val="235ECB"/>
                </a:solidFill>
                <a:latin typeface="Apple SD Gothic Neo"/>
                <a:ea typeface="Apple SD Gothic Neo"/>
                <a:cs typeface="Apple SD Gothic Neo"/>
              </a:defRPr>
            </a:lvl3pPr>
            <a:lvl4pPr>
              <a:defRPr sz="1800" b="1">
                <a:solidFill>
                  <a:srgbClr val="235ECB"/>
                </a:solidFill>
                <a:latin typeface="Apple SD Gothic Neo"/>
                <a:ea typeface="Apple SD Gothic Neo"/>
                <a:cs typeface="Apple SD Gothic Neo"/>
              </a:defRPr>
            </a:lvl4pPr>
            <a:lvl5pPr>
              <a:defRPr sz="1800" b="1">
                <a:solidFill>
                  <a:srgbClr val="235ECB"/>
                </a:solidFill>
                <a:latin typeface="Apple SD Gothic Neo"/>
                <a:ea typeface="Apple SD Gothic Neo"/>
                <a:cs typeface="Apple SD Gothic Neo"/>
              </a:defRPr>
            </a:lvl5pPr>
            <a:lvl6pPr>
              <a:defRPr sz="1800" b="1">
                <a:solidFill>
                  <a:srgbClr val="235ECB"/>
                </a:solidFill>
                <a:latin typeface="Apple SD Gothic Neo"/>
                <a:ea typeface="Apple SD Gothic Neo"/>
                <a:cs typeface="Apple SD Gothic Neo"/>
              </a:defRPr>
            </a:lvl6pPr>
            <a:lvl7pPr>
              <a:defRPr sz="1800" b="1">
                <a:solidFill>
                  <a:srgbClr val="235ECB"/>
                </a:solidFill>
                <a:latin typeface="Apple SD Gothic Neo"/>
                <a:ea typeface="Apple SD Gothic Neo"/>
                <a:cs typeface="Apple SD Gothic Neo"/>
              </a:defRPr>
            </a:lvl7pPr>
            <a:lvl8pPr>
              <a:defRPr sz="1800" b="1">
                <a:solidFill>
                  <a:srgbClr val="235ECB"/>
                </a:solidFill>
                <a:latin typeface="Apple SD Gothic Neo"/>
                <a:ea typeface="Apple SD Gothic Neo"/>
                <a:cs typeface="Apple SD Gothic Neo"/>
              </a:defRPr>
            </a:lvl8pPr>
            <a:lvl9pPr>
              <a:defRPr sz="1800" b="1">
                <a:solidFill>
                  <a:srgbClr val="235ECB"/>
                </a:solidFill>
                <a:latin typeface="Apple SD Gothic Neo"/>
                <a:ea typeface="Apple SD Gothic Neo"/>
                <a:cs typeface="Apple SD Gothic Neo"/>
              </a:defRPr>
            </a:lvl9pPr>
          </a:lstStyle>
          <a:p xmlns:a="http://schemas.openxmlformats.org/drawingml/2006/main">
            <a:pPr>
              <a:defRPr sz="1800" b="1">
                <a:solidFill>
                  <a:srgbClr val="235ECB"/>
                </a:solidFill>
                <a:latin typeface="Apple SD Gothic Neo"/>
                <a:ea typeface="Apple SD Gothic Neo"/>
                <a:cs typeface="Apple SD Gothic Neo"/>
              </a:defRPr>
            </a:pPr>
            <a:r>
              <a:rPr sz="1800" b="1">
                <a:solidFill>
                  <a:srgbClr val="235ECB"/>
                </a:solidFill>
                <a:latin typeface="Apple SD Gothic Neo"/>
                <a:ea typeface="Apple SD Gothic Neo"/>
                <a:cs typeface="Apple SD Gothic Neo"/>
              </a:rPr>
              <a:t>별도 실제 사례 F08: 세 서비스 조회와 CPU·메모리·디스크 런북을 확인합니다.</a:t>
            </a:r>
          </a:p>
        </p:txBody>
      </p:sp>
    </p:spTree>
    <p:extLst>
      <p:ext uri="{BB962C8B-B14F-4D97-AF65-F5344CB8AC3E}">
        <p14:creationId xmlns:p14="http://schemas.microsoft.com/office/powerpoint/2010/main" val="693850723"/>
      </p:ext>
    </p:extLst>
  </p:cSld>
</p:sld>
</file>

<file path=ppt/slides/slide5.xml><?xml version="1.0" encoding="utf-8"?>
<p:sld xmlns:p="http://schemas.openxmlformats.org/presentationml/2006/main">
  <p:cSld>
    <p:bg>
      <p:bgPr>
        <a:solidFill xmlns:a="http://schemas.openxmlformats.org/drawingml/2006/main">
          <a:srgbClr val="F4F6FA"/>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9900FF5-0DF5-4F77-AC78-19A1DDD3A04B}"/>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A05DC4-FEAE-486C-9E28-4F01C7511584}"/>
              </a:ext>
            </a:extLst>
          </p:cNvPr>
          <p:cNvSpPr>
            <a:spLocks xmlns:a="http://schemas.openxmlformats.org/drawingml/2006/main" noGrp="1"/>
          </p:cNvSpPr>
          <p:nvPr/>
        </p:nvSpPr>
        <p:spPr>
          <a:xfrm xmlns:a="http://schemas.openxmlformats.org/drawingml/2006/main">
            <a:off x="609600" y="381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1">
                <a:solidFill>
                  <a:srgbClr val="235ECB"/>
                </a:solidFill>
                <a:latin typeface="Apple SD Gothic Neo"/>
                <a:ea typeface="Apple SD Gothic Neo"/>
                <a:cs typeface="Apple SD Gothic Neo"/>
              </a:defRPr>
            </a:defPPr>
            <a:lvl1pPr>
              <a:defRPr sz="1275" b="1">
                <a:solidFill>
                  <a:srgbClr val="235ECB"/>
                </a:solidFill>
                <a:latin typeface="Apple SD Gothic Neo"/>
                <a:ea typeface="Apple SD Gothic Neo"/>
                <a:cs typeface="Apple SD Gothic Neo"/>
              </a:defRPr>
            </a:lvl1pPr>
            <a:lvl2pPr>
              <a:defRPr sz="1275" b="1">
                <a:solidFill>
                  <a:srgbClr val="235ECB"/>
                </a:solidFill>
                <a:latin typeface="Apple SD Gothic Neo"/>
                <a:ea typeface="Apple SD Gothic Neo"/>
                <a:cs typeface="Apple SD Gothic Neo"/>
              </a:defRPr>
            </a:lvl2pPr>
            <a:lvl3pPr>
              <a:defRPr sz="1275" b="1">
                <a:solidFill>
                  <a:srgbClr val="235ECB"/>
                </a:solidFill>
                <a:latin typeface="Apple SD Gothic Neo"/>
                <a:ea typeface="Apple SD Gothic Neo"/>
                <a:cs typeface="Apple SD Gothic Neo"/>
              </a:defRPr>
            </a:lvl3pPr>
            <a:lvl4pPr>
              <a:defRPr sz="1275" b="1">
                <a:solidFill>
                  <a:srgbClr val="235ECB"/>
                </a:solidFill>
                <a:latin typeface="Apple SD Gothic Neo"/>
                <a:ea typeface="Apple SD Gothic Neo"/>
                <a:cs typeface="Apple SD Gothic Neo"/>
              </a:defRPr>
            </a:lvl4pPr>
            <a:lvl5pPr>
              <a:defRPr sz="1275" b="1">
                <a:solidFill>
                  <a:srgbClr val="235ECB"/>
                </a:solidFill>
                <a:latin typeface="Apple SD Gothic Neo"/>
                <a:ea typeface="Apple SD Gothic Neo"/>
                <a:cs typeface="Apple SD Gothic Neo"/>
              </a:defRPr>
            </a:lvl5pPr>
            <a:lvl6pPr>
              <a:defRPr sz="1275" b="1">
                <a:solidFill>
                  <a:srgbClr val="235ECB"/>
                </a:solidFill>
                <a:latin typeface="Apple SD Gothic Neo"/>
                <a:ea typeface="Apple SD Gothic Neo"/>
                <a:cs typeface="Apple SD Gothic Neo"/>
              </a:defRPr>
            </a:lvl6pPr>
            <a:lvl7pPr>
              <a:defRPr sz="1275" b="1">
                <a:solidFill>
                  <a:srgbClr val="235ECB"/>
                </a:solidFill>
                <a:latin typeface="Apple SD Gothic Neo"/>
                <a:ea typeface="Apple SD Gothic Neo"/>
                <a:cs typeface="Apple SD Gothic Neo"/>
              </a:defRPr>
            </a:lvl7pPr>
            <a:lvl8pPr>
              <a:defRPr sz="1275" b="1">
                <a:solidFill>
                  <a:srgbClr val="235ECB"/>
                </a:solidFill>
                <a:latin typeface="Apple SD Gothic Neo"/>
                <a:ea typeface="Apple SD Gothic Neo"/>
                <a:cs typeface="Apple SD Gothic Neo"/>
              </a:defRPr>
            </a:lvl8pPr>
            <a:lvl9pPr>
              <a:defRPr sz="1275" b="1">
                <a:solidFill>
                  <a:srgbClr val="235ECB"/>
                </a:solidFill>
                <a:latin typeface="Apple SD Gothic Neo"/>
                <a:ea typeface="Apple SD Gothic Neo"/>
                <a:cs typeface="Apple SD Gothic Neo"/>
              </a:defRPr>
            </a:lvl9pPr>
          </a:lstStyle>
          <a:p xmlns:a="http://schemas.openxmlformats.org/drawingml/2006/main">
            <a:pPr>
              <a:defRPr sz="1275" b="1">
                <a:solidFill>
                  <a:srgbClr val="235ECB"/>
                </a:solidFill>
                <a:latin typeface="Apple SD Gothic Neo"/>
                <a:ea typeface="Apple SD Gothic Neo"/>
                <a:cs typeface="Apple SD Gothic Neo"/>
              </a:defRPr>
            </a:pPr>
            <a:r>
              <a:rPr sz="1275" b="1">
                <a:solidFill>
                  <a:srgbClr val="235ECB"/>
                </a:solidFill>
                <a:latin typeface="Apple SD Gothic Neo"/>
                <a:ea typeface="Apple SD Gothic Neo"/>
                <a:cs typeface="Apple SD Gothic Neo"/>
              </a:rPr>
              <a:t>4. 핵심 코드 / 대화 맥락</a:t>
            </a:r>
          </a:p>
        </p:txBody>
      </p:sp>
      <p:sp>
        <p:nvSpPr>
          <p:cNvPr id="3" name="">
            <a:extLst xmlns:a="http://schemas.openxmlformats.org/drawingml/2006/main">
              <a:ext uri="{FF2B5EF4-FFF2-40B4-BE49-F238E27FC236}">
                <a16:creationId xmlns:a16="http://schemas.microsoft.com/office/drawing/2014/main" id="{E570DBA6-4E1F-4C5D-AD2E-99C3AD3309D8}"/>
              </a:ext>
            </a:extLst>
          </p:cNvPr>
          <p:cNvSpPr>
            <a:spLocks xmlns:a="http://schemas.openxmlformats.org/drawingml/2006/main" noGrp="1"/>
          </p:cNvSpPr>
          <p:nvPr/>
        </p:nvSpPr>
        <p:spPr>
          <a:xfrm xmlns:a="http://schemas.openxmlformats.org/drawingml/2006/main">
            <a:off x="60960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2B4D"/>
                </a:solidFill>
                <a:latin typeface="Apple SD Gothic Neo"/>
                <a:ea typeface="Apple SD Gothic Neo"/>
                <a:cs typeface="Apple SD Gothic Neo"/>
              </a:defRPr>
            </a:defPPr>
            <a:lvl1pPr>
              <a:defRPr sz="2850" b="1">
                <a:solidFill>
                  <a:srgbClr val="172B4D"/>
                </a:solidFill>
                <a:latin typeface="Apple SD Gothic Neo"/>
                <a:ea typeface="Apple SD Gothic Neo"/>
                <a:cs typeface="Apple SD Gothic Neo"/>
              </a:defRPr>
            </a:lvl1pPr>
            <a:lvl2pPr>
              <a:defRPr sz="2850" b="1">
                <a:solidFill>
                  <a:srgbClr val="172B4D"/>
                </a:solidFill>
                <a:latin typeface="Apple SD Gothic Neo"/>
                <a:ea typeface="Apple SD Gothic Neo"/>
                <a:cs typeface="Apple SD Gothic Neo"/>
              </a:defRPr>
            </a:lvl2pPr>
            <a:lvl3pPr>
              <a:defRPr sz="2850" b="1">
                <a:solidFill>
                  <a:srgbClr val="172B4D"/>
                </a:solidFill>
                <a:latin typeface="Apple SD Gothic Neo"/>
                <a:ea typeface="Apple SD Gothic Neo"/>
                <a:cs typeface="Apple SD Gothic Neo"/>
              </a:defRPr>
            </a:lvl3pPr>
            <a:lvl4pPr>
              <a:defRPr sz="2850" b="1">
                <a:solidFill>
                  <a:srgbClr val="172B4D"/>
                </a:solidFill>
                <a:latin typeface="Apple SD Gothic Neo"/>
                <a:ea typeface="Apple SD Gothic Neo"/>
                <a:cs typeface="Apple SD Gothic Neo"/>
              </a:defRPr>
            </a:lvl4pPr>
            <a:lvl5pPr>
              <a:defRPr sz="2850" b="1">
                <a:solidFill>
                  <a:srgbClr val="172B4D"/>
                </a:solidFill>
                <a:latin typeface="Apple SD Gothic Neo"/>
                <a:ea typeface="Apple SD Gothic Neo"/>
                <a:cs typeface="Apple SD Gothic Neo"/>
              </a:defRPr>
            </a:lvl5pPr>
            <a:lvl6pPr>
              <a:defRPr sz="2850" b="1">
                <a:solidFill>
                  <a:srgbClr val="172B4D"/>
                </a:solidFill>
                <a:latin typeface="Apple SD Gothic Neo"/>
                <a:ea typeface="Apple SD Gothic Neo"/>
                <a:cs typeface="Apple SD Gothic Neo"/>
              </a:defRPr>
            </a:lvl6pPr>
            <a:lvl7pPr>
              <a:defRPr sz="2850" b="1">
                <a:solidFill>
                  <a:srgbClr val="172B4D"/>
                </a:solidFill>
                <a:latin typeface="Apple SD Gothic Neo"/>
                <a:ea typeface="Apple SD Gothic Neo"/>
                <a:cs typeface="Apple SD Gothic Neo"/>
              </a:defRPr>
            </a:lvl7pPr>
            <a:lvl8pPr>
              <a:defRPr sz="2850" b="1">
                <a:solidFill>
                  <a:srgbClr val="172B4D"/>
                </a:solidFill>
                <a:latin typeface="Apple SD Gothic Neo"/>
                <a:ea typeface="Apple SD Gothic Neo"/>
                <a:cs typeface="Apple SD Gothic Neo"/>
              </a:defRPr>
            </a:lvl8pPr>
            <a:lvl9pPr>
              <a:defRPr sz="2850" b="1">
                <a:solidFill>
                  <a:srgbClr val="172B4D"/>
                </a:solidFill>
                <a:latin typeface="Apple SD Gothic Neo"/>
                <a:ea typeface="Apple SD Gothic Neo"/>
                <a:cs typeface="Apple SD Gothic Neo"/>
              </a:defRPr>
            </a:lvl9pPr>
          </a:lstStyle>
          <a:p xmlns:a="http://schemas.openxmlformats.org/drawingml/2006/main">
            <a:pPr>
              <a:defRPr sz="2850" b="1">
                <a:solidFill>
                  <a:srgbClr val="172B4D"/>
                </a:solidFill>
                <a:latin typeface="Apple SD Gothic Neo"/>
                <a:ea typeface="Apple SD Gothic Neo"/>
                <a:cs typeface="Apple SD Gothic Neo"/>
              </a:defRPr>
            </a:pPr>
            <a:r>
              <a:rPr sz="2850" b="1">
                <a:solidFill>
                  <a:srgbClr val="172B4D"/>
                </a:solidFill>
                <a:latin typeface="Apple SD Gothic Neo"/>
                <a:ea typeface="Apple SD Gothic Neo"/>
                <a:cs typeface="Apple SD Gothic Neo"/>
              </a:rPr>
              <a:t>‘그 서비스’도 현재 상태를 다시 조회합니다</a:t>
            </a:r>
          </a:p>
        </p:txBody>
      </p:sp>
      <p:sp>
        <p:nvSpPr>
          <p:cNvPr id="4" name="">
            <a:extLst xmlns:a="http://schemas.openxmlformats.org/drawingml/2006/main">
              <a:ext uri="{FF2B5EF4-FFF2-40B4-BE49-F238E27FC236}">
                <a16:creationId xmlns:a16="http://schemas.microsoft.com/office/drawing/2014/main" id="{B2577316-040B-47F7-9EB8-F0598F66A9E6}"/>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7E0E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BB3800C-A24A-486B-8E20-65AE2774B536}"/>
              </a:ext>
            </a:extLst>
          </p:cNvPr>
          <p:cNvSpPr>
            <a:spLocks xmlns:a="http://schemas.openxmlformats.org/drawingml/2006/main" noGrp="1"/>
          </p:cNvSpPr>
          <p:nvPr/>
        </p:nvSpPr>
        <p:spPr>
          <a:xfrm xmlns:a="http://schemas.openxmlformats.org/drawingml/2006/main">
            <a:off x="609600" y="6343650"/>
            <a:ext cx="1028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5D6D84"/>
                </a:solidFill>
                <a:latin typeface="Apple SD Gothic Neo"/>
                <a:ea typeface="Apple SD Gothic Neo"/>
                <a:cs typeface="Apple SD Gothic Neo"/>
              </a:defRPr>
            </a:defPPr>
            <a:lvl1pPr>
              <a:defRPr sz="975" b="0">
                <a:solidFill>
                  <a:srgbClr val="5D6D84"/>
                </a:solidFill>
                <a:latin typeface="Apple SD Gothic Neo"/>
                <a:ea typeface="Apple SD Gothic Neo"/>
                <a:cs typeface="Apple SD Gothic Neo"/>
              </a:defRPr>
            </a:lvl1pPr>
            <a:lvl2pPr>
              <a:defRPr sz="975" b="0">
                <a:solidFill>
                  <a:srgbClr val="5D6D84"/>
                </a:solidFill>
                <a:latin typeface="Apple SD Gothic Neo"/>
                <a:ea typeface="Apple SD Gothic Neo"/>
                <a:cs typeface="Apple SD Gothic Neo"/>
              </a:defRPr>
            </a:lvl2pPr>
            <a:lvl3pPr>
              <a:defRPr sz="975" b="0">
                <a:solidFill>
                  <a:srgbClr val="5D6D84"/>
                </a:solidFill>
                <a:latin typeface="Apple SD Gothic Neo"/>
                <a:ea typeface="Apple SD Gothic Neo"/>
                <a:cs typeface="Apple SD Gothic Neo"/>
              </a:defRPr>
            </a:lvl3pPr>
            <a:lvl4pPr>
              <a:defRPr sz="975" b="0">
                <a:solidFill>
                  <a:srgbClr val="5D6D84"/>
                </a:solidFill>
                <a:latin typeface="Apple SD Gothic Neo"/>
                <a:ea typeface="Apple SD Gothic Neo"/>
                <a:cs typeface="Apple SD Gothic Neo"/>
              </a:defRPr>
            </a:lvl4pPr>
            <a:lvl5pPr>
              <a:defRPr sz="975" b="0">
                <a:solidFill>
                  <a:srgbClr val="5D6D84"/>
                </a:solidFill>
                <a:latin typeface="Apple SD Gothic Neo"/>
                <a:ea typeface="Apple SD Gothic Neo"/>
                <a:cs typeface="Apple SD Gothic Neo"/>
              </a:defRPr>
            </a:lvl5pPr>
            <a:lvl6pPr>
              <a:defRPr sz="975" b="0">
                <a:solidFill>
                  <a:srgbClr val="5D6D84"/>
                </a:solidFill>
                <a:latin typeface="Apple SD Gothic Neo"/>
                <a:ea typeface="Apple SD Gothic Neo"/>
                <a:cs typeface="Apple SD Gothic Neo"/>
              </a:defRPr>
            </a:lvl6pPr>
            <a:lvl7pPr>
              <a:defRPr sz="975" b="0">
                <a:solidFill>
                  <a:srgbClr val="5D6D84"/>
                </a:solidFill>
                <a:latin typeface="Apple SD Gothic Neo"/>
                <a:ea typeface="Apple SD Gothic Neo"/>
                <a:cs typeface="Apple SD Gothic Neo"/>
              </a:defRPr>
            </a:lvl7pPr>
            <a:lvl8pPr>
              <a:defRPr sz="975" b="0">
                <a:solidFill>
                  <a:srgbClr val="5D6D84"/>
                </a:solidFill>
                <a:latin typeface="Apple SD Gothic Neo"/>
                <a:ea typeface="Apple SD Gothic Neo"/>
                <a:cs typeface="Apple SD Gothic Neo"/>
              </a:defRPr>
            </a:lvl8pPr>
            <a:lvl9pPr>
              <a:defRPr sz="975" b="0">
                <a:solidFill>
                  <a:srgbClr val="5D6D84"/>
                </a:solidFill>
                <a:latin typeface="Apple SD Gothic Neo"/>
                <a:ea typeface="Apple SD Gothic Neo"/>
                <a:cs typeface="Apple SD Gothic Neo"/>
              </a:defRPr>
            </a:lvl9pPr>
          </a:lstStyle>
          <a:p xmlns:a="http://schemas.openxmlformats.org/drawingml/2006/main">
            <a:pPr>
              <a:defRPr sz="975" b="0">
                <a:solidFill>
                  <a:srgbClr val="5D6D84"/>
                </a:solidFill>
                <a:latin typeface="Apple SD Gothic Neo"/>
                <a:ea typeface="Apple SD Gothic Neo"/>
                <a:cs typeface="Apple SD Gothic Neo"/>
              </a:defRPr>
            </a:pPr>
            <a:r>
              <a:rPr sz="975" b="0">
                <a:solidFill>
                  <a:srgbClr val="5D6D84"/>
                </a:solidFill>
                <a:latin typeface="Apple SD Gothic Neo"/>
                <a:ea typeface="Apple SD Gothic Neo"/>
                <a:cs typeface="Apple SD Gothic Neo"/>
              </a:rPr>
              <a:t>근거: resolve_followup(), route_node() / F02·F05·F06·F07</a:t>
            </a:r>
          </a:p>
        </p:txBody>
      </p:sp>
      <p:sp>
        <p:nvSpPr>
          <p:cNvPr id="6" name="">
            <a:extLst xmlns:a="http://schemas.openxmlformats.org/drawingml/2006/main">
              <a:ext uri="{FF2B5EF4-FFF2-40B4-BE49-F238E27FC236}">
                <a16:creationId xmlns:a16="http://schemas.microsoft.com/office/drawing/2014/main" id="{34B560A9-9C94-4BBA-8600-B251295993A0}"/>
              </a:ext>
            </a:extLst>
          </p:cNvPr>
          <p:cNvSpPr>
            <a:spLocks xmlns:a="http://schemas.openxmlformats.org/drawingml/2006/main" noGrp="1"/>
          </p:cNvSpPr>
          <p:nvPr/>
        </p:nvSpPr>
        <p:spPr>
          <a:xfrm xmlns:a="http://schemas.openxmlformats.org/drawingml/2006/main">
            <a:off x="11049000" y="6334125"/>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5D6D84"/>
                </a:solidFill>
                <a:latin typeface="Apple SD Gothic Neo"/>
                <a:ea typeface="Apple SD Gothic Neo"/>
                <a:cs typeface="Apple SD Gothic Neo"/>
              </a:defRPr>
            </a:defPPr>
            <a:lvl1pPr>
              <a:defRPr sz="1125" b="1">
                <a:solidFill>
                  <a:srgbClr val="5D6D84"/>
                </a:solidFill>
                <a:latin typeface="Apple SD Gothic Neo"/>
                <a:ea typeface="Apple SD Gothic Neo"/>
                <a:cs typeface="Apple SD Gothic Neo"/>
              </a:defRPr>
            </a:lvl1pPr>
            <a:lvl2pPr>
              <a:defRPr sz="1125" b="1">
                <a:solidFill>
                  <a:srgbClr val="5D6D84"/>
                </a:solidFill>
                <a:latin typeface="Apple SD Gothic Neo"/>
                <a:ea typeface="Apple SD Gothic Neo"/>
                <a:cs typeface="Apple SD Gothic Neo"/>
              </a:defRPr>
            </a:lvl2pPr>
            <a:lvl3pPr>
              <a:defRPr sz="1125" b="1">
                <a:solidFill>
                  <a:srgbClr val="5D6D84"/>
                </a:solidFill>
                <a:latin typeface="Apple SD Gothic Neo"/>
                <a:ea typeface="Apple SD Gothic Neo"/>
                <a:cs typeface="Apple SD Gothic Neo"/>
              </a:defRPr>
            </a:lvl3pPr>
            <a:lvl4pPr>
              <a:defRPr sz="1125" b="1">
                <a:solidFill>
                  <a:srgbClr val="5D6D84"/>
                </a:solidFill>
                <a:latin typeface="Apple SD Gothic Neo"/>
                <a:ea typeface="Apple SD Gothic Neo"/>
                <a:cs typeface="Apple SD Gothic Neo"/>
              </a:defRPr>
            </a:lvl4pPr>
            <a:lvl5pPr>
              <a:defRPr sz="1125" b="1">
                <a:solidFill>
                  <a:srgbClr val="5D6D84"/>
                </a:solidFill>
                <a:latin typeface="Apple SD Gothic Neo"/>
                <a:ea typeface="Apple SD Gothic Neo"/>
                <a:cs typeface="Apple SD Gothic Neo"/>
              </a:defRPr>
            </a:lvl5pPr>
            <a:lvl6pPr>
              <a:defRPr sz="1125" b="1">
                <a:solidFill>
                  <a:srgbClr val="5D6D84"/>
                </a:solidFill>
                <a:latin typeface="Apple SD Gothic Neo"/>
                <a:ea typeface="Apple SD Gothic Neo"/>
                <a:cs typeface="Apple SD Gothic Neo"/>
              </a:defRPr>
            </a:lvl6pPr>
            <a:lvl7pPr>
              <a:defRPr sz="1125" b="1">
                <a:solidFill>
                  <a:srgbClr val="5D6D84"/>
                </a:solidFill>
                <a:latin typeface="Apple SD Gothic Neo"/>
                <a:ea typeface="Apple SD Gothic Neo"/>
                <a:cs typeface="Apple SD Gothic Neo"/>
              </a:defRPr>
            </a:lvl7pPr>
            <a:lvl8pPr>
              <a:defRPr sz="1125" b="1">
                <a:solidFill>
                  <a:srgbClr val="5D6D84"/>
                </a:solidFill>
                <a:latin typeface="Apple SD Gothic Neo"/>
                <a:ea typeface="Apple SD Gothic Neo"/>
                <a:cs typeface="Apple SD Gothic Neo"/>
              </a:defRPr>
            </a:lvl8pPr>
            <a:lvl9pPr>
              <a:defRPr sz="1125" b="1">
                <a:solidFill>
                  <a:srgbClr val="5D6D84"/>
                </a:solidFill>
                <a:latin typeface="Apple SD Gothic Neo"/>
                <a:ea typeface="Apple SD Gothic Neo"/>
                <a:cs typeface="Apple SD Gothic Neo"/>
              </a:defRPr>
            </a:lvl9pPr>
          </a:lstStyle>
          <a:p xmlns:a="http://schemas.openxmlformats.org/drawingml/2006/main">
            <a:pPr>
              <a:defRPr sz="1125" b="1">
                <a:solidFill>
                  <a:srgbClr val="5D6D84"/>
                </a:solidFill>
                <a:latin typeface="Apple SD Gothic Neo"/>
                <a:ea typeface="Apple SD Gothic Neo"/>
                <a:cs typeface="Apple SD Gothic Neo"/>
              </a:defRPr>
            </a:pPr>
            <a:r>
              <a:rPr sz="1125" b="1">
                <a:solidFill>
                  <a:srgbClr val="5D6D84"/>
                </a:solidFill>
                <a:latin typeface="Apple SD Gothic Neo"/>
                <a:ea typeface="Apple SD Gothic Neo"/>
                <a:cs typeface="Apple SD Gothic Neo"/>
              </a:rPr>
              <a:t>05</a:t>
            </a:r>
          </a:p>
        </p:txBody>
      </p:sp>
      <p:sp>
        <p:nvSpPr>
          <p:cNvPr id="7" name="">
            <a:extLst xmlns:a="http://schemas.openxmlformats.org/drawingml/2006/main">
              <a:ext uri="{FF2B5EF4-FFF2-40B4-BE49-F238E27FC236}">
                <a16:creationId xmlns:a16="http://schemas.microsoft.com/office/drawing/2014/main" id="{7528AFEE-BD31-415A-8B6B-ED36C0C6C421}"/>
              </a:ext>
            </a:extLst>
          </p:cNvPr>
          <p:cNvSpPr>
            <a:spLocks xmlns:a="http://schemas.openxmlformats.org/drawingml/2006/main" noGrp="1"/>
          </p:cNvSpPr>
          <p:nvPr/>
        </p:nvSpPr>
        <p:spPr>
          <a:xfrm xmlns:a="http://schemas.openxmlformats.org/drawingml/2006/main">
            <a:off x="609600" y="1924050"/>
            <a:ext cx="3409950" cy="33337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CF640E3-EDF7-47B7-9560-1262B5F30C93}"/>
              </a:ext>
            </a:extLst>
          </p:cNvPr>
          <p:cNvSpPr>
            <a:spLocks xmlns:a="http://schemas.openxmlformats.org/drawingml/2006/main" noGrp="1"/>
          </p:cNvSpPr>
          <p:nvPr/>
        </p:nvSpPr>
        <p:spPr>
          <a:xfrm xmlns:a="http://schemas.openxmlformats.org/drawingml/2006/main">
            <a:off x="609600" y="1924050"/>
            <a:ext cx="57150" cy="333375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2264735-FC5A-469F-96D4-F34A5CE0E7A8}"/>
              </a:ext>
            </a:extLst>
          </p:cNvPr>
          <p:cNvSpPr>
            <a:spLocks xmlns:a="http://schemas.openxmlformats.org/drawingml/2006/main" noGrp="1"/>
          </p:cNvSpPr>
          <p:nvPr/>
        </p:nvSpPr>
        <p:spPr>
          <a:xfrm xmlns:a="http://schemas.openxmlformats.org/drawingml/2006/main">
            <a:off x="857250" y="217170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defRPr sz="2100" b="1">
                <a:solidFill>
                  <a:srgbClr val="172B4D"/>
                </a:solidFill>
                <a:latin typeface="Apple SD Gothic Neo"/>
                <a:ea typeface="Apple SD Gothic Neo"/>
                <a:cs typeface="Apple SD Gothic Neo"/>
              </a:defRPr>
            </a:lvl1pPr>
            <a:lvl2pPr>
              <a:defRPr sz="2100" b="1">
                <a:solidFill>
                  <a:srgbClr val="172B4D"/>
                </a:solidFill>
                <a:latin typeface="Apple SD Gothic Neo"/>
                <a:ea typeface="Apple SD Gothic Neo"/>
                <a:cs typeface="Apple SD Gothic Neo"/>
              </a:defRPr>
            </a:lvl2pPr>
            <a:lvl3pPr>
              <a:defRPr sz="2100" b="1">
                <a:solidFill>
                  <a:srgbClr val="172B4D"/>
                </a:solidFill>
                <a:latin typeface="Apple SD Gothic Neo"/>
                <a:ea typeface="Apple SD Gothic Neo"/>
                <a:cs typeface="Apple SD Gothic Neo"/>
              </a:defRPr>
            </a:lvl3pPr>
            <a:lvl4pPr>
              <a:defRPr sz="2100" b="1">
                <a:solidFill>
                  <a:srgbClr val="172B4D"/>
                </a:solidFill>
                <a:latin typeface="Apple SD Gothic Neo"/>
                <a:ea typeface="Apple SD Gothic Neo"/>
                <a:cs typeface="Apple SD Gothic Neo"/>
              </a:defRPr>
            </a:lvl4pPr>
            <a:lvl5pPr>
              <a:defRPr sz="2100" b="1">
                <a:solidFill>
                  <a:srgbClr val="172B4D"/>
                </a:solidFill>
                <a:latin typeface="Apple SD Gothic Neo"/>
                <a:ea typeface="Apple SD Gothic Neo"/>
                <a:cs typeface="Apple SD Gothic Neo"/>
              </a:defRPr>
            </a:lvl5pPr>
            <a:lvl6pPr>
              <a:defRPr sz="2100" b="1">
                <a:solidFill>
                  <a:srgbClr val="172B4D"/>
                </a:solidFill>
                <a:latin typeface="Apple SD Gothic Neo"/>
                <a:ea typeface="Apple SD Gothic Neo"/>
                <a:cs typeface="Apple SD Gothic Neo"/>
              </a:defRPr>
            </a:lvl6pPr>
            <a:lvl7pPr>
              <a:defRPr sz="2100" b="1">
                <a:solidFill>
                  <a:srgbClr val="172B4D"/>
                </a:solidFill>
                <a:latin typeface="Apple SD Gothic Neo"/>
                <a:ea typeface="Apple SD Gothic Neo"/>
                <a:cs typeface="Apple SD Gothic Neo"/>
              </a:defRPr>
            </a:lvl7pPr>
            <a:lvl8pPr>
              <a:defRPr sz="2100" b="1">
                <a:solidFill>
                  <a:srgbClr val="172B4D"/>
                </a:solidFill>
                <a:latin typeface="Apple SD Gothic Neo"/>
                <a:ea typeface="Apple SD Gothic Neo"/>
                <a:cs typeface="Apple SD Gothic Neo"/>
              </a:defRPr>
            </a:lvl8pPr>
            <a:lvl9pPr>
              <a:defRPr sz="2100" b="1">
                <a:solidFill>
                  <a:srgbClr val="172B4D"/>
                </a:solidFill>
                <a:latin typeface="Apple SD Gothic Neo"/>
                <a:ea typeface="Apple SD Gothic Neo"/>
                <a:cs typeface="Apple SD Gothic Neo"/>
              </a:defRPr>
            </a:lvl9pPr>
          </a:lstStyle>
          <a:p xmlns:a="http://schemas.openxmlformats.org/drawingml/2006/main">
            <a:pPr>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대상이 하나</a:t>
            </a:r>
          </a:p>
        </p:txBody>
      </p:sp>
      <p:sp>
        <p:nvSpPr>
          <p:cNvPr id="10" name="">
            <a:extLst xmlns:a="http://schemas.openxmlformats.org/drawingml/2006/main">
              <a:ext uri="{FF2B5EF4-FFF2-40B4-BE49-F238E27FC236}">
                <a16:creationId xmlns:a16="http://schemas.microsoft.com/office/drawing/2014/main" id="{FCFAC265-C1DF-4265-A32F-9A82B23C8A42}"/>
              </a:ext>
            </a:extLst>
          </p:cNvPr>
          <p:cNvSpPr>
            <a:spLocks xmlns:a="http://schemas.openxmlformats.org/drawingml/2006/main" noGrp="1"/>
          </p:cNvSpPr>
          <p:nvPr/>
        </p:nvSpPr>
        <p:spPr>
          <a:xfrm xmlns:a="http://schemas.openxmlformats.org/drawingml/2006/main">
            <a:off x="857250" y="299085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defRPr sz="1800" b="0">
                <a:solidFill>
                  <a:srgbClr val="253650"/>
                </a:solidFill>
                <a:latin typeface="Apple SD Gothic Neo"/>
                <a:ea typeface="Apple SD Gothic Neo"/>
                <a:cs typeface="Apple SD Gothic Neo"/>
              </a:defRPr>
            </a:lvl1pPr>
            <a:lvl2pPr>
              <a:defRPr sz="1800" b="0">
                <a:solidFill>
                  <a:srgbClr val="253650"/>
                </a:solidFill>
                <a:latin typeface="Apple SD Gothic Neo"/>
                <a:ea typeface="Apple SD Gothic Neo"/>
                <a:cs typeface="Apple SD Gothic Neo"/>
              </a:defRPr>
            </a:lvl2pPr>
            <a:lvl3pPr>
              <a:defRPr sz="1800" b="0">
                <a:solidFill>
                  <a:srgbClr val="253650"/>
                </a:solidFill>
                <a:latin typeface="Apple SD Gothic Neo"/>
                <a:ea typeface="Apple SD Gothic Neo"/>
                <a:cs typeface="Apple SD Gothic Neo"/>
              </a:defRPr>
            </a:lvl3pPr>
            <a:lvl4pPr>
              <a:defRPr sz="1800" b="0">
                <a:solidFill>
                  <a:srgbClr val="253650"/>
                </a:solidFill>
                <a:latin typeface="Apple SD Gothic Neo"/>
                <a:ea typeface="Apple SD Gothic Neo"/>
                <a:cs typeface="Apple SD Gothic Neo"/>
              </a:defRPr>
            </a:lvl4pPr>
            <a:lvl5pPr>
              <a:defRPr sz="1800" b="0">
                <a:solidFill>
                  <a:srgbClr val="253650"/>
                </a:solidFill>
                <a:latin typeface="Apple SD Gothic Neo"/>
                <a:ea typeface="Apple SD Gothic Neo"/>
                <a:cs typeface="Apple SD Gothic Neo"/>
              </a:defRPr>
            </a:lvl5pPr>
            <a:lvl6pPr>
              <a:defRPr sz="1800" b="0">
                <a:solidFill>
                  <a:srgbClr val="253650"/>
                </a:solidFill>
                <a:latin typeface="Apple SD Gothic Neo"/>
                <a:ea typeface="Apple SD Gothic Neo"/>
                <a:cs typeface="Apple SD Gothic Neo"/>
              </a:defRPr>
            </a:lvl6pPr>
            <a:lvl7pPr>
              <a:defRPr sz="1800" b="0">
                <a:solidFill>
                  <a:srgbClr val="253650"/>
                </a:solidFill>
                <a:latin typeface="Apple SD Gothic Neo"/>
                <a:ea typeface="Apple SD Gothic Neo"/>
                <a:cs typeface="Apple SD Gothic Neo"/>
              </a:defRPr>
            </a:lvl7pPr>
            <a:lvl8pPr>
              <a:defRPr sz="1800" b="0">
                <a:solidFill>
                  <a:srgbClr val="253650"/>
                </a:solidFill>
                <a:latin typeface="Apple SD Gothic Neo"/>
                <a:ea typeface="Apple SD Gothic Neo"/>
                <a:cs typeface="Apple SD Gothic Neo"/>
              </a:defRPr>
            </a:lvl8pPr>
            <a:lvl9pPr>
              <a:defRPr sz="1800" b="0">
                <a:solidFill>
                  <a:srgbClr val="253650"/>
                </a:solidFill>
                <a:latin typeface="Apple SD Gothic Neo"/>
                <a:ea typeface="Apple SD Gothic Neo"/>
                <a:cs typeface="Apple SD Gothic Neo"/>
              </a:defRPr>
            </a:lvl9pPr>
          </a:lstStyle>
          <a:p xmlns:a="http://schemas.openxmlformats.org/drawingml/2006/main">
            <a:pPr>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이전 사용자 메시지의 서비스 이름만 연결합니다.</a:t>
            </a:r>
          </a:p>
          <a:p xmlns:a="http://schemas.openxmlformats.org/drawingml/2006/main">
            <a:pPr>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예전 CPU·메모리는 새 근거로 복사하지 않습니다.</a:t>
            </a:r>
          </a:p>
        </p:txBody>
      </p:sp>
      <p:sp>
        <p:nvSpPr>
          <p:cNvPr id="11" name="">
            <a:extLst xmlns:a="http://schemas.openxmlformats.org/drawingml/2006/main">
              <a:ext uri="{FF2B5EF4-FFF2-40B4-BE49-F238E27FC236}">
                <a16:creationId xmlns:a16="http://schemas.microsoft.com/office/drawing/2014/main" id="{59093194-55DA-49F2-9F19-A1C70EE890F3}"/>
              </a:ext>
            </a:extLst>
          </p:cNvPr>
          <p:cNvSpPr>
            <a:spLocks xmlns:a="http://schemas.openxmlformats.org/drawingml/2006/main" noGrp="1"/>
          </p:cNvSpPr>
          <p:nvPr/>
        </p:nvSpPr>
        <p:spPr>
          <a:xfrm xmlns:a="http://schemas.openxmlformats.org/drawingml/2006/main">
            <a:off x="4381500" y="1924050"/>
            <a:ext cx="3409950" cy="33337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96CDE62-7C3A-4718-A13F-935A0AAF3FF9}"/>
              </a:ext>
            </a:extLst>
          </p:cNvPr>
          <p:cNvSpPr>
            <a:spLocks xmlns:a="http://schemas.openxmlformats.org/drawingml/2006/main" noGrp="1"/>
          </p:cNvSpPr>
          <p:nvPr/>
        </p:nvSpPr>
        <p:spPr>
          <a:xfrm xmlns:a="http://schemas.openxmlformats.org/drawingml/2006/main">
            <a:off x="4381500" y="1924050"/>
            <a:ext cx="57150" cy="333375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63D276A-66D8-4043-B062-C9046AB4EB66}"/>
              </a:ext>
            </a:extLst>
          </p:cNvPr>
          <p:cNvSpPr>
            <a:spLocks xmlns:a="http://schemas.openxmlformats.org/drawingml/2006/main" noGrp="1"/>
          </p:cNvSpPr>
          <p:nvPr/>
        </p:nvSpPr>
        <p:spPr>
          <a:xfrm xmlns:a="http://schemas.openxmlformats.org/drawingml/2006/main">
            <a:off x="4629150" y="217170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defRPr sz="2100" b="1">
                <a:solidFill>
                  <a:srgbClr val="172B4D"/>
                </a:solidFill>
                <a:latin typeface="Apple SD Gothic Neo"/>
                <a:ea typeface="Apple SD Gothic Neo"/>
                <a:cs typeface="Apple SD Gothic Neo"/>
              </a:defRPr>
            </a:lvl1pPr>
            <a:lvl2pPr>
              <a:defRPr sz="2100" b="1">
                <a:solidFill>
                  <a:srgbClr val="172B4D"/>
                </a:solidFill>
                <a:latin typeface="Apple SD Gothic Neo"/>
                <a:ea typeface="Apple SD Gothic Neo"/>
                <a:cs typeface="Apple SD Gothic Neo"/>
              </a:defRPr>
            </a:lvl2pPr>
            <a:lvl3pPr>
              <a:defRPr sz="2100" b="1">
                <a:solidFill>
                  <a:srgbClr val="172B4D"/>
                </a:solidFill>
                <a:latin typeface="Apple SD Gothic Neo"/>
                <a:ea typeface="Apple SD Gothic Neo"/>
                <a:cs typeface="Apple SD Gothic Neo"/>
              </a:defRPr>
            </a:lvl3pPr>
            <a:lvl4pPr>
              <a:defRPr sz="2100" b="1">
                <a:solidFill>
                  <a:srgbClr val="172B4D"/>
                </a:solidFill>
                <a:latin typeface="Apple SD Gothic Neo"/>
                <a:ea typeface="Apple SD Gothic Neo"/>
                <a:cs typeface="Apple SD Gothic Neo"/>
              </a:defRPr>
            </a:lvl4pPr>
            <a:lvl5pPr>
              <a:defRPr sz="2100" b="1">
                <a:solidFill>
                  <a:srgbClr val="172B4D"/>
                </a:solidFill>
                <a:latin typeface="Apple SD Gothic Neo"/>
                <a:ea typeface="Apple SD Gothic Neo"/>
                <a:cs typeface="Apple SD Gothic Neo"/>
              </a:defRPr>
            </a:lvl5pPr>
            <a:lvl6pPr>
              <a:defRPr sz="2100" b="1">
                <a:solidFill>
                  <a:srgbClr val="172B4D"/>
                </a:solidFill>
                <a:latin typeface="Apple SD Gothic Neo"/>
                <a:ea typeface="Apple SD Gothic Neo"/>
                <a:cs typeface="Apple SD Gothic Neo"/>
              </a:defRPr>
            </a:lvl6pPr>
            <a:lvl7pPr>
              <a:defRPr sz="2100" b="1">
                <a:solidFill>
                  <a:srgbClr val="172B4D"/>
                </a:solidFill>
                <a:latin typeface="Apple SD Gothic Neo"/>
                <a:ea typeface="Apple SD Gothic Neo"/>
                <a:cs typeface="Apple SD Gothic Neo"/>
              </a:defRPr>
            </a:lvl7pPr>
            <a:lvl8pPr>
              <a:defRPr sz="2100" b="1">
                <a:solidFill>
                  <a:srgbClr val="172B4D"/>
                </a:solidFill>
                <a:latin typeface="Apple SD Gothic Neo"/>
                <a:ea typeface="Apple SD Gothic Neo"/>
                <a:cs typeface="Apple SD Gothic Neo"/>
              </a:defRPr>
            </a:lvl8pPr>
            <a:lvl9pPr>
              <a:defRPr sz="2100" b="1">
                <a:solidFill>
                  <a:srgbClr val="172B4D"/>
                </a:solidFill>
                <a:latin typeface="Apple SD Gothic Neo"/>
                <a:ea typeface="Apple SD Gothic Neo"/>
                <a:cs typeface="Apple SD Gothic Neo"/>
              </a:defRPr>
            </a:lvl9pPr>
          </a:lstStyle>
          <a:p xmlns:a="http://schemas.openxmlformats.org/drawingml/2006/main">
            <a:pPr>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대상이 모호함</a:t>
            </a:r>
          </a:p>
        </p:txBody>
      </p:sp>
      <p:sp>
        <p:nvSpPr>
          <p:cNvPr id="14" name="">
            <a:extLst xmlns:a="http://schemas.openxmlformats.org/drawingml/2006/main">
              <a:ext uri="{FF2B5EF4-FFF2-40B4-BE49-F238E27FC236}">
                <a16:creationId xmlns:a16="http://schemas.microsoft.com/office/drawing/2014/main" id="{123BDBDF-1882-4E84-8051-1354F7945E3A}"/>
              </a:ext>
            </a:extLst>
          </p:cNvPr>
          <p:cNvSpPr>
            <a:spLocks xmlns:a="http://schemas.openxmlformats.org/drawingml/2006/main" noGrp="1"/>
          </p:cNvSpPr>
          <p:nvPr/>
        </p:nvSpPr>
        <p:spPr>
          <a:xfrm xmlns:a="http://schemas.openxmlformats.org/drawingml/2006/main">
            <a:off x="4629150" y="299085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defRPr sz="1800" b="0">
                <a:solidFill>
                  <a:srgbClr val="253650"/>
                </a:solidFill>
                <a:latin typeface="Apple SD Gothic Neo"/>
                <a:ea typeface="Apple SD Gothic Neo"/>
                <a:cs typeface="Apple SD Gothic Neo"/>
              </a:defRPr>
            </a:lvl1pPr>
            <a:lvl2pPr>
              <a:defRPr sz="1800" b="0">
                <a:solidFill>
                  <a:srgbClr val="253650"/>
                </a:solidFill>
                <a:latin typeface="Apple SD Gothic Neo"/>
                <a:ea typeface="Apple SD Gothic Neo"/>
                <a:cs typeface="Apple SD Gothic Neo"/>
              </a:defRPr>
            </a:lvl2pPr>
            <a:lvl3pPr>
              <a:defRPr sz="1800" b="0">
                <a:solidFill>
                  <a:srgbClr val="253650"/>
                </a:solidFill>
                <a:latin typeface="Apple SD Gothic Neo"/>
                <a:ea typeface="Apple SD Gothic Neo"/>
                <a:cs typeface="Apple SD Gothic Neo"/>
              </a:defRPr>
            </a:lvl3pPr>
            <a:lvl4pPr>
              <a:defRPr sz="1800" b="0">
                <a:solidFill>
                  <a:srgbClr val="253650"/>
                </a:solidFill>
                <a:latin typeface="Apple SD Gothic Neo"/>
                <a:ea typeface="Apple SD Gothic Neo"/>
                <a:cs typeface="Apple SD Gothic Neo"/>
              </a:defRPr>
            </a:lvl4pPr>
            <a:lvl5pPr>
              <a:defRPr sz="1800" b="0">
                <a:solidFill>
                  <a:srgbClr val="253650"/>
                </a:solidFill>
                <a:latin typeface="Apple SD Gothic Neo"/>
                <a:ea typeface="Apple SD Gothic Neo"/>
                <a:cs typeface="Apple SD Gothic Neo"/>
              </a:defRPr>
            </a:lvl5pPr>
            <a:lvl6pPr>
              <a:defRPr sz="1800" b="0">
                <a:solidFill>
                  <a:srgbClr val="253650"/>
                </a:solidFill>
                <a:latin typeface="Apple SD Gothic Neo"/>
                <a:ea typeface="Apple SD Gothic Neo"/>
                <a:cs typeface="Apple SD Gothic Neo"/>
              </a:defRPr>
            </a:lvl6pPr>
            <a:lvl7pPr>
              <a:defRPr sz="1800" b="0">
                <a:solidFill>
                  <a:srgbClr val="253650"/>
                </a:solidFill>
                <a:latin typeface="Apple SD Gothic Neo"/>
                <a:ea typeface="Apple SD Gothic Neo"/>
                <a:cs typeface="Apple SD Gothic Neo"/>
              </a:defRPr>
            </a:lvl7pPr>
            <a:lvl8pPr>
              <a:defRPr sz="1800" b="0">
                <a:solidFill>
                  <a:srgbClr val="253650"/>
                </a:solidFill>
                <a:latin typeface="Apple SD Gothic Neo"/>
                <a:ea typeface="Apple SD Gothic Neo"/>
                <a:cs typeface="Apple SD Gothic Neo"/>
              </a:defRPr>
            </a:lvl8pPr>
            <a:lvl9pPr>
              <a:defRPr sz="1800" b="0">
                <a:solidFill>
                  <a:srgbClr val="253650"/>
                </a:solidFill>
                <a:latin typeface="Apple SD Gothic Neo"/>
                <a:ea typeface="Apple SD Gothic Neo"/>
                <a:cs typeface="Apple SD Gothic Neo"/>
              </a:defRPr>
            </a:lvl9pPr>
          </a:lstStyle>
          <a:p xmlns:a="http://schemas.openxmlformats.org/drawingml/2006/main">
            <a:pPr>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두 서비스를 말한 뒤 ‘그 서비스’라고 하면 이름을 되묻습니다.</a:t>
            </a:r>
          </a:p>
          <a:p xmlns:a="http://schemas.openxmlformats.org/drawingml/2006/main">
            <a:pPr>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임의로 조회하지 않습니다.</a:t>
            </a:r>
          </a:p>
        </p:txBody>
      </p:sp>
      <p:sp>
        <p:nvSpPr>
          <p:cNvPr id="15" name="">
            <a:extLst xmlns:a="http://schemas.openxmlformats.org/drawingml/2006/main">
              <a:ext uri="{FF2B5EF4-FFF2-40B4-BE49-F238E27FC236}">
                <a16:creationId xmlns:a16="http://schemas.microsoft.com/office/drawing/2014/main" id="{D61EC303-78B8-4F60-86EA-45C4FC456805}"/>
              </a:ext>
            </a:extLst>
          </p:cNvPr>
          <p:cNvSpPr>
            <a:spLocks xmlns:a="http://schemas.openxmlformats.org/drawingml/2006/main" noGrp="1"/>
          </p:cNvSpPr>
          <p:nvPr/>
        </p:nvSpPr>
        <p:spPr>
          <a:xfrm xmlns:a="http://schemas.openxmlformats.org/drawingml/2006/main">
            <a:off x="8153400" y="1924050"/>
            <a:ext cx="3409950" cy="33337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267883C-3803-4184-BCDA-D1966493307E}"/>
              </a:ext>
            </a:extLst>
          </p:cNvPr>
          <p:cNvSpPr>
            <a:spLocks xmlns:a="http://schemas.openxmlformats.org/drawingml/2006/main" noGrp="1"/>
          </p:cNvSpPr>
          <p:nvPr/>
        </p:nvSpPr>
        <p:spPr>
          <a:xfrm xmlns:a="http://schemas.openxmlformats.org/drawingml/2006/main">
            <a:off x="8153400" y="1924050"/>
            <a:ext cx="57150" cy="3333750"/>
          </a:xfrm>
          <a:prstGeom xmlns:a="http://schemas.openxmlformats.org/drawingml/2006/main" prst="rect">
            <a:avLst/>
          </a:prstGeom>
          <a:solidFill xmlns:a="http://schemas.openxmlformats.org/drawingml/2006/main">
            <a:srgbClr val="0E7267"/>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88143AF-8A36-4DA0-A07F-62162196BB0C}"/>
              </a:ext>
            </a:extLst>
          </p:cNvPr>
          <p:cNvSpPr>
            <a:spLocks xmlns:a="http://schemas.openxmlformats.org/drawingml/2006/main" noGrp="1"/>
          </p:cNvSpPr>
          <p:nvPr/>
        </p:nvSpPr>
        <p:spPr>
          <a:xfrm xmlns:a="http://schemas.openxmlformats.org/drawingml/2006/main">
            <a:off x="8401050" y="217170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defRPr sz="2100" b="1">
                <a:solidFill>
                  <a:srgbClr val="172B4D"/>
                </a:solidFill>
                <a:latin typeface="Apple SD Gothic Neo"/>
                <a:ea typeface="Apple SD Gothic Neo"/>
                <a:cs typeface="Apple SD Gothic Neo"/>
              </a:defRPr>
            </a:lvl1pPr>
            <a:lvl2pPr>
              <a:defRPr sz="2100" b="1">
                <a:solidFill>
                  <a:srgbClr val="172B4D"/>
                </a:solidFill>
                <a:latin typeface="Apple SD Gothic Neo"/>
                <a:ea typeface="Apple SD Gothic Neo"/>
                <a:cs typeface="Apple SD Gothic Neo"/>
              </a:defRPr>
            </a:lvl2pPr>
            <a:lvl3pPr>
              <a:defRPr sz="2100" b="1">
                <a:solidFill>
                  <a:srgbClr val="172B4D"/>
                </a:solidFill>
                <a:latin typeface="Apple SD Gothic Neo"/>
                <a:ea typeface="Apple SD Gothic Neo"/>
                <a:cs typeface="Apple SD Gothic Neo"/>
              </a:defRPr>
            </a:lvl3pPr>
            <a:lvl4pPr>
              <a:defRPr sz="2100" b="1">
                <a:solidFill>
                  <a:srgbClr val="172B4D"/>
                </a:solidFill>
                <a:latin typeface="Apple SD Gothic Neo"/>
                <a:ea typeface="Apple SD Gothic Neo"/>
                <a:cs typeface="Apple SD Gothic Neo"/>
              </a:defRPr>
            </a:lvl4pPr>
            <a:lvl5pPr>
              <a:defRPr sz="2100" b="1">
                <a:solidFill>
                  <a:srgbClr val="172B4D"/>
                </a:solidFill>
                <a:latin typeface="Apple SD Gothic Neo"/>
                <a:ea typeface="Apple SD Gothic Neo"/>
                <a:cs typeface="Apple SD Gothic Neo"/>
              </a:defRPr>
            </a:lvl5pPr>
            <a:lvl6pPr>
              <a:defRPr sz="2100" b="1">
                <a:solidFill>
                  <a:srgbClr val="172B4D"/>
                </a:solidFill>
                <a:latin typeface="Apple SD Gothic Neo"/>
                <a:ea typeface="Apple SD Gothic Neo"/>
                <a:cs typeface="Apple SD Gothic Neo"/>
              </a:defRPr>
            </a:lvl6pPr>
            <a:lvl7pPr>
              <a:defRPr sz="2100" b="1">
                <a:solidFill>
                  <a:srgbClr val="172B4D"/>
                </a:solidFill>
                <a:latin typeface="Apple SD Gothic Neo"/>
                <a:ea typeface="Apple SD Gothic Neo"/>
                <a:cs typeface="Apple SD Gothic Neo"/>
              </a:defRPr>
            </a:lvl7pPr>
            <a:lvl8pPr>
              <a:defRPr sz="2100" b="1">
                <a:solidFill>
                  <a:srgbClr val="172B4D"/>
                </a:solidFill>
                <a:latin typeface="Apple SD Gothic Neo"/>
                <a:ea typeface="Apple SD Gothic Neo"/>
                <a:cs typeface="Apple SD Gothic Neo"/>
              </a:defRPr>
            </a:lvl8pPr>
            <a:lvl9pPr>
              <a:defRPr sz="2100" b="1">
                <a:solidFill>
                  <a:srgbClr val="172B4D"/>
                </a:solidFill>
                <a:latin typeface="Apple SD Gothic Neo"/>
                <a:ea typeface="Apple SD Gothic Neo"/>
                <a:cs typeface="Apple SD Gothic Neo"/>
              </a:defRPr>
            </a:lvl9pPr>
          </a:lstStyle>
          <a:p xmlns:a="http://schemas.openxmlformats.org/drawingml/2006/main">
            <a:pPr>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조회 경로 보장</a:t>
            </a:r>
          </a:p>
        </p:txBody>
      </p:sp>
      <p:sp>
        <p:nvSpPr>
          <p:cNvPr id="18" name="">
            <a:extLst xmlns:a="http://schemas.openxmlformats.org/drawingml/2006/main">
              <a:ext uri="{FF2B5EF4-FFF2-40B4-BE49-F238E27FC236}">
                <a16:creationId xmlns:a16="http://schemas.microsoft.com/office/drawing/2014/main" id="{9CD281BB-011F-44FE-85DB-62DCE6B9F4FE}"/>
              </a:ext>
            </a:extLst>
          </p:cNvPr>
          <p:cNvSpPr>
            <a:spLocks xmlns:a="http://schemas.openxmlformats.org/drawingml/2006/main" noGrp="1"/>
          </p:cNvSpPr>
          <p:nvPr/>
        </p:nvSpPr>
        <p:spPr>
          <a:xfrm xmlns:a="http://schemas.openxmlformats.org/drawingml/2006/main">
            <a:off x="8401050" y="299085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defRPr sz="1800" b="0">
                <a:solidFill>
                  <a:srgbClr val="253650"/>
                </a:solidFill>
                <a:latin typeface="Apple SD Gothic Neo"/>
                <a:ea typeface="Apple SD Gothic Neo"/>
                <a:cs typeface="Apple SD Gothic Neo"/>
              </a:defRPr>
            </a:lvl1pPr>
            <a:lvl2pPr>
              <a:defRPr sz="1800" b="0">
                <a:solidFill>
                  <a:srgbClr val="253650"/>
                </a:solidFill>
                <a:latin typeface="Apple SD Gothic Neo"/>
                <a:ea typeface="Apple SD Gothic Neo"/>
                <a:cs typeface="Apple SD Gothic Neo"/>
              </a:defRPr>
            </a:lvl2pPr>
            <a:lvl3pPr>
              <a:defRPr sz="1800" b="0">
                <a:solidFill>
                  <a:srgbClr val="253650"/>
                </a:solidFill>
                <a:latin typeface="Apple SD Gothic Neo"/>
                <a:ea typeface="Apple SD Gothic Neo"/>
                <a:cs typeface="Apple SD Gothic Neo"/>
              </a:defRPr>
            </a:lvl3pPr>
            <a:lvl4pPr>
              <a:defRPr sz="1800" b="0">
                <a:solidFill>
                  <a:srgbClr val="253650"/>
                </a:solidFill>
                <a:latin typeface="Apple SD Gothic Neo"/>
                <a:ea typeface="Apple SD Gothic Neo"/>
                <a:cs typeface="Apple SD Gothic Neo"/>
              </a:defRPr>
            </a:lvl4pPr>
            <a:lvl5pPr>
              <a:defRPr sz="1800" b="0">
                <a:solidFill>
                  <a:srgbClr val="253650"/>
                </a:solidFill>
                <a:latin typeface="Apple SD Gothic Neo"/>
                <a:ea typeface="Apple SD Gothic Neo"/>
                <a:cs typeface="Apple SD Gothic Neo"/>
              </a:defRPr>
            </a:lvl5pPr>
            <a:lvl6pPr>
              <a:defRPr sz="1800" b="0">
                <a:solidFill>
                  <a:srgbClr val="253650"/>
                </a:solidFill>
                <a:latin typeface="Apple SD Gothic Neo"/>
                <a:ea typeface="Apple SD Gothic Neo"/>
                <a:cs typeface="Apple SD Gothic Neo"/>
              </a:defRPr>
            </a:lvl6pPr>
            <a:lvl7pPr>
              <a:defRPr sz="1800" b="0">
                <a:solidFill>
                  <a:srgbClr val="253650"/>
                </a:solidFill>
                <a:latin typeface="Apple SD Gothic Neo"/>
                <a:ea typeface="Apple SD Gothic Neo"/>
                <a:cs typeface="Apple SD Gothic Neo"/>
              </a:defRPr>
            </a:lvl7pPr>
            <a:lvl8pPr>
              <a:defRPr sz="1800" b="0">
                <a:solidFill>
                  <a:srgbClr val="253650"/>
                </a:solidFill>
                <a:latin typeface="Apple SD Gothic Neo"/>
                <a:ea typeface="Apple SD Gothic Neo"/>
                <a:cs typeface="Apple SD Gothic Neo"/>
              </a:defRPr>
            </a:lvl8pPr>
            <a:lvl9pPr>
              <a:defRPr sz="1800" b="0">
                <a:solidFill>
                  <a:srgbClr val="253650"/>
                </a:solidFill>
                <a:latin typeface="Apple SD Gothic Neo"/>
                <a:ea typeface="Apple SD Gothic Neo"/>
                <a:cs typeface="Apple SD Gothic Neo"/>
              </a:defRPr>
            </a:lvl9pPr>
          </a:lstStyle>
          <a:p xmlns:a="http://schemas.openxmlformats.org/drawingml/2006/main">
            <a:pPr>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모델이 일반 대화로 분류해도 연결된 운영 후속 질문은 조회합니다.</a:t>
            </a:r>
          </a:p>
          <a:p xmlns:a="http://schemas.openxmlformats.org/drawingml/2006/main">
            <a:pPr>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실제 오분류를 재현해 보완했습니다.</a:t>
            </a:r>
          </a:p>
        </p:txBody>
      </p:sp>
    </p:spTree>
    <p:extLst>
      <p:ext uri="{BB962C8B-B14F-4D97-AF65-F5344CB8AC3E}">
        <p14:creationId xmlns:p14="http://schemas.microsoft.com/office/powerpoint/2010/main" val="1593452534"/>
      </p:ext>
    </p:extLst>
  </p:cSld>
</p:sld>
</file>

<file path=ppt/slides/slide6.xml><?xml version="1.0" encoding="utf-8"?>
<p:sld xmlns:p="http://schemas.openxmlformats.org/presentationml/2006/main">
  <p:cSld>
    <p:bg>
      <p:bgPr>
        <a:solidFill xmlns:a="http://schemas.openxmlformats.org/drawingml/2006/main">
          <a:srgbClr val="F4F6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43B32B1-FF5B-4A46-A8BD-91FFDA87F012}"/>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ACDA5C-A0BF-4638-8A0D-2952DD81F3E3}"/>
              </a:ext>
            </a:extLst>
          </p:cNvPr>
          <p:cNvSpPr>
            <a:spLocks xmlns:a="http://schemas.openxmlformats.org/drawingml/2006/main" noGrp="1"/>
          </p:cNvSpPr>
          <p:nvPr/>
        </p:nvSpPr>
        <p:spPr>
          <a:xfrm xmlns:a="http://schemas.openxmlformats.org/drawingml/2006/main">
            <a:off x="609600" y="381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1">
                <a:solidFill>
                  <a:srgbClr val="235ECB"/>
                </a:solidFill>
                <a:latin typeface="Apple SD Gothic Neo"/>
                <a:ea typeface="Apple SD Gothic Neo"/>
                <a:cs typeface="Apple SD Gothic Neo"/>
              </a:defRPr>
            </a:defPPr>
            <a:lvl1pPr>
              <a:defRPr sz="1275" b="1">
                <a:solidFill>
                  <a:srgbClr val="235ECB"/>
                </a:solidFill>
                <a:latin typeface="Apple SD Gothic Neo"/>
                <a:ea typeface="Apple SD Gothic Neo"/>
                <a:cs typeface="Apple SD Gothic Neo"/>
              </a:defRPr>
            </a:lvl1pPr>
            <a:lvl2pPr>
              <a:defRPr sz="1275" b="1">
                <a:solidFill>
                  <a:srgbClr val="235ECB"/>
                </a:solidFill>
                <a:latin typeface="Apple SD Gothic Neo"/>
                <a:ea typeface="Apple SD Gothic Neo"/>
                <a:cs typeface="Apple SD Gothic Neo"/>
              </a:defRPr>
            </a:lvl2pPr>
            <a:lvl3pPr>
              <a:defRPr sz="1275" b="1">
                <a:solidFill>
                  <a:srgbClr val="235ECB"/>
                </a:solidFill>
                <a:latin typeface="Apple SD Gothic Neo"/>
                <a:ea typeface="Apple SD Gothic Neo"/>
                <a:cs typeface="Apple SD Gothic Neo"/>
              </a:defRPr>
            </a:lvl3pPr>
            <a:lvl4pPr>
              <a:defRPr sz="1275" b="1">
                <a:solidFill>
                  <a:srgbClr val="235ECB"/>
                </a:solidFill>
                <a:latin typeface="Apple SD Gothic Neo"/>
                <a:ea typeface="Apple SD Gothic Neo"/>
                <a:cs typeface="Apple SD Gothic Neo"/>
              </a:defRPr>
            </a:lvl4pPr>
            <a:lvl5pPr>
              <a:defRPr sz="1275" b="1">
                <a:solidFill>
                  <a:srgbClr val="235ECB"/>
                </a:solidFill>
                <a:latin typeface="Apple SD Gothic Neo"/>
                <a:ea typeface="Apple SD Gothic Neo"/>
                <a:cs typeface="Apple SD Gothic Neo"/>
              </a:defRPr>
            </a:lvl5pPr>
            <a:lvl6pPr>
              <a:defRPr sz="1275" b="1">
                <a:solidFill>
                  <a:srgbClr val="235ECB"/>
                </a:solidFill>
                <a:latin typeface="Apple SD Gothic Neo"/>
                <a:ea typeface="Apple SD Gothic Neo"/>
                <a:cs typeface="Apple SD Gothic Neo"/>
              </a:defRPr>
            </a:lvl6pPr>
            <a:lvl7pPr>
              <a:defRPr sz="1275" b="1">
                <a:solidFill>
                  <a:srgbClr val="235ECB"/>
                </a:solidFill>
                <a:latin typeface="Apple SD Gothic Neo"/>
                <a:ea typeface="Apple SD Gothic Neo"/>
                <a:cs typeface="Apple SD Gothic Neo"/>
              </a:defRPr>
            </a:lvl7pPr>
            <a:lvl8pPr>
              <a:defRPr sz="1275" b="1">
                <a:solidFill>
                  <a:srgbClr val="235ECB"/>
                </a:solidFill>
                <a:latin typeface="Apple SD Gothic Neo"/>
                <a:ea typeface="Apple SD Gothic Neo"/>
                <a:cs typeface="Apple SD Gothic Neo"/>
              </a:defRPr>
            </a:lvl8pPr>
            <a:lvl9pPr>
              <a:defRPr sz="1275" b="1">
                <a:solidFill>
                  <a:srgbClr val="235ECB"/>
                </a:solidFill>
                <a:latin typeface="Apple SD Gothic Neo"/>
                <a:ea typeface="Apple SD Gothic Neo"/>
                <a:cs typeface="Apple SD Gothic Neo"/>
              </a:defRPr>
            </a:lvl9pPr>
          </a:lstStyle>
          <a:p xmlns:a="http://schemas.openxmlformats.org/drawingml/2006/main">
            <a:pPr>
              <a:defRPr sz="1275" b="1">
                <a:solidFill>
                  <a:srgbClr val="235ECB"/>
                </a:solidFill>
                <a:latin typeface="Apple SD Gothic Neo"/>
                <a:ea typeface="Apple SD Gothic Neo"/>
                <a:cs typeface="Apple SD Gothic Neo"/>
              </a:defRPr>
            </a:pPr>
            <a:r>
              <a:rPr sz="1275" b="1">
                <a:solidFill>
                  <a:srgbClr val="235ECB"/>
                </a:solidFill>
                <a:latin typeface="Apple SD Gothic Neo"/>
                <a:ea typeface="Apple SD Gothic Neo"/>
                <a:cs typeface="Apple SD Gothic Neo"/>
              </a:rPr>
              <a:t>5. 핵심 코드 / 답변 검수</a:t>
            </a:r>
          </a:p>
        </p:txBody>
      </p:sp>
      <p:sp>
        <p:nvSpPr>
          <p:cNvPr id="3" name="">
            <a:extLst xmlns:a="http://schemas.openxmlformats.org/drawingml/2006/main">
              <a:ext uri="{FF2B5EF4-FFF2-40B4-BE49-F238E27FC236}">
                <a16:creationId xmlns:a16="http://schemas.microsoft.com/office/drawing/2014/main" id="{5E2C6CED-C68F-4DD1-89DF-94715CA544F4}"/>
              </a:ext>
            </a:extLst>
          </p:cNvPr>
          <p:cNvSpPr>
            <a:spLocks xmlns:a="http://schemas.openxmlformats.org/drawingml/2006/main" noGrp="1"/>
          </p:cNvSpPr>
          <p:nvPr/>
        </p:nvSpPr>
        <p:spPr>
          <a:xfrm xmlns:a="http://schemas.openxmlformats.org/drawingml/2006/main">
            <a:off x="60960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2B4D"/>
                </a:solidFill>
                <a:latin typeface="Apple SD Gothic Neo"/>
                <a:ea typeface="Apple SD Gothic Neo"/>
                <a:cs typeface="Apple SD Gothic Neo"/>
              </a:defRPr>
            </a:defPPr>
            <a:lvl1pPr>
              <a:defRPr sz="2850" b="1">
                <a:solidFill>
                  <a:srgbClr val="172B4D"/>
                </a:solidFill>
                <a:latin typeface="Apple SD Gothic Neo"/>
                <a:ea typeface="Apple SD Gothic Neo"/>
                <a:cs typeface="Apple SD Gothic Neo"/>
              </a:defRPr>
            </a:lvl1pPr>
            <a:lvl2pPr>
              <a:defRPr sz="2850" b="1">
                <a:solidFill>
                  <a:srgbClr val="172B4D"/>
                </a:solidFill>
                <a:latin typeface="Apple SD Gothic Neo"/>
                <a:ea typeface="Apple SD Gothic Neo"/>
                <a:cs typeface="Apple SD Gothic Neo"/>
              </a:defRPr>
            </a:lvl2pPr>
            <a:lvl3pPr>
              <a:defRPr sz="2850" b="1">
                <a:solidFill>
                  <a:srgbClr val="172B4D"/>
                </a:solidFill>
                <a:latin typeface="Apple SD Gothic Neo"/>
                <a:ea typeface="Apple SD Gothic Neo"/>
                <a:cs typeface="Apple SD Gothic Neo"/>
              </a:defRPr>
            </a:lvl3pPr>
            <a:lvl4pPr>
              <a:defRPr sz="2850" b="1">
                <a:solidFill>
                  <a:srgbClr val="172B4D"/>
                </a:solidFill>
                <a:latin typeface="Apple SD Gothic Neo"/>
                <a:ea typeface="Apple SD Gothic Neo"/>
                <a:cs typeface="Apple SD Gothic Neo"/>
              </a:defRPr>
            </a:lvl4pPr>
            <a:lvl5pPr>
              <a:defRPr sz="2850" b="1">
                <a:solidFill>
                  <a:srgbClr val="172B4D"/>
                </a:solidFill>
                <a:latin typeface="Apple SD Gothic Neo"/>
                <a:ea typeface="Apple SD Gothic Neo"/>
                <a:cs typeface="Apple SD Gothic Neo"/>
              </a:defRPr>
            </a:lvl5pPr>
            <a:lvl6pPr>
              <a:defRPr sz="2850" b="1">
                <a:solidFill>
                  <a:srgbClr val="172B4D"/>
                </a:solidFill>
                <a:latin typeface="Apple SD Gothic Neo"/>
                <a:ea typeface="Apple SD Gothic Neo"/>
                <a:cs typeface="Apple SD Gothic Neo"/>
              </a:defRPr>
            </a:lvl6pPr>
            <a:lvl7pPr>
              <a:defRPr sz="2850" b="1">
                <a:solidFill>
                  <a:srgbClr val="172B4D"/>
                </a:solidFill>
                <a:latin typeface="Apple SD Gothic Neo"/>
                <a:ea typeface="Apple SD Gothic Neo"/>
                <a:cs typeface="Apple SD Gothic Neo"/>
              </a:defRPr>
            </a:lvl7pPr>
            <a:lvl8pPr>
              <a:defRPr sz="2850" b="1">
                <a:solidFill>
                  <a:srgbClr val="172B4D"/>
                </a:solidFill>
                <a:latin typeface="Apple SD Gothic Neo"/>
                <a:ea typeface="Apple SD Gothic Neo"/>
                <a:cs typeface="Apple SD Gothic Neo"/>
              </a:defRPr>
            </a:lvl8pPr>
            <a:lvl9pPr>
              <a:defRPr sz="2850" b="1">
                <a:solidFill>
                  <a:srgbClr val="172B4D"/>
                </a:solidFill>
                <a:latin typeface="Apple SD Gothic Neo"/>
                <a:ea typeface="Apple SD Gothic Neo"/>
                <a:cs typeface="Apple SD Gothic Neo"/>
              </a:defRPr>
            </a:lvl9pPr>
          </a:lstStyle>
          <a:p xmlns:a="http://schemas.openxmlformats.org/drawingml/2006/main">
            <a:pPr>
              <a:defRPr sz="2850" b="1">
                <a:solidFill>
                  <a:srgbClr val="172B4D"/>
                </a:solidFill>
                <a:latin typeface="Apple SD Gothic Neo"/>
                <a:ea typeface="Apple SD Gothic Neo"/>
                <a:cs typeface="Apple SD Gothic Neo"/>
              </a:defRPr>
            </a:pPr>
            <a:r>
              <a:rPr sz="2850" b="1">
                <a:solidFill>
                  <a:srgbClr val="172B4D"/>
                </a:solidFill>
                <a:latin typeface="Apple SD Gothic Neo"/>
                <a:ea typeface="Apple SD Gothic Neo"/>
                <a:cs typeface="Apple SD Gothic Neo"/>
              </a:rPr>
              <a:t>숫자·조건은 코드, 내용은 별도 Reviewer가 확인합니다</a:t>
            </a:r>
          </a:p>
        </p:txBody>
      </p:sp>
      <p:sp>
        <p:nvSpPr>
          <p:cNvPr id="4" name="">
            <a:extLst xmlns:a="http://schemas.openxmlformats.org/drawingml/2006/main">
              <a:ext uri="{FF2B5EF4-FFF2-40B4-BE49-F238E27FC236}">
                <a16:creationId xmlns:a16="http://schemas.microsoft.com/office/drawing/2014/main" id="{59B9DEA7-36F2-47EE-A111-3180C6256EC6}"/>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7E0E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57A7F71-CD30-4465-A6B6-8CC7F48A6544}"/>
              </a:ext>
            </a:extLst>
          </p:cNvPr>
          <p:cNvSpPr>
            <a:spLocks xmlns:a="http://schemas.openxmlformats.org/drawingml/2006/main" noGrp="1"/>
          </p:cNvSpPr>
          <p:nvPr/>
        </p:nvSpPr>
        <p:spPr>
          <a:xfrm xmlns:a="http://schemas.openxmlformats.org/drawingml/2006/main">
            <a:off x="609600" y="6343650"/>
            <a:ext cx="1028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5D6D84"/>
                </a:solidFill>
                <a:latin typeface="Apple SD Gothic Neo"/>
                <a:ea typeface="Apple SD Gothic Neo"/>
                <a:cs typeface="Apple SD Gothic Neo"/>
              </a:defRPr>
            </a:defPPr>
            <a:lvl1pPr>
              <a:defRPr sz="975" b="0">
                <a:solidFill>
                  <a:srgbClr val="5D6D84"/>
                </a:solidFill>
                <a:latin typeface="Apple SD Gothic Neo"/>
                <a:ea typeface="Apple SD Gothic Neo"/>
                <a:cs typeface="Apple SD Gothic Neo"/>
              </a:defRPr>
            </a:lvl1pPr>
            <a:lvl2pPr>
              <a:defRPr sz="975" b="0">
                <a:solidFill>
                  <a:srgbClr val="5D6D84"/>
                </a:solidFill>
                <a:latin typeface="Apple SD Gothic Neo"/>
                <a:ea typeface="Apple SD Gothic Neo"/>
                <a:cs typeface="Apple SD Gothic Neo"/>
              </a:defRPr>
            </a:lvl2pPr>
            <a:lvl3pPr>
              <a:defRPr sz="975" b="0">
                <a:solidFill>
                  <a:srgbClr val="5D6D84"/>
                </a:solidFill>
                <a:latin typeface="Apple SD Gothic Neo"/>
                <a:ea typeface="Apple SD Gothic Neo"/>
                <a:cs typeface="Apple SD Gothic Neo"/>
              </a:defRPr>
            </a:lvl3pPr>
            <a:lvl4pPr>
              <a:defRPr sz="975" b="0">
                <a:solidFill>
                  <a:srgbClr val="5D6D84"/>
                </a:solidFill>
                <a:latin typeface="Apple SD Gothic Neo"/>
                <a:ea typeface="Apple SD Gothic Neo"/>
                <a:cs typeface="Apple SD Gothic Neo"/>
              </a:defRPr>
            </a:lvl4pPr>
            <a:lvl5pPr>
              <a:defRPr sz="975" b="0">
                <a:solidFill>
                  <a:srgbClr val="5D6D84"/>
                </a:solidFill>
                <a:latin typeface="Apple SD Gothic Neo"/>
                <a:ea typeface="Apple SD Gothic Neo"/>
                <a:cs typeface="Apple SD Gothic Neo"/>
              </a:defRPr>
            </a:lvl5pPr>
            <a:lvl6pPr>
              <a:defRPr sz="975" b="0">
                <a:solidFill>
                  <a:srgbClr val="5D6D84"/>
                </a:solidFill>
                <a:latin typeface="Apple SD Gothic Neo"/>
                <a:ea typeface="Apple SD Gothic Neo"/>
                <a:cs typeface="Apple SD Gothic Neo"/>
              </a:defRPr>
            </a:lvl6pPr>
            <a:lvl7pPr>
              <a:defRPr sz="975" b="0">
                <a:solidFill>
                  <a:srgbClr val="5D6D84"/>
                </a:solidFill>
                <a:latin typeface="Apple SD Gothic Neo"/>
                <a:ea typeface="Apple SD Gothic Neo"/>
                <a:cs typeface="Apple SD Gothic Neo"/>
              </a:defRPr>
            </a:lvl7pPr>
            <a:lvl8pPr>
              <a:defRPr sz="975" b="0">
                <a:solidFill>
                  <a:srgbClr val="5D6D84"/>
                </a:solidFill>
                <a:latin typeface="Apple SD Gothic Neo"/>
                <a:ea typeface="Apple SD Gothic Neo"/>
                <a:cs typeface="Apple SD Gothic Neo"/>
              </a:defRPr>
            </a:lvl8pPr>
            <a:lvl9pPr>
              <a:defRPr sz="975" b="0">
                <a:solidFill>
                  <a:srgbClr val="5D6D84"/>
                </a:solidFill>
                <a:latin typeface="Apple SD Gothic Neo"/>
                <a:ea typeface="Apple SD Gothic Neo"/>
                <a:cs typeface="Apple SD Gothic Neo"/>
              </a:defRPr>
            </a:lvl9pPr>
          </a:lstStyle>
          <a:p xmlns:a="http://schemas.openxmlformats.org/drawingml/2006/main">
            <a:pPr>
              <a:defRPr sz="975" b="0">
                <a:solidFill>
                  <a:srgbClr val="5D6D84"/>
                </a:solidFill>
                <a:latin typeface="Apple SD Gothic Neo"/>
                <a:ea typeface="Apple SD Gothic Neo"/>
                <a:cs typeface="Apple SD Gothic Neo"/>
              </a:defRPr>
            </a:pPr>
            <a:r>
              <a:rPr sz="975" b="0">
                <a:solidFill>
                  <a:srgbClr val="5D6D84"/>
                </a:solidFill>
                <a:latin typeface="Apple SD Gothic Neo"/>
                <a:ea typeface="Apple SD Gothic Neo"/>
                <a:cs typeface="Apple SD Gothic Neo"/>
              </a:rPr>
              <a:t>근거: report_selection.py, validator.py, semantic_review.py</a:t>
            </a:r>
          </a:p>
        </p:txBody>
      </p:sp>
      <p:sp>
        <p:nvSpPr>
          <p:cNvPr id="6" name="">
            <a:extLst xmlns:a="http://schemas.openxmlformats.org/drawingml/2006/main">
              <a:ext uri="{FF2B5EF4-FFF2-40B4-BE49-F238E27FC236}">
                <a16:creationId xmlns:a16="http://schemas.microsoft.com/office/drawing/2014/main" id="{1E4D7E81-F0C5-4830-A831-3910EA7976ED}"/>
              </a:ext>
            </a:extLst>
          </p:cNvPr>
          <p:cNvSpPr>
            <a:spLocks xmlns:a="http://schemas.openxmlformats.org/drawingml/2006/main" noGrp="1"/>
          </p:cNvSpPr>
          <p:nvPr/>
        </p:nvSpPr>
        <p:spPr>
          <a:xfrm xmlns:a="http://schemas.openxmlformats.org/drawingml/2006/main">
            <a:off x="11049000" y="6334125"/>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5D6D84"/>
                </a:solidFill>
                <a:latin typeface="Apple SD Gothic Neo"/>
                <a:ea typeface="Apple SD Gothic Neo"/>
                <a:cs typeface="Apple SD Gothic Neo"/>
              </a:defRPr>
            </a:defPPr>
            <a:lvl1pPr>
              <a:defRPr sz="1125" b="1">
                <a:solidFill>
                  <a:srgbClr val="5D6D84"/>
                </a:solidFill>
                <a:latin typeface="Apple SD Gothic Neo"/>
                <a:ea typeface="Apple SD Gothic Neo"/>
                <a:cs typeface="Apple SD Gothic Neo"/>
              </a:defRPr>
            </a:lvl1pPr>
            <a:lvl2pPr>
              <a:defRPr sz="1125" b="1">
                <a:solidFill>
                  <a:srgbClr val="5D6D84"/>
                </a:solidFill>
                <a:latin typeface="Apple SD Gothic Neo"/>
                <a:ea typeface="Apple SD Gothic Neo"/>
                <a:cs typeface="Apple SD Gothic Neo"/>
              </a:defRPr>
            </a:lvl2pPr>
            <a:lvl3pPr>
              <a:defRPr sz="1125" b="1">
                <a:solidFill>
                  <a:srgbClr val="5D6D84"/>
                </a:solidFill>
                <a:latin typeface="Apple SD Gothic Neo"/>
                <a:ea typeface="Apple SD Gothic Neo"/>
                <a:cs typeface="Apple SD Gothic Neo"/>
              </a:defRPr>
            </a:lvl3pPr>
            <a:lvl4pPr>
              <a:defRPr sz="1125" b="1">
                <a:solidFill>
                  <a:srgbClr val="5D6D84"/>
                </a:solidFill>
                <a:latin typeface="Apple SD Gothic Neo"/>
                <a:ea typeface="Apple SD Gothic Neo"/>
                <a:cs typeface="Apple SD Gothic Neo"/>
              </a:defRPr>
            </a:lvl4pPr>
            <a:lvl5pPr>
              <a:defRPr sz="1125" b="1">
                <a:solidFill>
                  <a:srgbClr val="5D6D84"/>
                </a:solidFill>
                <a:latin typeface="Apple SD Gothic Neo"/>
                <a:ea typeface="Apple SD Gothic Neo"/>
                <a:cs typeface="Apple SD Gothic Neo"/>
              </a:defRPr>
            </a:lvl5pPr>
            <a:lvl6pPr>
              <a:defRPr sz="1125" b="1">
                <a:solidFill>
                  <a:srgbClr val="5D6D84"/>
                </a:solidFill>
                <a:latin typeface="Apple SD Gothic Neo"/>
                <a:ea typeface="Apple SD Gothic Neo"/>
                <a:cs typeface="Apple SD Gothic Neo"/>
              </a:defRPr>
            </a:lvl6pPr>
            <a:lvl7pPr>
              <a:defRPr sz="1125" b="1">
                <a:solidFill>
                  <a:srgbClr val="5D6D84"/>
                </a:solidFill>
                <a:latin typeface="Apple SD Gothic Neo"/>
                <a:ea typeface="Apple SD Gothic Neo"/>
                <a:cs typeface="Apple SD Gothic Neo"/>
              </a:defRPr>
            </a:lvl7pPr>
            <a:lvl8pPr>
              <a:defRPr sz="1125" b="1">
                <a:solidFill>
                  <a:srgbClr val="5D6D84"/>
                </a:solidFill>
                <a:latin typeface="Apple SD Gothic Neo"/>
                <a:ea typeface="Apple SD Gothic Neo"/>
                <a:cs typeface="Apple SD Gothic Neo"/>
              </a:defRPr>
            </a:lvl8pPr>
            <a:lvl9pPr>
              <a:defRPr sz="1125" b="1">
                <a:solidFill>
                  <a:srgbClr val="5D6D84"/>
                </a:solidFill>
                <a:latin typeface="Apple SD Gothic Neo"/>
                <a:ea typeface="Apple SD Gothic Neo"/>
                <a:cs typeface="Apple SD Gothic Neo"/>
              </a:defRPr>
            </a:lvl9pPr>
          </a:lstStyle>
          <a:p xmlns:a="http://schemas.openxmlformats.org/drawingml/2006/main">
            <a:pPr>
              <a:defRPr sz="1125" b="1">
                <a:solidFill>
                  <a:srgbClr val="5D6D84"/>
                </a:solidFill>
                <a:latin typeface="Apple SD Gothic Neo"/>
                <a:ea typeface="Apple SD Gothic Neo"/>
                <a:cs typeface="Apple SD Gothic Neo"/>
              </a:defRPr>
            </a:pPr>
            <a:r>
              <a:rPr sz="1125" b="1">
                <a:solidFill>
                  <a:srgbClr val="5D6D84"/>
                </a:solidFill>
                <a:latin typeface="Apple SD Gothic Neo"/>
                <a:ea typeface="Apple SD Gothic Neo"/>
                <a:cs typeface="Apple SD Gothic Neo"/>
              </a:rPr>
              <a:t>06</a:t>
            </a:r>
          </a:p>
        </p:txBody>
      </p:sp>
      <p:sp>
        <p:nvSpPr>
          <p:cNvPr id="7" name="">
            <a:extLst xmlns:a="http://schemas.openxmlformats.org/drawingml/2006/main">
              <a:ext uri="{FF2B5EF4-FFF2-40B4-BE49-F238E27FC236}">
                <a16:creationId xmlns:a16="http://schemas.microsoft.com/office/drawing/2014/main" id="{233A4C2D-9571-480F-864B-1460BA18729E}"/>
              </a:ext>
            </a:extLst>
          </p:cNvPr>
          <p:cNvSpPr>
            <a:spLocks xmlns:a="http://schemas.openxmlformats.org/drawingml/2006/main" noGrp="1"/>
          </p:cNvSpPr>
          <p:nvPr/>
        </p:nvSpPr>
        <p:spPr>
          <a:xfrm xmlns:a="http://schemas.openxmlformats.org/drawingml/2006/main">
            <a:off x="609600" y="1952625"/>
            <a:ext cx="10972800" cy="866775"/>
          </a:xfrm>
          <a:prstGeom xmlns:a="http://schemas.openxmlformats.org/drawingml/2006/main" prst="rect">
            <a:avLst/>
          </a:prstGeom>
          <a:solidFill xmlns:a="http://schemas.openxmlformats.org/drawingml/2006/main">
            <a:srgbClr val="172B4D"/>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8B2E5CF-DB66-4AAF-B7BE-B707D347ADD0}"/>
              </a:ext>
            </a:extLst>
          </p:cNvPr>
          <p:cNvSpPr>
            <a:spLocks xmlns:a="http://schemas.openxmlformats.org/drawingml/2006/main" noGrp="1"/>
          </p:cNvSpPr>
          <p:nvPr/>
        </p:nvSpPr>
        <p:spPr>
          <a:xfrm xmlns:a="http://schemas.openxmlformats.org/drawingml/2006/main">
            <a:off x="876300" y="2171700"/>
            <a:ext cx="1038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FFFFFF"/>
                </a:solidFill>
                <a:latin typeface="Apple SD Gothic Neo"/>
                <a:ea typeface="Apple SD Gothic Neo"/>
                <a:cs typeface="Apple SD Gothic Neo"/>
              </a:defRPr>
            </a:defPPr>
            <a:lvl1pPr>
              <a:defRPr sz="2250" b="1">
                <a:solidFill>
                  <a:srgbClr val="FFFFFF"/>
                </a:solidFill>
                <a:latin typeface="Apple SD Gothic Neo"/>
                <a:ea typeface="Apple SD Gothic Neo"/>
                <a:cs typeface="Apple SD Gothic Neo"/>
              </a:defRPr>
            </a:lvl1pPr>
            <a:lvl2pPr>
              <a:defRPr sz="2250" b="1">
                <a:solidFill>
                  <a:srgbClr val="FFFFFF"/>
                </a:solidFill>
                <a:latin typeface="Apple SD Gothic Neo"/>
                <a:ea typeface="Apple SD Gothic Neo"/>
                <a:cs typeface="Apple SD Gothic Neo"/>
              </a:defRPr>
            </a:lvl2pPr>
            <a:lvl3pPr>
              <a:defRPr sz="2250" b="1">
                <a:solidFill>
                  <a:srgbClr val="FFFFFF"/>
                </a:solidFill>
                <a:latin typeface="Apple SD Gothic Neo"/>
                <a:ea typeface="Apple SD Gothic Neo"/>
                <a:cs typeface="Apple SD Gothic Neo"/>
              </a:defRPr>
            </a:lvl3pPr>
            <a:lvl4pPr>
              <a:defRPr sz="2250" b="1">
                <a:solidFill>
                  <a:srgbClr val="FFFFFF"/>
                </a:solidFill>
                <a:latin typeface="Apple SD Gothic Neo"/>
                <a:ea typeface="Apple SD Gothic Neo"/>
                <a:cs typeface="Apple SD Gothic Neo"/>
              </a:defRPr>
            </a:lvl4pPr>
            <a:lvl5pPr>
              <a:defRPr sz="2250" b="1">
                <a:solidFill>
                  <a:srgbClr val="FFFFFF"/>
                </a:solidFill>
                <a:latin typeface="Apple SD Gothic Neo"/>
                <a:ea typeface="Apple SD Gothic Neo"/>
                <a:cs typeface="Apple SD Gothic Neo"/>
              </a:defRPr>
            </a:lvl5pPr>
            <a:lvl6pPr>
              <a:defRPr sz="2250" b="1">
                <a:solidFill>
                  <a:srgbClr val="FFFFFF"/>
                </a:solidFill>
                <a:latin typeface="Apple SD Gothic Neo"/>
                <a:ea typeface="Apple SD Gothic Neo"/>
                <a:cs typeface="Apple SD Gothic Neo"/>
              </a:defRPr>
            </a:lvl6pPr>
            <a:lvl7pPr>
              <a:defRPr sz="2250" b="1">
                <a:solidFill>
                  <a:srgbClr val="FFFFFF"/>
                </a:solidFill>
                <a:latin typeface="Apple SD Gothic Neo"/>
                <a:ea typeface="Apple SD Gothic Neo"/>
                <a:cs typeface="Apple SD Gothic Neo"/>
              </a:defRPr>
            </a:lvl7pPr>
            <a:lvl8pPr>
              <a:defRPr sz="2250" b="1">
                <a:solidFill>
                  <a:srgbClr val="FFFFFF"/>
                </a:solidFill>
                <a:latin typeface="Apple SD Gothic Neo"/>
                <a:ea typeface="Apple SD Gothic Neo"/>
                <a:cs typeface="Apple SD Gothic Neo"/>
              </a:defRPr>
            </a:lvl8pPr>
            <a:lvl9pPr>
              <a:defRPr sz="2250" b="1">
                <a:solidFill>
                  <a:srgbClr val="FFFFFF"/>
                </a:solidFill>
                <a:latin typeface="Apple SD Gothic Neo"/>
                <a:ea typeface="Apple SD Gothic Neo"/>
                <a:cs typeface="Apple SD Gothic Neo"/>
              </a:defRPr>
            </a:lvl9pPr>
          </a:lstStyle>
          <a:p xmlns:a="http://schemas.openxmlformats.org/drawingml/2006/main">
            <a:pPr>
              <a:defRPr sz="2250" b="1">
                <a:solidFill>
                  <a:srgbClr val="FFFFFF"/>
                </a:solidFill>
                <a:latin typeface="Apple SD Gothic Neo"/>
                <a:ea typeface="Apple SD Gothic Neo"/>
                <a:cs typeface="Apple SD Gothic Neo"/>
              </a:defRPr>
            </a:pPr>
            <a:r>
              <a:rPr sz="2250" b="1">
                <a:solidFill>
                  <a:srgbClr val="FFFFFF"/>
                </a:solidFill>
                <a:latin typeface="Apple SD Gothic Neo"/>
                <a:ea typeface="Apple SD Gothic Neo"/>
                <a:cs typeface="Apple SD Gothic Neo"/>
              </a:rPr>
              <a:t>Writer 출력: action_ids, hypothesis_ids</a:t>
            </a:r>
          </a:p>
        </p:txBody>
      </p:sp>
      <p:sp>
        <p:nvSpPr>
          <p:cNvPr id="9" name="">
            <a:extLst xmlns:a="http://schemas.openxmlformats.org/drawingml/2006/main">
              <a:ext uri="{FF2B5EF4-FFF2-40B4-BE49-F238E27FC236}">
                <a16:creationId xmlns:a16="http://schemas.microsoft.com/office/drawing/2014/main" id="{3B77E666-46AA-4F21-A560-824559A8D611}"/>
              </a:ext>
            </a:extLst>
          </p:cNvPr>
          <p:cNvSpPr>
            <a:spLocks xmlns:a="http://schemas.openxmlformats.org/drawingml/2006/main" noGrp="1"/>
          </p:cNvSpPr>
          <p:nvPr/>
        </p:nvSpPr>
        <p:spPr>
          <a:xfrm xmlns:a="http://schemas.openxmlformats.org/drawingml/2006/main">
            <a:off x="609600" y="3124200"/>
            <a:ext cx="3409950" cy="27813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CCD2847-924F-4DB6-8335-4132F3641119}"/>
              </a:ext>
            </a:extLst>
          </p:cNvPr>
          <p:cNvSpPr>
            <a:spLocks xmlns:a="http://schemas.openxmlformats.org/drawingml/2006/main" noGrp="1"/>
          </p:cNvSpPr>
          <p:nvPr/>
        </p:nvSpPr>
        <p:spPr>
          <a:xfrm xmlns:a="http://schemas.openxmlformats.org/drawingml/2006/main">
            <a:off x="609600" y="3124200"/>
            <a:ext cx="57150" cy="2781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D6B650B-9233-4972-B49D-08C301E4FF1C}"/>
              </a:ext>
            </a:extLst>
          </p:cNvPr>
          <p:cNvSpPr>
            <a:spLocks xmlns:a="http://schemas.openxmlformats.org/drawingml/2006/main" noGrp="1"/>
          </p:cNvSpPr>
          <p:nvPr/>
        </p:nvSpPr>
        <p:spPr>
          <a:xfrm xmlns:a="http://schemas.openxmlformats.org/drawingml/2006/main">
            <a:off x="857250" y="337185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defRPr sz="2100" b="1">
                <a:solidFill>
                  <a:srgbClr val="172B4D"/>
                </a:solidFill>
                <a:latin typeface="Apple SD Gothic Neo"/>
                <a:ea typeface="Apple SD Gothic Neo"/>
                <a:cs typeface="Apple SD Gothic Neo"/>
              </a:defRPr>
            </a:lvl1pPr>
            <a:lvl2pPr>
              <a:defRPr sz="2100" b="1">
                <a:solidFill>
                  <a:srgbClr val="172B4D"/>
                </a:solidFill>
                <a:latin typeface="Apple SD Gothic Neo"/>
                <a:ea typeface="Apple SD Gothic Neo"/>
                <a:cs typeface="Apple SD Gothic Neo"/>
              </a:defRPr>
            </a:lvl2pPr>
            <a:lvl3pPr>
              <a:defRPr sz="2100" b="1">
                <a:solidFill>
                  <a:srgbClr val="172B4D"/>
                </a:solidFill>
                <a:latin typeface="Apple SD Gothic Neo"/>
                <a:ea typeface="Apple SD Gothic Neo"/>
                <a:cs typeface="Apple SD Gothic Neo"/>
              </a:defRPr>
            </a:lvl3pPr>
            <a:lvl4pPr>
              <a:defRPr sz="2100" b="1">
                <a:solidFill>
                  <a:srgbClr val="172B4D"/>
                </a:solidFill>
                <a:latin typeface="Apple SD Gothic Neo"/>
                <a:ea typeface="Apple SD Gothic Neo"/>
                <a:cs typeface="Apple SD Gothic Neo"/>
              </a:defRPr>
            </a:lvl4pPr>
            <a:lvl5pPr>
              <a:defRPr sz="2100" b="1">
                <a:solidFill>
                  <a:srgbClr val="172B4D"/>
                </a:solidFill>
                <a:latin typeface="Apple SD Gothic Neo"/>
                <a:ea typeface="Apple SD Gothic Neo"/>
                <a:cs typeface="Apple SD Gothic Neo"/>
              </a:defRPr>
            </a:lvl5pPr>
            <a:lvl6pPr>
              <a:defRPr sz="2100" b="1">
                <a:solidFill>
                  <a:srgbClr val="172B4D"/>
                </a:solidFill>
                <a:latin typeface="Apple SD Gothic Neo"/>
                <a:ea typeface="Apple SD Gothic Neo"/>
                <a:cs typeface="Apple SD Gothic Neo"/>
              </a:defRPr>
            </a:lvl6pPr>
            <a:lvl7pPr>
              <a:defRPr sz="2100" b="1">
                <a:solidFill>
                  <a:srgbClr val="172B4D"/>
                </a:solidFill>
                <a:latin typeface="Apple SD Gothic Neo"/>
                <a:ea typeface="Apple SD Gothic Neo"/>
                <a:cs typeface="Apple SD Gothic Neo"/>
              </a:defRPr>
            </a:lvl7pPr>
            <a:lvl8pPr>
              <a:defRPr sz="2100" b="1">
                <a:solidFill>
                  <a:srgbClr val="172B4D"/>
                </a:solidFill>
                <a:latin typeface="Apple SD Gothic Neo"/>
                <a:ea typeface="Apple SD Gothic Neo"/>
                <a:cs typeface="Apple SD Gothic Neo"/>
              </a:defRPr>
            </a:lvl8pPr>
            <a:lvl9pPr>
              <a:defRPr sz="2100" b="1">
                <a:solidFill>
                  <a:srgbClr val="172B4D"/>
                </a:solidFill>
                <a:latin typeface="Apple SD Gothic Neo"/>
                <a:ea typeface="Apple SD Gothic Neo"/>
                <a:cs typeface="Apple SD Gothic Neo"/>
              </a:defRPr>
            </a:lvl9pPr>
          </a:lstStyle>
          <a:p xmlns:a="http://schemas.openxmlformats.org/drawingml/2006/main">
            <a:pPr>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Python 조립</a:t>
            </a:r>
          </a:p>
        </p:txBody>
      </p:sp>
      <p:sp>
        <p:nvSpPr>
          <p:cNvPr id="12" name="">
            <a:extLst xmlns:a="http://schemas.openxmlformats.org/drawingml/2006/main">
              <a:ext uri="{FF2B5EF4-FFF2-40B4-BE49-F238E27FC236}">
                <a16:creationId xmlns:a16="http://schemas.microsoft.com/office/drawing/2014/main" id="{3AAEB8CA-2455-43E1-A6DC-8BD4B82AF9A2}"/>
              </a:ext>
            </a:extLst>
          </p:cNvPr>
          <p:cNvSpPr>
            <a:spLocks xmlns:a="http://schemas.openxmlformats.org/drawingml/2006/main" noGrp="1"/>
          </p:cNvSpPr>
          <p:nvPr/>
        </p:nvSpPr>
        <p:spPr>
          <a:xfrm xmlns:a="http://schemas.openxmlformats.org/drawingml/2006/main">
            <a:off x="857250" y="419100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defRPr sz="1800" b="0">
                <a:solidFill>
                  <a:srgbClr val="253650"/>
                </a:solidFill>
                <a:latin typeface="Apple SD Gothic Neo"/>
                <a:ea typeface="Apple SD Gothic Neo"/>
                <a:cs typeface="Apple SD Gothic Neo"/>
              </a:defRPr>
            </a:lvl1pPr>
            <a:lvl2pPr>
              <a:defRPr sz="1800" b="0">
                <a:solidFill>
                  <a:srgbClr val="253650"/>
                </a:solidFill>
                <a:latin typeface="Apple SD Gothic Neo"/>
                <a:ea typeface="Apple SD Gothic Neo"/>
                <a:cs typeface="Apple SD Gothic Neo"/>
              </a:defRPr>
            </a:lvl2pPr>
            <a:lvl3pPr>
              <a:defRPr sz="1800" b="0">
                <a:solidFill>
                  <a:srgbClr val="253650"/>
                </a:solidFill>
                <a:latin typeface="Apple SD Gothic Neo"/>
                <a:ea typeface="Apple SD Gothic Neo"/>
                <a:cs typeface="Apple SD Gothic Neo"/>
              </a:defRPr>
            </a:lvl3pPr>
            <a:lvl4pPr>
              <a:defRPr sz="1800" b="0">
                <a:solidFill>
                  <a:srgbClr val="253650"/>
                </a:solidFill>
                <a:latin typeface="Apple SD Gothic Neo"/>
                <a:ea typeface="Apple SD Gothic Neo"/>
                <a:cs typeface="Apple SD Gothic Neo"/>
              </a:defRPr>
            </a:lvl4pPr>
            <a:lvl5pPr>
              <a:defRPr sz="1800" b="0">
                <a:solidFill>
                  <a:srgbClr val="253650"/>
                </a:solidFill>
                <a:latin typeface="Apple SD Gothic Neo"/>
                <a:ea typeface="Apple SD Gothic Neo"/>
                <a:cs typeface="Apple SD Gothic Neo"/>
              </a:defRPr>
            </a:lvl5pPr>
            <a:lvl6pPr>
              <a:defRPr sz="1800" b="0">
                <a:solidFill>
                  <a:srgbClr val="253650"/>
                </a:solidFill>
                <a:latin typeface="Apple SD Gothic Neo"/>
                <a:ea typeface="Apple SD Gothic Neo"/>
                <a:cs typeface="Apple SD Gothic Neo"/>
              </a:defRPr>
            </a:lvl6pPr>
            <a:lvl7pPr>
              <a:defRPr sz="1800" b="0">
                <a:solidFill>
                  <a:srgbClr val="253650"/>
                </a:solidFill>
                <a:latin typeface="Apple SD Gothic Neo"/>
                <a:ea typeface="Apple SD Gothic Neo"/>
                <a:cs typeface="Apple SD Gothic Neo"/>
              </a:defRPr>
            </a:lvl7pPr>
            <a:lvl8pPr>
              <a:defRPr sz="1800" b="0">
                <a:solidFill>
                  <a:srgbClr val="253650"/>
                </a:solidFill>
                <a:latin typeface="Apple SD Gothic Neo"/>
                <a:ea typeface="Apple SD Gothic Neo"/>
                <a:cs typeface="Apple SD Gothic Neo"/>
              </a:defRPr>
            </a:lvl8pPr>
            <a:lvl9pPr>
              <a:defRPr sz="1800" b="0">
                <a:solidFill>
                  <a:srgbClr val="253650"/>
                </a:solidFill>
                <a:latin typeface="Apple SD Gothic Neo"/>
                <a:ea typeface="Apple SD Gothic Neo"/>
                <a:cs typeface="Apple SD Gothic Neo"/>
              </a:defRPr>
            </a:lvl9pPr>
          </a:lstStyle>
          <a:p xmlns:a="http://schemas.openxmlformats.org/drawingml/2006/main">
            <a:pPr>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실제 조회값, 조건, 출처, 제안 상태를 구성합니다.</a:t>
            </a:r>
          </a:p>
        </p:txBody>
      </p:sp>
      <p:sp>
        <p:nvSpPr>
          <p:cNvPr id="13" name="">
            <a:extLst xmlns:a="http://schemas.openxmlformats.org/drawingml/2006/main">
              <a:ext uri="{FF2B5EF4-FFF2-40B4-BE49-F238E27FC236}">
                <a16:creationId xmlns:a16="http://schemas.microsoft.com/office/drawing/2014/main" id="{9B9B929D-2357-4CFF-9379-8BF38F6912C8}"/>
              </a:ext>
            </a:extLst>
          </p:cNvPr>
          <p:cNvSpPr>
            <a:spLocks xmlns:a="http://schemas.openxmlformats.org/drawingml/2006/main" noGrp="1"/>
          </p:cNvSpPr>
          <p:nvPr/>
        </p:nvSpPr>
        <p:spPr>
          <a:xfrm xmlns:a="http://schemas.openxmlformats.org/drawingml/2006/main">
            <a:off x="4381500" y="3124200"/>
            <a:ext cx="3409950" cy="27813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B864B0F-A233-407D-B602-75FC8C6CCBDD}"/>
              </a:ext>
            </a:extLst>
          </p:cNvPr>
          <p:cNvSpPr>
            <a:spLocks xmlns:a="http://schemas.openxmlformats.org/drawingml/2006/main" noGrp="1"/>
          </p:cNvSpPr>
          <p:nvPr/>
        </p:nvSpPr>
        <p:spPr>
          <a:xfrm xmlns:a="http://schemas.openxmlformats.org/drawingml/2006/main">
            <a:off x="4381500" y="3124200"/>
            <a:ext cx="57150" cy="2781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A4D23B5-D065-49CF-9F76-39C29D228141}"/>
              </a:ext>
            </a:extLst>
          </p:cNvPr>
          <p:cNvSpPr>
            <a:spLocks xmlns:a="http://schemas.openxmlformats.org/drawingml/2006/main" noGrp="1"/>
          </p:cNvSpPr>
          <p:nvPr/>
        </p:nvSpPr>
        <p:spPr>
          <a:xfrm xmlns:a="http://schemas.openxmlformats.org/drawingml/2006/main">
            <a:off x="4629150" y="337185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defRPr sz="2100" b="1">
                <a:solidFill>
                  <a:srgbClr val="172B4D"/>
                </a:solidFill>
                <a:latin typeface="Apple SD Gothic Neo"/>
                <a:ea typeface="Apple SD Gothic Neo"/>
                <a:cs typeface="Apple SD Gothic Neo"/>
              </a:defRPr>
            </a:lvl1pPr>
            <a:lvl2pPr>
              <a:defRPr sz="2100" b="1">
                <a:solidFill>
                  <a:srgbClr val="172B4D"/>
                </a:solidFill>
                <a:latin typeface="Apple SD Gothic Neo"/>
                <a:ea typeface="Apple SD Gothic Neo"/>
                <a:cs typeface="Apple SD Gothic Neo"/>
              </a:defRPr>
            </a:lvl2pPr>
            <a:lvl3pPr>
              <a:defRPr sz="2100" b="1">
                <a:solidFill>
                  <a:srgbClr val="172B4D"/>
                </a:solidFill>
                <a:latin typeface="Apple SD Gothic Neo"/>
                <a:ea typeface="Apple SD Gothic Neo"/>
                <a:cs typeface="Apple SD Gothic Neo"/>
              </a:defRPr>
            </a:lvl3pPr>
            <a:lvl4pPr>
              <a:defRPr sz="2100" b="1">
                <a:solidFill>
                  <a:srgbClr val="172B4D"/>
                </a:solidFill>
                <a:latin typeface="Apple SD Gothic Neo"/>
                <a:ea typeface="Apple SD Gothic Neo"/>
                <a:cs typeface="Apple SD Gothic Neo"/>
              </a:defRPr>
            </a:lvl4pPr>
            <a:lvl5pPr>
              <a:defRPr sz="2100" b="1">
                <a:solidFill>
                  <a:srgbClr val="172B4D"/>
                </a:solidFill>
                <a:latin typeface="Apple SD Gothic Neo"/>
                <a:ea typeface="Apple SD Gothic Neo"/>
                <a:cs typeface="Apple SD Gothic Neo"/>
              </a:defRPr>
            </a:lvl5pPr>
            <a:lvl6pPr>
              <a:defRPr sz="2100" b="1">
                <a:solidFill>
                  <a:srgbClr val="172B4D"/>
                </a:solidFill>
                <a:latin typeface="Apple SD Gothic Neo"/>
                <a:ea typeface="Apple SD Gothic Neo"/>
                <a:cs typeface="Apple SD Gothic Neo"/>
              </a:defRPr>
            </a:lvl6pPr>
            <a:lvl7pPr>
              <a:defRPr sz="2100" b="1">
                <a:solidFill>
                  <a:srgbClr val="172B4D"/>
                </a:solidFill>
                <a:latin typeface="Apple SD Gothic Neo"/>
                <a:ea typeface="Apple SD Gothic Neo"/>
                <a:cs typeface="Apple SD Gothic Neo"/>
              </a:defRPr>
            </a:lvl7pPr>
            <a:lvl8pPr>
              <a:defRPr sz="2100" b="1">
                <a:solidFill>
                  <a:srgbClr val="172B4D"/>
                </a:solidFill>
                <a:latin typeface="Apple SD Gothic Neo"/>
                <a:ea typeface="Apple SD Gothic Neo"/>
                <a:cs typeface="Apple SD Gothic Neo"/>
              </a:defRPr>
            </a:lvl8pPr>
            <a:lvl9pPr>
              <a:defRPr sz="2100" b="1">
                <a:solidFill>
                  <a:srgbClr val="172B4D"/>
                </a:solidFill>
                <a:latin typeface="Apple SD Gothic Neo"/>
                <a:ea typeface="Apple SD Gothic Neo"/>
                <a:cs typeface="Apple SD Gothic Neo"/>
              </a:defRPr>
            </a:lvl9pPr>
          </a:lstStyle>
          <a:p xmlns:a="http://schemas.openxmlformats.org/drawingml/2006/main">
            <a:pPr>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Validator</a:t>
            </a:r>
          </a:p>
        </p:txBody>
      </p:sp>
      <p:sp>
        <p:nvSpPr>
          <p:cNvPr id="16" name="">
            <a:extLst xmlns:a="http://schemas.openxmlformats.org/drawingml/2006/main">
              <a:ext uri="{FF2B5EF4-FFF2-40B4-BE49-F238E27FC236}">
                <a16:creationId xmlns:a16="http://schemas.microsoft.com/office/drawing/2014/main" id="{A7704DF0-A61C-4B4B-A614-CAACDE98DF7F}"/>
              </a:ext>
            </a:extLst>
          </p:cNvPr>
          <p:cNvSpPr>
            <a:spLocks xmlns:a="http://schemas.openxmlformats.org/drawingml/2006/main" noGrp="1"/>
          </p:cNvSpPr>
          <p:nvPr/>
        </p:nvSpPr>
        <p:spPr>
          <a:xfrm xmlns:a="http://schemas.openxmlformats.org/drawingml/2006/main">
            <a:off x="4629150" y="419100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defRPr sz="1800" b="0">
                <a:solidFill>
                  <a:srgbClr val="253650"/>
                </a:solidFill>
                <a:latin typeface="Apple SD Gothic Neo"/>
                <a:ea typeface="Apple SD Gothic Neo"/>
                <a:cs typeface="Apple SD Gothic Neo"/>
              </a:defRPr>
            </a:lvl1pPr>
            <a:lvl2pPr>
              <a:defRPr sz="1800" b="0">
                <a:solidFill>
                  <a:srgbClr val="253650"/>
                </a:solidFill>
                <a:latin typeface="Apple SD Gothic Neo"/>
                <a:ea typeface="Apple SD Gothic Neo"/>
                <a:cs typeface="Apple SD Gothic Neo"/>
              </a:defRPr>
            </a:lvl2pPr>
            <a:lvl3pPr>
              <a:defRPr sz="1800" b="0">
                <a:solidFill>
                  <a:srgbClr val="253650"/>
                </a:solidFill>
                <a:latin typeface="Apple SD Gothic Neo"/>
                <a:ea typeface="Apple SD Gothic Neo"/>
                <a:cs typeface="Apple SD Gothic Neo"/>
              </a:defRPr>
            </a:lvl3pPr>
            <a:lvl4pPr>
              <a:defRPr sz="1800" b="0">
                <a:solidFill>
                  <a:srgbClr val="253650"/>
                </a:solidFill>
                <a:latin typeface="Apple SD Gothic Neo"/>
                <a:ea typeface="Apple SD Gothic Neo"/>
                <a:cs typeface="Apple SD Gothic Neo"/>
              </a:defRPr>
            </a:lvl4pPr>
            <a:lvl5pPr>
              <a:defRPr sz="1800" b="0">
                <a:solidFill>
                  <a:srgbClr val="253650"/>
                </a:solidFill>
                <a:latin typeface="Apple SD Gothic Neo"/>
                <a:ea typeface="Apple SD Gothic Neo"/>
                <a:cs typeface="Apple SD Gothic Neo"/>
              </a:defRPr>
            </a:lvl5pPr>
            <a:lvl6pPr>
              <a:defRPr sz="1800" b="0">
                <a:solidFill>
                  <a:srgbClr val="253650"/>
                </a:solidFill>
                <a:latin typeface="Apple SD Gothic Neo"/>
                <a:ea typeface="Apple SD Gothic Neo"/>
                <a:cs typeface="Apple SD Gothic Neo"/>
              </a:defRPr>
            </a:lvl6pPr>
            <a:lvl7pPr>
              <a:defRPr sz="1800" b="0">
                <a:solidFill>
                  <a:srgbClr val="253650"/>
                </a:solidFill>
                <a:latin typeface="Apple SD Gothic Neo"/>
                <a:ea typeface="Apple SD Gothic Neo"/>
                <a:cs typeface="Apple SD Gothic Neo"/>
              </a:defRPr>
            </a:lvl7pPr>
            <a:lvl8pPr>
              <a:defRPr sz="1800" b="0">
                <a:solidFill>
                  <a:srgbClr val="253650"/>
                </a:solidFill>
                <a:latin typeface="Apple SD Gothic Neo"/>
                <a:ea typeface="Apple SD Gothic Neo"/>
                <a:cs typeface="Apple SD Gothic Neo"/>
              </a:defRPr>
            </a:lvl8pPr>
            <a:lvl9pPr>
              <a:defRPr sz="1800" b="0">
                <a:solidFill>
                  <a:srgbClr val="253650"/>
                </a:solidFill>
                <a:latin typeface="Apple SD Gothic Neo"/>
                <a:ea typeface="Apple SD Gothic Neo"/>
                <a:cs typeface="Apple SD Gothic Neo"/>
              </a:defRPr>
            </a:lvl9pPr>
          </a:lstStyle>
          <a:p xmlns:a="http://schemas.openxmlformats.org/drawingml/2006/main">
            <a:pPr>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참조 ID·대상·수치·조건을 검사합니다.</a:t>
            </a:r>
          </a:p>
          <a:p xmlns:a="http://schemas.openxmlformats.org/drawingml/2006/main">
            <a:pPr>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Writer는 최초 포함 최대 3회입니다.</a:t>
            </a:r>
          </a:p>
        </p:txBody>
      </p:sp>
      <p:sp>
        <p:nvSpPr>
          <p:cNvPr id="17" name="">
            <a:extLst xmlns:a="http://schemas.openxmlformats.org/drawingml/2006/main">
              <a:ext uri="{FF2B5EF4-FFF2-40B4-BE49-F238E27FC236}">
                <a16:creationId xmlns:a16="http://schemas.microsoft.com/office/drawing/2014/main" id="{22118210-F8B0-412D-8E0F-5394E30C9EAF}"/>
              </a:ext>
            </a:extLst>
          </p:cNvPr>
          <p:cNvSpPr>
            <a:spLocks xmlns:a="http://schemas.openxmlformats.org/drawingml/2006/main" noGrp="1"/>
          </p:cNvSpPr>
          <p:nvPr/>
        </p:nvSpPr>
        <p:spPr>
          <a:xfrm xmlns:a="http://schemas.openxmlformats.org/drawingml/2006/main">
            <a:off x="8153400" y="3124200"/>
            <a:ext cx="3409950" cy="27813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B05F286-9FA9-4DF4-966C-EB507A991D3D}"/>
              </a:ext>
            </a:extLst>
          </p:cNvPr>
          <p:cNvSpPr>
            <a:spLocks xmlns:a="http://schemas.openxmlformats.org/drawingml/2006/main" noGrp="1"/>
          </p:cNvSpPr>
          <p:nvPr/>
        </p:nvSpPr>
        <p:spPr>
          <a:xfrm xmlns:a="http://schemas.openxmlformats.org/drawingml/2006/main">
            <a:off x="8153400" y="3124200"/>
            <a:ext cx="57150" cy="2781300"/>
          </a:xfrm>
          <a:prstGeom xmlns:a="http://schemas.openxmlformats.org/drawingml/2006/main" prst="rect">
            <a:avLst/>
          </a:prstGeom>
          <a:solidFill xmlns:a="http://schemas.openxmlformats.org/drawingml/2006/main">
            <a:srgbClr val="0E7267"/>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FD15ABF6-E716-4E40-9577-66D3EF214EDB}"/>
              </a:ext>
            </a:extLst>
          </p:cNvPr>
          <p:cNvSpPr>
            <a:spLocks xmlns:a="http://schemas.openxmlformats.org/drawingml/2006/main" noGrp="1"/>
          </p:cNvSpPr>
          <p:nvPr/>
        </p:nvSpPr>
        <p:spPr>
          <a:xfrm xmlns:a="http://schemas.openxmlformats.org/drawingml/2006/main">
            <a:off x="8401050" y="337185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defRPr sz="2100" b="1">
                <a:solidFill>
                  <a:srgbClr val="172B4D"/>
                </a:solidFill>
                <a:latin typeface="Apple SD Gothic Neo"/>
                <a:ea typeface="Apple SD Gothic Neo"/>
                <a:cs typeface="Apple SD Gothic Neo"/>
              </a:defRPr>
            </a:lvl1pPr>
            <a:lvl2pPr>
              <a:defRPr sz="2100" b="1">
                <a:solidFill>
                  <a:srgbClr val="172B4D"/>
                </a:solidFill>
                <a:latin typeface="Apple SD Gothic Neo"/>
                <a:ea typeface="Apple SD Gothic Neo"/>
                <a:cs typeface="Apple SD Gothic Neo"/>
              </a:defRPr>
            </a:lvl2pPr>
            <a:lvl3pPr>
              <a:defRPr sz="2100" b="1">
                <a:solidFill>
                  <a:srgbClr val="172B4D"/>
                </a:solidFill>
                <a:latin typeface="Apple SD Gothic Neo"/>
                <a:ea typeface="Apple SD Gothic Neo"/>
                <a:cs typeface="Apple SD Gothic Neo"/>
              </a:defRPr>
            </a:lvl3pPr>
            <a:lvl4pPr>
              <a:defRPr sz="2100" b="1">
                <a:solidFill>
                  <a:srgbClr val="172B4D"/>
                </a:solidFill>
                <a:latin typeface="Apple SD Gothic Neo"/>
                <a:ea typeface="Apple SD Gothic Neo"/>
                <a:cs typeface="Apple SD Gothic Neo"/>
              </a:defRPr>
            </a:lvl4pPr>
            <a:lvl5pPr>
              <a:defRPr sz="2100" b="1">
                <a:solidFill>
                  <a:srgbClr val="172B4D"/>
                </a:solidFill>
                <a:latin typeface="Apple SD Gothic Neo"/>
                <a:ea typeface="Apple SD Gothic Neo"/>
                <a:cs typeface="Apple SD Gothic Neo"/>
              </a:defRPr>
            </a:lvl5pPr>
            <a:lvl6pPr>
              <a:defRPr sz="2100" b="1">
                <a:solidFill>
                  <a:srgbClr val="172B4D"/>
                </a:solidFill>
                <a:latin typeface="Apple SD Gothic Neo"/>
                <a:ea typeface="Apple SD Gothic Neo"/>
                <a:cs typeface="Apple SD Gothic Neo"/>
              </a:defRPr>
            </a:lvl6pPr>
            <a:lvl7pPr>
              <a:defRPr sz="2100" b="1">
                <a:solidFill>
                  <a:srgbClr val="172B4D"/>
                </a:solidFill>
                <a:latin typeface="Apple SD Gothic Neo"/>
                <a:ea typeface="Apple SD Gothic Neo"/>
                <a:cs typeface="Apple SD Gothic Neo"/>
              </a:defRPr>
            </a:lvl7pPr>
            <a:lvl8pPr>
              <a:defRPr sz="2100" b="1">
                <a:solidFill>
                  <a:srgbClr val="172B4D"/>
                </a:solidFill>
                <a:latin typeface="Apple SD Gothic Neo"/>
                <a:ea typeface="Apple SD Gothic Neo"/>
                <a:cs typeface="Apple SD Gothic Neo"/>
              </a:defRPr>
            </a:lvl8pPr>
            <a:lvl9pPr>
              <a:defRPr sz="2100" b="1">
                <a:solidFill>
                  <a:srgbClr val="172B4D"/>
                </a:solidFill>
                <a:latin typeface="Apple SD Gothic Neo"/>
                <a:ea typeface="Apple SD Gothic Neo"/>
                <a:cs typeface="Apple SD Gothic Neo"/>
              </a:defRPr>
            </a:lvl9pPr>
          </a:lstStyle>
          <a:p xmlns:a="http://schemas.openxmlformats.org/drawingml/2006/main">
            <a:pPr>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Reviewer</a:t>
            </a:r>
          </a:p>
        </p:txBody>
      </p:sp>
      <p:sp>
        <p:nvSpPr>
          <p:cNvPr id="20" name="">
            <a:extLst xmlns:a="http://schemas.openxmlformats.org/drawingml/2006/main">
              <a:ext uri="{FF2B5EF4-FFF2-40B4-BE49-F238E27FC236}">
                <a16:creationId xmlns:a16="http://schemas.microsoft.com/office/drawing/2014/main" id="{5D89E2D0-621B-4E75-9FDA-7F28B289206E}"/>
              </a:ext>
            </a:extLst>
          </p:cNvPr>
          <p:cNvSpPr>
            <a:spLocks xmlns:a="http://schemas.openxmlformats.org/drawingml/2006/main" noGrp="1"/>
          </p:cNvSpPr>
          <p:nvPr/>
        </p:nvSpPr>
        <p:spPr>
          <a:xfrm xmlns:a="http://schemas.openxmlformats.org/drawingml/2006/main">
            <a:off x="8401050" y="419100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defRPr sz="1800" b="0">
                <a:solidFill>
                  <a:srgbClr val="253650"/>
                </a:solidFill>
                <a:latin typeface="Apple SD Gothic Neo"/>
                <a:ea typeface="Apple SD Gothic Neo"/>
                <a:cs typeface="Apple SD Gothic Neo"/>
              </a:defRPr>
            </a:lvl1pPr>
            <a:lvl2pPr>
              <a:defRPr sz="1800" b="0">
                <a:solidFill>
                  <a:srgbClr val="253650"/>
                </a:solidFill>
                <a:latin typeface="Apple SD Gothic Neo"/>
                <a:ea typeface="Apple SD Gothic Neo"/>
                <a:cs typeface="Apple SD Gothic Neo"/>
              </a:defRPr>
            </a:lvl2pPr>
            <a:lvl3pPr>
              <a:defRPr sz="1800" b="0">
                <a:solidFill>
                  <a:srgbClr val="253650"/>
                </a:solidFill>
                <a:latin typeface="Apple SD Gothic Neo"/>
                <a:ea typeface="Apple SD Gothic Neo"/>
                <a:cs typeface="Apple SD Gothic Neo"/>
              </a:defRPr>
            </a:lvl3pPr>
            <a:lvl4pPr>
              <a:defRPr sz="1800" b="0">
                <a:solidFill>
                  <a:srgbClr val="253650"/>
                </a:solidFill>
                <a:latin typeface="Apple SD Gothic Neo"/>
                <a:ea typeface="Apple SD Gothic Neo"/>
                <a:cs typeface="Apple SD Gothic Neo"/>
              </a:defRPr>
            </a:lvl4pPr>
            <a:lvl5pPr>
              <a:defRPr sz="1800" b="0">
                <a:solidFill>
                  <a:srgbClr val="253650"/>
                </a:solidFill>
                <a:latin typeface="Apple SD Gothic Neo"/>
                <a:ea typeface="Apple SD Gothic Neo"/>
                <a:cs typeface="Apple SD Gothic Neo"/>
              </a:defRPr>
            </a:lvl5pPr>
            <a:lvl6pPr>
              <a:defRPr sz="1800" b="0">
                <a:solidFill>
                  <a:srgbClr val="253650"/>
                </a:solidFill>
                <a:latin typeface="Apple SD Gothic Neo"/>
                <a:ea typeface="Apple SD Gothic Neo"/>
                <a:cs typeface="Apple SD Gothic Neo"/>
              </a:defRPr>
            </a:lvl6pPr>
            <a:lvl7pPr>
              <a:defRPr sz="1800" b="0">
                <a:solidFill>
                  <a:srgbClr val="253650"/>
                </a:solidFill>
                <a:latin typeface="Apple SD Gothic Neo"/>
                <a:ea typeface="Apple SD Gothic Neo"/>
                <a:cs typeface="Apple SD Gothic Neo"/>
              </a:defRPr>
            </a:lvl7pPr>
            <a:lvl8pPr>
              <a:defRPr sz="1800" b="0">
                <a:solidFill>
                  <a:srgbClr val="253650"/>
                </a:solidFill>
                <a:latin typeface="Apple SD Gothic Neo"/>
                <a:ea typeface="Apple SD Gothic Neo"/>
                <a:cs typeface="Apple SD Gothic Neo"/>
              </a:defRPr>
            </a:lvl8pPr>
            <a:lvl9pPr>
              <a:defRPr sz="1800" b="0">
                <a:solidFill>
                  <a:srgbClr val="253650"/>
                </a:solidFill>
                <a:latin typeface="Apple SD Gothic Neo"/>
                <a:ea typeface="Apple SD Gothic Neo"/>
                <a:cs typeface="Apple SD Gothic Neo"/>
              </a:defRPr>
            </a:lvl9pPr>
          </a:lstStyle>
          <a:p xmlns:a="http://schemas.openxmlformats.org/drawingml/2006/main">
            <a:pPr>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복잡한 요청만 별도 검토합니다.</a:t>
            </a:r>
          </a:p>
          <a:p xmlns:a="http://schemas.openxmlformats.org/drawingml/2006/main">
            <a:pPr>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최대 2회, 재반려·오류면 보류합니다.</a:t>
            </a:r>
          </a:p>
        </p:txBody>
      </p:sp>
    </p:spTree>
    <p:extLst>
      <p:ext uri="{BB962C8B-B14F-4D97-AF65-F5344CB8AC3E}">
        <p14:creationId xmlns:p14="http://schemas.microsoft.com/office/powerpoint/2010/main" val="2041979675"/>
      </p:ext>
    </p:extLst>
  </p:cSld>
</p:sld>
</file>

<file path=ppt/slides/slide7.xml><?xml version="1.0" encoding="utf-8"?>
<p:sld xmlns:p="http://schemas.openxmlformats.org/presentationml/2006/main">
  <p:cSld>
    <p:bg>
      <p:bgPr>
        <a:solidFill xmlns:a="http://schemas.openxmlformats.org/drawingml/2006/main">
          <a:srgbClr val="F4F6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76F397A-6B69-4B24-8110-6D56943541C0}"/>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8FD3C9B-EE26-42BF-B203-B26DC056A75C}"/>
              </a:ext>
            </a:extLst>
          </p:cNvPr>
          <p:cNvSpPr>
            <a:spLocks xmlns:a="http://schemas.openxmlformats.org/drawingml/2006/main" noGrp="1"/>
          </p:cNvSpPr>
          <p:nvPr/>
        </p:nvSpPr>
        <p:spPr>
          <a:xfrm xmlns:a="http://schemas.openxmlformats.org/drawingml/2006/main">
            <a:off x="609600" y="381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1">
                <a:solidFill>
                  <a:srgbClr val="235ECB"/>
                </a:solidFill>
                <a:latin typeface="Apple SD Gothic Neo"/>
                <a:ea typeface="Apple SD Gothic Neo"/>
                <a:cs typeface="Apple SD Gothic Neo"/>
              </a:defRPr>
            </a:defPPr>
            <a:lvl1pPr>
              <a:defRPr sz="1275" b="1">
                <a:solidFill>
                  <a:srgbClr val="235ECB"/>
                </a:solidFill>
                <a:latin typeface="Apple SD Gothic Neo"/>
                <a:ea typeface="Apple SD Gothic Neo"/>
                <a:cs typeface="Apple SD Gothic Neo"/>
              </a:defRPr>
            </a:lvl1pPr>
            <a:lvl2pPr>
              <a:defRPr sz="1275" b="1">
                <a:solidFill>
                  <a:srgbClr val="235ECB"/>
                </a:solidFill>
                <a:latin typeface="Apple SD Gothic Neo"/>
                <a:ea typeface="Apple SD Gothic Neo"/>
                <a:cs typeface="Apple SD Gothic Neo"/>
              </a:defRPr>
            </a:lvl2pPr>
            <a:lvl3pPr>
              <a:defRPr sz="1275" b="1">
                <a:solidFill>
                  <a:srgbClr val="235ECB"/>
                </a:solidFill>
                <a:latin typeface="Apple SD Gothic Neo"/>
                <a:ea typeface="Apple SD Gothic Neo"/>
                <a:cs typeface="Apple SD Gothic Neo"/>
              </a:defRPr>
            </a:lvl3pPr>
            <a:lvl4pPr>
              <a:defRPr sz="1275" b="1">
                <a:solidFill>
                  <a:srgbClr val="235ECB"/>
                </a:solidFill>
                <a:latin typeface="Apple SD Gothic Neo"/>
                <a:ea typeface="Apple SD Gothic Neo"/>
                <a:cs typeface="Apple SD Gothic Neo"/>
              </a:defRPr>
            </a:lvl4pPr>
            <a:lvl5pPr>
              <a:defRPr sz="1275" b="1">
                <a:solidFill>
                  <a:srgbClr val="235ECB"/>
                </a:solidFill>
                <a:latin typeface="Apple SD Gothic Neo"/>
                <a:ea typeface="Apple SD Gothic Neo"/>
                <a:cs typeface="Apple SD Gothic Neo"/>
              </a:defRPr>
            </a:lvl5pPr>
            <a:lvl6pPr>
              <a:defRPr sz="1275" b="1">
                <a:solidFill>
                  <a:srgbClr val="235ECB"/>
                </a:solidFill>
                <a:latin typeface="Apple SD Gothic Neo"/>
                <a:ea typeface="Apple SD Gothic Neo"/>
                <a:cs typeface="Apple SD Gothic Neo"/>
              </a:defRPr>
            </a:lvl6pPr>
            <a:lvl7pPr>
              <a:defRPr sz="1275" b="1">
                <a:solidFill>
                  <a:srgbClr val="235ECB"/>
                </a:solidFill>
                <a:latin typeface="Apple SD Gothic Neo"/>
                <a:ea typeface="Apple SD Gothic Neo"/>
                <a:cs typeface="Apple SD Gothic Neo"/>
              </a:defRPr>
            </a:lvl7pPr>
            <a:lvl8pPr>
              <a:defRPr sz="1275" b="1">
                <a:solidFill>
                  <a:srgbClr val="235ECB"/>
                </a:solidFill>
                <a:latin typeface="Apple SD Gothic Neo"/>
                <a:ea typeface="Apple SD Gothic Neo"/>
                <a:cs typeface="Apple SD Gothic Neo"/>
              </a:defRPr>
            </a:lvl8pPr>
            <a:lvl9pPr>
              <a:defRPr sz="1275" b="1">
                <a:solidFill>
                  <a:srgbClr val="235ECB"/>
                </a:solidFill>
                <a:latin typeface="Apple SD Gothic Neo"/>
                <a:ea typeface="Apple SD Gothic Neo"/>
                <a:cs typeface="Apple SD Gothic Neo"/>
              </a:defRPr>
            </a:lvl9pPr>
          </a:lstStyle>
          <a:p xmlns:a="http://schemas.openxmlformats.org/drawingml/2006/main">
            <a:pPr>
              <a:defRPr sz="1275" b="1">
                <a:solidFill>
                  <a:srgbClr val="235ECB"/>
                </a:solidFill>
                <a:latin typeface="Apple SD Gothic Neo"/>
                <a:ea typeface="Apple SD Gothic Neo"/>
                <a:cs typeface="Apple SD Gothic Neo"/>
              </a:defRPr>
            </a:pPr>
            <a:r>
              <a:rPr sz="1275" b="1">
                <a:solidFill>
                  <a:srgbClr val="235ECB"/>
                </a:solidFill>
                <a:latin typeface="Apple SD Gothic Neo"/>
                <a:ea typeface="Apple SD Gothic Neo"/>
                <a:cs typeface="Apple SD Gothic Neo"/>
              </a:rPr>
              <a:t>6. Before / After 실측</a:t>
            </a:r>
          </a:p>
        </p:txBody>
      </p:sp>
      <p:sp>
        <p:nvSpPr>
          <p:cNvPr id="3" name="">
            <a:extLst xmlns:a="http://schemas.openxmlformats.org/drawingml/2006/main">
              <a:ext uri="{FF2B5EF4-FFF2-40B4-BE49-F238E27FC236}">
                <a16:creationId xmlns:a16="http://schemas.microsoft.com/office/drawing/2014/main" id="{C00F54C8-9E05-4AEF-9E09-10454CA4F3EA}"/>
              </a:ext>
            </a:extLst>
          </p:cNvPr>
          <p:cNvSpPr>
            <a:spLocks xmlns:a="http://schemas.openxmlformats.org/drawingml/2006/main" noGrp="1"/>
          </p:cNvSpPr>
          <p:nvPr/>
        </p:nvSpPr>
        <p:spPr>
          <a:xfrm xmlns:a="http://schemas.openxmlformats.org/drawingml/2006/main">
            <a:off x="60960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2B4D"/>
                </a:solidFill>
                <a:latin typeface="Apple SD Gothic Neo"/>
                <a:ea typeface="Apple SD Gothic Neo"/>
                <a:cs typeface="Apple SD Gothic Neo"/>
              </a:defRPr>
            </a:defPPr>
            <a:lvl1pPr>
              <a:defRPr sz="2850" b="1">
                <a:solidFill>
                  <a:srgbClr val="172B4D"/>
                </a:solidFill>
                <a:latin typeface="Apple SD Gothic Neo"/>
                <a:ea typeface="Apple SD Gothic Neo"/>
                <a:cs typeface="Apple SD Gothic Neo"/>
              </a:defRPr>
            </a:lvl1pPr>
            <a:lvl2pPr>
              <a:defRPr sz="2850" b="1">
                <a:solidFill>
                  <a:srgbClr val="172B4D"/>
                </a:solidFill>
                <a:latin typeface="Apple SD Gothic Neo"/>
                <a:ea typeface="Apple SD Gothic Neo"/>
                <a:cs typeface="Apple SD Gothic Neo"/>
              </a:defRPr>
            </a:lvl2pPr>
            <a:lvl3pPr>
              <a:defRPr sz="2850" b="1">
                <a:solidFill>
                  <a:srgbClr val="172B4D"/>
                </a:solidFill>
                <a:latin typeface="Apple SD Gothic Neo"/>
                <a:ea typeface="Apple SD Gothic Neo"/>
                <a:cs typeface="Apple SD Gothic Neo"/>
              </a:defRPr>
            </a:lvl3pPr>
            <a:lvl4pPr>
              <a:defRPr sz="2850" b="1">
                <a:solidFill>
                  <a:srgbClr val="172B4D"/>
                </a:solidFill>
                <a:latin typeface="Apple SD Gothic Neo"/>
                <a:ea typeface="Apple SD Gothic Neo"/>
                <a:cs typeface="Apple SD Gothic Neo"/>
              </a:defRPr>
            </a:lvl4pPr>
            <a:lvl5pPr>
              <a:defRPr sz="2850" b="1">
                <a:solidFill>
                  <a:srgbClr val="172B4D"/>
                </a:solidFill>
                <a:latin typeface="Apple SD Gothic Neo"/>
                <a:ea typeface="Apple SD Gothic Neo"/>
                <a:cs typeface="Apple SD Gothic Neo"/>
              </a:defRPr>
            </a:lvl5pPr>
            <a:lvl6pPr>
              <a:defRPr sz="2850" b="1">
                <a:solidFill>
                  <a:srgbClr val="172B4D"/>
                </a:solidFill>
                <a:latin typeface="Apple SD Gothic Neo"/>
                <a:ea typeface="Apple SD Gothic Neo"/>
                <a:cs typeface="Apple SD Gothic Neo"/>
              </a:defRPr>
            </a:lvl6pPr>
            <a:lvl7pPr>
              <a:defRPr sz="2850" b="1">
                <a:solidFill>
                  <a:srgbClr val="172B4D"/>
                </a:solidFill>
                <a:latin typeface="Apple SD Gothic Neo"/>
                <a:ea typeface="Apple SD Gothic Neo"/>
                <a:cs typeface="Apple SD Gothic Neo"/>
              </a:defRPr>
            </a:lvl7pPr>
            <a:lvl8pPr>
              <a:defRPr sz="2850" b="1">
                <a:solidFill>
                  <a:srgbClr val="172B4D"/>
                </a:solidFill>
                <a:latin typeface="Apple SD Gothic Neo"/>
                <a:ea typeface="Apple SD Gothic Neo"/>
                <a:cs typeface="Apple SD Gothic Neo"/>
              </a:defRPr>
            </a:lvl8pPr>
            <a:lvl9pPr>
              <a:defRPr sz="2850" b="1">
                <a:solidFill>
                  <a:srgbClr val="172B4D"/>
                </a:solidFill>
                <a:latin typeface="Apple SD Gothic Neo"/>
                <a:ea typeface="Apple SD Gothic Neo"/>
                <a:cs typeface="Apple SD Gothic Neo"/>
              </a:defRPr>
            </a:lvl9pPr>
          </a:lstStyle>
          <a:p xmlns:a="http://schemas.openxmlformats.org/drawingml/2006/main">
            <a:pPr>
              <a:defRPr sz="2850" b="1">
                <a:solidFill>
                  <a:srgbClr val="172B4D"/>
                </a:solidFill>
                <a:latin typeface="Apple SD Gothic Neo"/>
                <a:ea typeface="Apple SD Gothic Neo"/>
                <a:cs typeface="Apple SD Gothic Neo"/>
              </a:defRPr>
            </a:pPr>
            <a:r>
              <a:rPr sz="2850" b="1">
                <a:solidFill>
                  <a:srgbClr val="172B4D"/>
                </a:solidFill>
                <a:latin typeface="Apple SD Gothic Neo"/>
                <a:ea typeface="Apple SD Gothic Neo"/>
                <a:cs typeface="Apple SD Gothic Neo"/>
              </a:rPr>
              <a:t>같은 입력으로 원본과 최종 코드를 다시 측정했습니다</a:t>
            </a:r>
          </a:p>
        </p:txBody>
      </p:sp>
      <p:sp>
        <p:nvSpPr>
          <p:cNvPr id="4" name="">
            <a:extLst xmlns:a="http://schemas.openxmlformats.org/drawingml/2006/main">
              <a:ext uri="{FF2B5EF4-FFF2-40B4-BE49-F238E27FC236}">
                <a16:creationId xmlns:a16="http://schemas.microsoft.com/office/drawing/2014/main" id="{7AF33A9D-8B14-40F3-A1CD-6310C73B8167}"/>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7E0E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4628ACB-1E0D-46AC-A396-524083E8781E}"/>
              </a:ext>
            </a:extLst>
          </p:cNvPr>
          <p:cNvSpPr>
            <a:spLocks xmlns:a="http://schemas.openxmlformats.org/drawingml/2006/main" noGrp="1"/>
          </p:cNvSpPr>
          <p:nvPr/>
        </p:nvSpPr>
        <p:spPr>
          <a:xfrm xmlns:a="http://schemas.openxmlformats.org/drawingml/2006/main">
            <a:off x="609600" y="6343650"/>
            <a:ext cx="1028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5D6D84"/>
                </a:solidFill>
                <a:latin typeface="Apple SD Gothic Neo"/>
                <a:ea typeface="Apple SD Gothic Neo"/>
                <a:cs typeface="Apple SD Gothic Neo"/>
              </a:defRPr>
            </a:defPPr>
            <a:lvl1pPr>
              <a:defRPr sz="975" b="0">
                <a:solidFill>
                  <a:srgbClr val="5D6D84"/>
                </a:solidFill>
                <a:latin typeface="Apple SD Gothic Neo"/>
                <a:ea typeface="Apple SD Gothic Neo"/>
                <a:cs typeface="Apple SD Gothic Neo"/>
              </a:defRPr>
            </a:lvl1pPr>
            <a:lvl2pPr>
              <a:defRPr sz="975" b="0">
                <a:solidFill>
                  <a:srgbClr val="5D6D84"/>
                </a:solidFill>
                <a:latin typeface="Apple SD Gothic Neo"/>
                <a:ea typeface="Apple SD Gothic Neo"/>
                <a:cs typeface="Apple SD Gothic Neo"/>
              </a:defRPr>
            </a:lvl2pPr>
            <a:lvl3pPr>
              <a:defRPr sz="975" b="0">
                <a:solidFill>
                  <a:srgbClr val="5D6D84"/>
                </a:solidFill>
                <a:latin typeface="Apple SD Gothic Neo"/>
                <a:ea typeface="Apple SD Gothic Neo"/>
                <a:cs typeface="Apple SD Gothic Neo"/>
              </a:defRPr>
            </a:lvl3pPr>
            <a:lvl4pPr>
              <a:defRPr sz="975" b="0">
                <a:solidFill>
                  <a:srgbClr val="5D6D84"/>
                </a:solidFill>
                <a:latin typeface="Apple SD Gothic Neo"/>
                <a:ea typeface="Apple SD Gothic Neo"/>
                <a:cs typeface="Apple SD Gothic Neo"/>
              </a:defRPr>
            </a:lvl4pPr>
            <a:lvl5pPr>
              <a:defRPr sz="975" b="0">
                <a:solidFill>
                  <a:srgbClr val="5D6D84"/>
                </a:solidFill>
                <a:latin typeface="Apple SD Gothic Neo"/>
                <a:ea typeface="Apple SD Gothic Neo"/>
                <a:cs typeface="Apple SD Gothic Neo"/>
              </a:defRPr>
            </a:lvl5pPr>
            <a:lvl6pPr>
              <a:defRPr sz="975" b="0">
                <a:solidFill>
                  <a:srgbClr val="5D6D84"/>
                </a:solidFill>
                <a:latin typeface="Apple SD Gothic Neo"/>
                <a:ea typeface="Apple SD Gothic Neo"/>
                <a:cs typeface="Apple SD Gothic Neo"/>
              </a:defRPr>
            </a:lvl6pPr>
            <a:lvl7pPr>
              <a:defRPr sz="975" b="0">
                <a:solidFill>
                  <a:srgbClr val="5D6D84"/>
                </a:solidFill>
                <a:latin typeface="Apple SD Gothic Neo"/>
                <a:ea typeface="Apple SD Gothic Neo"/>
                <a:cs typeface="Apple SD Gothic Neo"/>
              </a:defRPr>
            </a:lvl7pPr>
            <a:lvl8pPr>
              <a:defRPr sz="975" b="0">
                <a:solidFill>
                  <a:srgbClr val="5D6D84"/>
                </a:solidFill>
                <a:latin typeface="Apple SD Gothic Neo"/>
                <a:ea typeface="Apple SD Gothic Neo"/>
                <a:cs typeface="Apple SD Gothic Neo"/>
              </a:defRPr>
            </a:lvl8pPr>
            <a:lvl9pPr>
              <a:defRPr sz="975" b="0">
                <a:solidFill>
                  <a:srgbClr val="5D6D84"/>
                </a:solidFill>
                <a:latin typeface="Apple SD Gothic Neo"/>
                <a:ea typeface="Apple SD Gothic Neo"/>
                <a:cs typeface="Apple SD Gothic Neo"/>
              </a:defRPr>
            </a:lvl9pPr>
          </a:lstStyle>
          <a:p xmlns:a="http://schemas.openxmlformats.org/drawingml/2006/main">
            <a:pPr>
              <a:defRPr sz="975" b="0">
                <a:solidFill>
                  <a:srgbClr val="5D6D84"/>
                </a:solidFill>
                <a:latin typeface="Apple SD Gothic Neo"/>
                <a:ea typeface="Apple SD Gothic Neo"/>
                <a:cs typeface="Apple SD Gothic Neo"/>
              </a:defRPr>
            </a:pPr>
            <a:r>
              <a:rPr sz="975" b="0">
                <a:solidFill>
                  <a:srgbClr val="5D6D84"/>
                </a:solidFill>
                <a:latin typeface="Apple SD Gothic Neo"/>
                <a:ea typeface="Apple SD Gothic Neo"/>
                <a:cs typeface="Apple SD Gothic Neo"/>
              </a:rPr>
              <a:t>근거: doc/final_measurement_summary.json / 고정 수업 샘플 / 버전별 33건</a:t>
            </a:r>
          </a:p>
        </p:txBody>
      </p:sp>
      <p:sp>
        <p:nvSpPr>
          <p:cNvPr id="6" name="">
            <a:extLst xmlns:a="http://schemas.openxmlformats.org/drawingml/2006/main">
              <a:ext uri="{FF2B5EF4-FFF2-40B4-BE49-F238E27FC236}">
                <a16:creationId xmlns:a16="http://schemas.microsoft.com/office/drawing/2014/main" id="{641C47F1-AC1B-4CC9-B7A7-61C6D7BFADD9}"/>
              </a:ext>
            </a:extLst>
          </p:cNvPr>
          <p:cNvSpPr>
            <a:spLocks xmlns:a="http://schemas.openxmlformats.org/drawingml/2006/main" noGrp="1"/>
          </p:cNvSpPr>
          <p:nvPr/>
        </p:nvSpPr>
        <p:spPr>
          <a:xfrm xmlns:a="http://schemas.openxmlformats.org/drawingml/2006/main">
            <a:off x="11049000" y="6334125"/>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5D6D84"/>
                </a:solidFill>
                <a:latin typeface="Apple SD Gothic Neo"/>
                <a:ea typeface="Apple SD Gothic Neo"/>
                <a:cs typeface="Apple SD Gothic Neo"/>
              </a:defRPr>
            </a:defPPr>
            <a:lvl1pPr>
              <a:defRPr sz="1125" b="1">
                <a:solidFill>
                  <a:srgbClr val="5D6D84"/>
                </a:solidFill>
                <a:latin typeface="Apple SD Gothic Neo"/>
                <a:ea typeface="Apple SD Gothic Neo"/>
                <a:cs typeface="Apple SD Gothic Neo"/>
              </a:defRPr>
            </a:lvl1pPr>
            <a:lvl2pPr>
              <a:defRPr sz="1125" b="1">
                <a:solidFill>
                  <a:srgbClr val="5D6D84"/>
                </a:solidFill>
                <a:latin typeface="Apple SD Gothic Neo"/>
                <a:ea typeface="Apple SD Gothic Neo"/>
                <a:cs typeface="Apple SD Gothic Neo"/>
              </a:defRPr>
            </a:lvl2pPr>
            <a:lvl3pPr>
              <a:defRPr sz="1125" b="1">
                <a:solidFill>
                  <a:srgbClr val="5D6D84"/>
                </a:solidFill>
                <a:latin typeface="Apple SD Gothic Neo"/>
                <a:ea typeface="Apple SD Gothic Neo"/>
                <a:cs typeface="Apple SD Gothic Neo"/>
              </a:defRPr>
            </a:lvl3pPr>
            <a:lvl4pPr>
              <a:defRPr sz="1125" b="1">
                <a:solidFill>
                  <a:srgbClr val="5D6D84"/>
                </a:solidFill>
                <a:latin typeface="Apple SD Gothic Neo"/>
                <a:ea typeface="Apple SD Gothic Neo"/>
                <a:cs typeface="Apple SD Gothic Neo"/>
              </a:defRPr>
            </a:lvl4pPr>
            <a:lvl5pPr>
              <a:defRPr sz="1125" b="1">
                <a:solidFill>
                  <a:srgbClr val="5D6D84"/>
                </a:solidFill>
                <a:latin typeface="Apple SD Gothic Neo"/>
                <a:ea typeface="Apple SD Gothic Neo"/>
                <a:cs typeface="Apple SD Gothic Neo"/>
              </a:defRPr>
            </a:lvl5pPr>
            <a:lvl6pPr>
              <a:defRPr sz="1125" b="1">
                <a:solidFill>
                  <a:srgbClr val="5D6D84"/>
                </a:solidFill>
                <a:latin typeface="Apple SD Gothic Neo"/>
                <a:ea typeface="Apple SD Gothic Neo"/>
                <a:cs typeface="Apple SD Gothic Neo"/>
              </a:defRPr>
            </a:lvl6pPr>
            <a:lvl7pPr>
              <a:defRPr sz="1125" b="1">
                <a:solidFill>
                  <a:srgbClr val="5D6D84"/>
                </a:solidFill>
                <a:latin typeface="Apple SD Gothic Neo"/>
                <a:ea typeface="Apple SD Gothic Neo"/>
                <a:cs typeface="Apple SD Gothic Neo"/>
              </a:defRPr>
            </a:lvl7pPr>
            <a:lvl8pPr>
              <a:defRPr sz="1125" b="1">
                <a:solidFill>
                  <a:srgbClr val="5D6D84"/>
                </a:solidFill>
                <a:latin typeface="Apple SD Gothic Neo"/>
                <a:ea typeface="Apple SD Gothic Neo"/>
                <a:cs typeface="Apple SD Gothic Neo"/>
              </a:defRPr>
            </a:lvl8pPr>
            <a:lvl9pPr>
              <a:defRPr sz="1125" b="1">
                <a:solidFill>
                  <a:srgbClr val="5D6D84"/>
                </a:solidFill>
                <a:latin typeface="Apple SD Gothic Neo"/>
                <a:ea typeface="Apple SD Gothic Neo"/>
                <a:cs typeface="Apple SD Gothic Neo"/>
              </a:defRPr>
            </a:lvl9pPr>
          </a:lstStyle>
          <a:p xmlns:a="http://schemas.openxmlformats.org/drawingml/2006/main">
            <a:pPr>
              <a:defRPr sz="1125" b="1">
                <a:solidFill>
                  <a:srgbClr val="5D6D84"/>
                </a:solidFill>
                <a:latin typeface="Apple SD Gothic Neo"/>
                <a:ea typeface="Apple SD Gothic Neo"/>
                <a:cs typeface="Apple SD Gothic Neo"/>
              </a:defRPr>
            </a:pPr>
            <a:r>
              <a:rPr sz="1125" b="1">
                <a:solidFill>
                  <a:srgbClr val="5D6D84"/>
                </a:solidFill>
                <a:latin typeface="Apple SD Gothic Neo"/>
                <a:ea typeface="Apple SD Gothic Neo"/>
                <a:cs typeface="Apple SD Gothic Neo"/>
              </a:rPr>
              <a:t>07</a:t>
            </a:r>
          </a:p>
        </p:txBody>
      </p:sp>
      <p:graphicFrame>
        <p:nvGraphicFramePr>
          <p:cNvPr id="7" name="">
            <a:extLst xmlns:a="http://schemas.openxmlformats.org/drawingml/2006/main">
              <a:ext uri="{FF2B5EF4-FFF2-40B4-BE49-F238E27FC236}">
                <a16:creationId xmlns:a16="http://schemas.microsoft.com/office/drawing/2014/main" id="{478F6B64-E4E3-43CF-8B34-AA4893D3874E}"/>
              </a:ext>
            </a:extLst>
          </p:cNvPr>
          <p:cNvGraphicFramePr/>
          <p:nvPr/>
        </p:nvGraphicFramePr>
        <p:xfrm>
          <a:off xmlns:a="http://schemas.openxmlformats.org/drawingml/2006/main" x="609600" y="1952625"/>
          <a:ext xmlns:a="http://schemas.openxmlformats.org/drawingml/2006/main" cx="10972800" cy="3143250"/>
        </p:xfrm>
        <a:graphic xmlns:a="http://schemas.openxmlformats.org/drawingml/2006/main">
          <a:graphicData uri="http://schemas.openxmlformats.org/drawingml/2006/table">
            <a:tbl>
              <a:tblPr/>
              <a:tblGrid>
                <a:gridCol w="4953000"/>
                <a:gridCol w="3009900"/>
                <a:gridCol w="3009900"/>
              </a:tblGrid>
              <a:tr h="523875">
                <a:tc>
                  <a:txBody>
                    <a:bodyPr/>
                    <a:lstStyle/>
                    <a:p>
                      <a:r>
                        <a:rPr sz="1800" b="1">
                          <a:solidFill>
                            <a:srgbClr val="FFFFFF"/>
                          </a:solidFill>
                          <a:latin typeface="Apple SD Gothic Neo"/>
                          <a:ea typeface="Apple SD Gothic Neo"/>
                          <a:cs typeface="Apple SD Gothic Neo"/>
                        </a:rPr>
                        <a:t>지표</a:t>
                      </a:r>
                    </a:p>
                  </a:txBody>
                  <a:tcPr marL="91440" marR="91440" marT="45720" marB="45720">
                    <a:lnL w="9525">
                      <a:solidFill>
                        <a:srgbClr val="D7E0ED"/>
                      </a:solidFill>
                      <a:prstDash val="solid"/>
                    </a:lnL>
                    <a:lnR w="9525">
                      <a:solidFill>
                        <a:srgbClr val="D7E0ED"/>
                      </a:solidFill>
                      <a:prstDash val="solid"/>
                    </a:lnR>
                    <a:lnT w="9525">
                      <a:solidFill>
                        <a:srgbClr val="D7E0ED"/>
                      </a:solidFill>
                      <a:prstDash val="solid"/>
                    </a:lnT>
                    <a:lnB w="9525">
                      <a:solidFill>
                        <a:srgbClr val="D7E0ED"/>
                      </a:solidFill>
                      <a:prstDash val="solid"/>
                    </a:lnB>
                    <a:solidFill>
                      <a:srgbClr val="172B4D"/>
                    </a:solidFill>
                  </a:tcPr>
                </a:tc>
                <a:tc>
                  <a:txBody>
                    <a:bodyPr/>
                    <a:lstStyle/>
                    <a:p>
                      <a:r>
                        <a:rPr sz="1800" b="1">
                          <a:solidFill>
                            <a:srgbClr val="FFFFFF"/>
                          </a:solidFill>
                          <a:latin typeface="Apple SD Gothic Neo"/>
                          <a:ea typeface="Apple SD Gothic Neo"/>
                          <a:cs typeface="Apple SD Gothic Neo"/>
                        </a:rPr>
                        <a:t>기존 과제</a:t>
                      </a:r>
                    </a:p>
                  </a:txBody>
                  <a:tcPr marL="91440" marR="91440" marT="45720" marB="45720">
                    <a:lnR w="9525">
                      <a:solidFill>
                        <a:srgbClr val="D7E0ED"/>
                      </a:solidFill>
                      <a:prstDash val="solid"/>
                    </a:lnR>
                    <a:lnT w="9525">
                      <a:solidFill>
                        <a:srgbClr val="D7E0ED"/>
                      </a:solidFill>
                      <a:prstDash val="solid"/>
                    </a:lnT>
                    <a:lnB w="9525">
                      <a:solidFill>
                        <a:srgbClr val="D7E0ED"/>
                      </a:solidFill>
                      <a:prstDash val="solid"/>
                    </a:lnB>
                    <a:solidFill>
                      <a:srgbClr val="172B4D"/>
                    </a:solidFill>
                  </a:tcPr>
                </a:tc>
                <a:tc>
                  <a:txBody>
                    <a:bodyPr/>
                    <a:lstStyle/>
                    <a:p>
                      <a:r>
                        <a:rPr sz="1800" b="1">
                          <a:solidFill>
                            <a:srgbClr val="FFFFFF"/>
                          </a:solidFill>
                          <a:latin typeface="Apple SD Gothic Neo"/>
                          <a:ea typeface="Apple SD Gothic Neo"/>
                          <a:cs typeface="Apple SD Gothic Neo"/>
                        </a:rPr>
                        <a:t>최종 수정본</a:t>
                      </a:r>
                    </a:p>
                  </a:txBody>
                  <a:tcPr marL="91440" marR="91440" marT="45720" marB="45720">
                    <a:lnR w="9525">
                      <a:solidFill>
                        <a:srgbClr val="D7E0ED"/>
                      </a:solidFill>
                      <a:prstDash val="solid"/>
                    </a:lnR>
                    <a:lnT w="9525">
                      <a:solidFill>
                        <a:srgbClr val="D7E0ED"/>
                      </a:solidFill>
                      <a:prstDash val="solid"/>
                    </a:lnT>
                    <a:lnB w="9525">
                      <a:solidFill>
                        <a:srgbClr val="D7E0ED"/>
                      </a:solidFill>
                      <a:prstDash val="solid"/>
                    </a:lnB>
                    <a:solidFill>
                      <a:srgbClr val="172B4D"/>
                    </a:solidFill>
                  </a:tcPr>
                </a:tc>
              </a:tr>
              <a:tr h="523875">
                <a:tc>
                  <a:txBody>
                    <a:bodyPr/>
                    <a:lstStyle/>
                    <a:p>
                      <a:r>
                        <a:rPr sz="1800" b="0">
                          <a:solidFill>
                            <a:srgbClr val="253650"/>
                          </a:solidFill>
                          <a:latin typeface="Apple SD Gothic Neo"/>
                          <a:ea typeface="Apple SD Gothic Neo"/>
                          <a:cs typeface="Apple SD Gothic Neo"/>
                        </a:rPr>
                        <a:t>평균 처리시간</a:t>
                      </a:r>
                    </a:p>
                  </a:txBody>
                  <a:tcPr marL="91440" marR="91440" marT="45720" marB="45720">
                    <a:lnL w="9525">
                      <a:solidFill>
                        <a:srgbClr val="D7E0ED"/>
                      </a:solidFill>
                      <a:prstDash val="solid"/>
                    </a:lnL>
                    <a:lnR w="9525">
                      <a:solidFill>
                        <a:srgbClr val="D7E0ED"/>
                      </a:solidFill>
                      <a:prstDash val="solid"/>
                    </a:lnR>
                    <a:lnB w="9525">
                      <a:solidFill>
                        <a:srgbClr val="D7E0ED"/>
                      </a:solidFill>
                      <a:prstDash val="solid"/>
                    </a:lnB>
                    <a:solidFill>
                      <a:srgbClr val="FFFFFF"/>
                    </a:solidFill>
                  </a:tcPr>
                </a:tc>
                <a:tc>
                  <a:txBody>
                    <a:bodyPr/>
                    <a:lstStyle/>
                    <a:p>
                      <a:r>
                        <a:rPr sz="1800" b="0">
                          <a:solidFill>
                            <a:srgbClr val="253650"/>
                          </a:solidFill>
                          <a:latin typeface="Apple SD Gothic Neo"/>
                          <a:ea typeface="Apple SD Gothic Neo"/>
                          <a:cs typeface="Apple SD Gothic Neo"/>
                        </a:rPr>
                        <a:t>4.207초</a:t>
                      </a:r>
                    </a:p>
                  </a:txBody>
                  <a:tcPr marL="91440" marR="91440" marT="45720" marB="45720">
                    <a:lnR w="9525">
                      <a:solidFill>
                        <a:srgbClr val="D7E0ED"/>
                      </a:solidFill>
                      <a:prstDash val="solid"/>
                    </a:lnR>
                    <a:lnB w="9525">
                      <a:solidFill>
                        <a:srgbClr val="D7E0ED"/>
                      </a:solidFill>
                      <a:prstDash val="solid"/>
                    </a:lnB>
                    <a:solidFill>
                      <a:srgbClr val="FFFFFF"/>
                    </a:solidFill>
                  </a:tcPr>
                </a:tc>
                <a:tc>
                  <a:txBody>
                    <a:bodyPr/>
                    <a:lstStyle/>
                    <a:p>
                      <a:r>
                        <a:rPr sz="1800" b="0">
                          <a:solidFill>
                            <a:srgbClr val="253650"/>
                          </a:solidFill>
                          <a:latin typeface="Apple SD Gothic Neo"/>
                          <a:ea typeface="Apple SD Gothic Neo"/>
                          <a:cs typeface="Apple SD Gothic Neo"/>
                        </a:rPr>
                        <a:t>3.246초</a:t>
                      </a:r>
                    </a:p>
                  </a:txBody>
                  <a:tcPr marL="91440" marR="91440" marT="45720" marB="45720">
                    <a:lnR w="9525">
                      <a:solidFill>
                        <a:srgbClr val="D7E0ED"/>
                      </a:solidFill>
                      <a:prstDash val="solid"/>
                    </a:lnR>
                    <a:lnB w="9525">
                      <a:solidFill>
                        <a:srgbClr val="D7E0ED"/>
                      </a:solidFill>
                      <a:prstDash val="solid"/>
                    </a:lnB>
                    <a:solidFill>
                      <a:srgbClr val="FFFFFF"/>
                    </a:solidFill>
                  </a:tcPr>
                </a:tc>
              </a:tr>
              <a:tr h="523875">
                <a:tc>
                  <a:txBody>
                    <a:bodyPr/>
                    <a:lstStyle/>
                    <a:p>
                      <a:r>
                        <a:rPr sz="1800" b="0">
                          <a:solidFill>
                            <a:srgbClr val="253650"/>
                          </a:solidFill>
                          <a:latin typeface="Apple SD Gothic Neo"/>
                          <a:ea typeface="Apple SD Gothic Neo"/>
                          <a:cs typeface="Apple SD Gothic Neo"/>
                        </a:rPr>
                        <a:t>p95 처리시간</a:t>
                      </a:r>
                    </a:p>
                  </a:txBody>
                  <a:tcPr marL="91440" marR="91440" marT="45720" marB="45720">
                    <a:lnL w="9525">
                      <a:solidFill>
                        <a:srgbClr val="D7E0ED"/>
                      </a:solidFill>
                      <a:prstDash val="solid"/>
                    </a:lnL>
                    <a:lnR w="9525">
                      <a:solidFill>
                        <a:srgbClr val="D7E0ED"/>
                      </a:solidFill>
                      <a:prstDash val="solid"/>
                    </a:lnR>
                    <a:lnB w="9525">
                      <a:solidFill>
                        <a:srgbClr val="D7E0ED"/>
                      </a:solidFill>
                      <a:prstDash val="solid"/>
                    </a:lnB>
                    <a:solidFill>
                      <a:srgbClr val="EAF0FA"/>
                    </a:solidFill>
                  </a:tcPr>
                </a:tc>
                <a:tc>
                  <a:txBody>
                    <a:bodyPr/>
                    <a:lstStyle/>
                    <a:p>
                      <a:r>
                        <a:rPr sz="1800" b="0">
                          <a:solidFill>
                            <a:srgbClr val="253650"/>
                          </a:solidFill>
                          <a:latin typeface="Apple SD Gothic Neo"/>
                          <a:ea typeface="Apple SD Gothic Neo"/>
                          <a:cs typeface="Apple SD Gothic Neo"/>
                        </a:rPr>
                        <a:t>5.920초</a:t>
                      </a:r>
                    </a:p>
                  </a:txBody>
                  <a:tcPr marL="91440" marR="91440" marT="45720" marB="45720">
                    <a:lnR w="9525">
                      <a:solidFill>
                        <a:srgbClr val="D7E0ED"/>
                      </a:solidFill>
                      <a:prstDash val="solid"/>
                    </a:lnR>
                    <a:lnB w="9525">
                      <a:solidFill>
                        <a:srgbClr val="D7E0ED"/>
                      </a:solidFill>
                      <a:prstDash val="solid"/>
                    </a:lnB>
                    <a:solidFill>
                      <a:srgbClr val="EAF0FA"/>
                    </a:solidFill>
                  </a:tcPr>
                </a:tc>
                <a:tc>
                  <a:txBody>
                    <a:bodyPr/>
                    <a:lstStyle/>
                    <a:p>
                      <a:r>
                        <a:rPr sz="1800" b="0">
                          <a:solidFill>
                            <a:srgbClr val="253650"/>
                          </a:solidFill>
                          <a:latin typeface="Apple SD Gothic Neo"/>
                          <a:ea typeface="Apple SD Gothic Neo"/>
                          <a:cs typeface="Apple SD Gothic Neo"/>
                        </a:rPr>
                        <a:t>4.748초</a:t>
                      </a:r>
                    </a:p>
                  </a:txBody>
                  <a:tcPr marL="91440" marR="91440" marT="45720" marB="45720">
                    <a:lnR w="9525">
                      <a:solidFill>
                        <a:srgbClr val="D7E0ED"/>
                      </a:solidFill>
                      <a:prstDash val="solid"/>
                    </a:lnR>
                    <a:lnB w="9525">
                      <a:solidFill>
                        <a:srgbClr val="D7E0ED"/>
                      </a:solidFill>
                      <a:prstDash val="solid"/>
                    </a:lnB>
                    <a:solidFill>
                      <a:srgbClr val="EAF0FA"/>
                    </a:solidFill>
                  </a:tcPr>
                </a:tc>
              </a:tr>
              <a:tr h="523875">
                <a:tc>
                  <a:txBody>
                    <a:bodyPr/>
                    <a:lstStyle/>
                    <a:p>
                      <a:r>
                        <a:rPr sz="1800" b="0">
                          <a:solidFill>
                            <a:srgbClr val="253650"/>
                          </a:solidFill>
                          <a:latin typeface="Apple SD Gothic Neo"/>
                          <a:ea typeface="Apple SD Gothic Neo"/>
                          <a:cs typeface="Apple SD Gothic Neo"/>
                        </a:rPr>
                        <a:t>조회 대상 일치 / 24건*</a:t>
                      </a:r>
                    </a:p>
                  </a:txBody>
                  <a:tcPr marL="91440" marR="91440" marT="45720" marB="45720">
                    <a:lnL w="9525">
                      <a:solidFill>
                        <a:srgbClr val="D7E0ED"/>
                      </a:solidFill>
                      <a:prstDash val="solid"/>
                    </a:lnL>
                    <a:lnR w="9525">
                      <a:solidFill>
                        <a:srgbClr val="D7E0ED"/>
                      </a:solidFill>
                      <a:prstDash val="solid"/>
                    </a:lnR>
                    <a:lnB w="9525">
                      <a:solidFill>
                        <a:srgbClr val="D7E0ED"/>
                      </a:solidFill>
                      <a:prstDash val="solid"/>
                    </a:lnB>
                    <a:solidFill>
                      <a:srgbClr val="FFFFFF"/>
                    </a:solidFill>
                  </a:tcPr>
                </a:tc>
                <a:tc>
                  <a:txBody>
                    <a:bodyPr/>
                    <a:lstStyle/>
                    <a:p>
                      <a:r>
                        <a:rPr sz="1800" b="0">
                          <a:solidFill>
                            <a:srgbClr val="253650"/>
                          </a:solidFill>
                          <a:latin typeface="Apple SD Gothic Neo"/>
                          <a:ea typeface="Apple SD Gothic Neo"/>
                          <a:cs typeface="Apple SD Gothic Neo"/>
                        </a:rPr>
                        <a:t>24 / 24</a:t>
                      </a:r>
                    </a:p>
                  </a:txBody>
                  <a:tcPr marL="91440" marR="91440" marT="45720" marB="45720">
                    <a:lnR w="9525">
                      <a:solidFill>
                        <a:srgbClr val="D7E0ED"/>
                      </a:solidFill>
                      <a:prstDash val="solid"/>
                    </a:lnR>
                    <a:lnB w="9525">
                      <a:solidFill>
                        <a:srgbClr val="D7E0ED"/>
                      </a:solidFill>
                      <a:prstDash val="solid"/>
                    </a:lnB>
                    <a:solidFill>
                      <a:srgbClr val="FFFFFF"/>
                    </a:solidFill>
                  </a:tcPr>
                </a:tc>
                <a:tc>
                  <a:txBody>
                    <a:bodyPr/>
                    <a:lstStyle/>
                    <a:p>
                      <a:r>
                        <a:rPr sz="1800" b="0">
                          <a:solidFill>
                            <a:srgbClr val="253650"/>
                          </a:solidFill>
                          <a:latin typeface="Apple SD Gothic Neo"/>
                          <a:ea typeface="Apple SD Gothic Neo"/>
                          <a:cs typeface="Apple SD Gothic Neo"/>
                        </a:rPr>
                        <a:t>24 / 24</a:t>
                      </a:r>
                    </a:p>
                  </a:txBody>
                  <a:tcPr marL="91440" marR="91440" marT="45720" marB="45720">
                    <a:lnR w="9525">
                      <a:solidFill>
                        <a:srgbClr val="D7E0ED"/>
                      </a:solidFill>
                      <a:prstDash val="solid"/>
                    </a:lnR>
                    <a:lnB w="9525">
                      <a:solidFill>
                        <a:srgbClr val="D7E0ED"/>
                      </a:solidFill>
                      <a:prstDash val="solid"/>
                    </a:lnB>
                    <a:solidFill>
                      <a:srgbClr val="FFFFFF"/>
                    </a:solidFill>
                  </a:tcPr>
                </a:tc>
              </a:tr>
              <a:tr h="523875">
                <a:tc>
                  <a:txBody>
                    <a:bodyPr/>
                    <a:lstStyle/>
                    <a:p>
                      <a:r>
                        <a:rPr sz="1800" b="0">
                          <a:solidFill>
                            <a:srgbClr val="253650"/>
                          </a:solidFill>
                          <a:latin typeface="Apple SD Gothic Neo"/>
                          <a:ea typeface="Apple SD Gothic Neo"/>
                          <a:cs typeface="Apple SD Gothic Neo"/>
                        </a:rPr>
                        <a:t>모델 총 토큰</a:t>
                      </a:r>
                    </a:p>
                  </a:txBody>
                  <a:tcPr marL="91440" marR="91440" marT="45720" marB="45720">
                    <a:lnL w="9525">
                      <a:solidFill>
                        <a:srgbClr val="D7E0ED"/>
                      </a:solidFill>
                      <a:prstDash val="solid"/>
                    </a:lnL>
                    <a:lnR w="9525">
                      <a:solidFill>
                        <a:srgbClr val="D7E0ED"/>
                      </a:solidFill>
                      <a:prstDash val="solid"/>
                    </a:lnR>
                    <a:lnB w="9525">
                      <a:solidFill>
                        <a:srgbClr val="D7E0ED"/>
                      </a:solidFill>
                      <a:prstDash val="solid"/>
                    </a:lnB>
                    <a:solidFill>
                      <a:srgbClr val="EAF0FA"/>
                    </a:solidFill>
                  </a:tcPr>
                </a:tc>
                <a:tc>
                  <a:txBody>
                    <a:bodyPr/>
                    <a:lstStyle/>
                    <a:p>
                      <a:r>
                        <a:rPr sz="1800" b="0">
                          <a:solidFill>
                            <a:srgbClr val="253650"/>
                          </a:solidFill>
                          <a:latin typeface="Apple SD Gothic Neo"/>
                          <a:ea typeface="Apple SD Gothic Neo"/>
                          <a:cs typeface="Apple SD Gothic Neo"/>
                        </a:rPr>
                        <a:t>29,671</a:t>
                      </a:r>
                    </a:p>
                  </a:txBody>
                  <a:tcPr marL="91440" marR="91440" marT="45720" marB="45720">
                    <a:lnR w="9525">
                      <a:solidFill>
                        <a:srgbClr val="D7E0ED"/>
                      </a:solidFill>
                      <a:prstDash val="solid"/>
                    </a:lnR>
                    <a:lnB w="9525">
                      <a:solidFill>
                        <a:srgbClr val="D7E0ED"/>
                      </a:solidFill>
                      <a:prstDash val="solid"/>
                    </a:lnB>
                    <a:solidFill>
                      <a:srgbClr val="EAF0FA"/>
                    </a:solidFill>
                  </a:tcPr>
                </a:tc>
                <a:tc>
                  <a:txBody>
                    <a:bodyPr/>
                    <a:lstStyle/>
                    <a:p>
                      <a:r>
                        <a:rPr sz="1800" b="0">
                          <a:solidFill>
                            <a:srgbClr val="253650"/>
                          </a:solidFill>
                          <a:latin typeface="Apple SD Gothic Neo"/>
                          <a:ea typeface="Apple SD Gothic Neo"/>
                          <a:cs typeface="Apple SD Gothic Neo"/>
                        </a:rPr>
                        <a:t>74,252</a:t>
                      </a:r>
                    </a:p>
                  </a:txBody>
                  <a:tcPr marL="91440" marR="91440" marT="45720" marB="45720">
                    <a:lnR w="9525">
                      <a:solidFill>
                        <a:srgbClr val="D7E0ED"/>
                      </a:solidFill>
                      <a:prstDash val="solid"/>
                    </a:lnR>
                    <a:lnB w="9525">
                      <a:solidFill>
                        <a:srgbClr val="D7E0ED"/>
                      </a:solidFill>
                      <a:prstDash val="solid"/>
                    </a:lnB>
                    <a:solidFill>
                      <a:srgbClr val="EAF0FA"/>
                    </a:solidFill>
                  </a:tcPr>
                </a:tc>
              </a:tr>
              <a:tr h="523875">
                <a:tc>
                  <a:txBody>
                    <a:bodyPr/>
                    <a:lstStyle/>
                    <a:p>
                      <a:r>
                        <a:rPr sz="1800" b="0">
                          <a:solidFill>
                            <a:srgbClr val="253650"/>
                          </a:solidFill>
                          <a:latin typeface="Apple SD Gothic Neo"/>
                          <a:ea typeface="Apple SD Gothic Neo"/>
                          <a:cs typeface="Apple SD Gothic Neo"/>
                        </a:rPr>
                        <a:t>완성 답변 / 33건</a:t>
                      </a:r>
                    </a:p>
                  </a:txBody>
                  <a:tcPr marL="91440" marR="91440" marT="45720" marB="45720">
                    <a:lnL w="9525">
                      <a:solidFill>
                        <a:srgbClr val="D7E0ED"/>
                      </a:solidFill>
                      <a:prstDash val="solid"/>
                    </a:lnL>
                    <a:lnR w="9525">
                      <a:solidFill>
                        <a:srgbClr val="D7E0ED"/>
                      </a:solidFill>
                      <a:prstDash val="solid"/>
                    </a:lnR>
                    <a:lnB w="9525">
                      <a:solidFill>
                        <a:srgbClr val="D7E0ED"/>
                      </a:solidFill>
                      <a:prstDash val="solid"/>
                    </a:lnB>
                    <a:solidFill>
                      <a:srgbClr val="FFFFFF"/>
                    </a:solidFill>
                  </a:tcPr>
                </a:tc>
                <a:tc>
                  <a:txBody>
                    <a:bodyPr/>
                    <a:lstStyle/>
                    <a:p>
                      <a:r>
                        <a:rPr sz="1800" b="0">
                          <a:solidFill>
                            <a:srgbClr val="253650"/>
                          </a:solidFill>
                          <a:latin typeface="Apple SD Gothic Neo"/>
                          <a:ea typeface="Apple SD Gothic Neo"/>
                          <a:cs typeface="Apple SD Gothic Neo"/>
                        </a:rPr>
                        <a:t>33 / 33</a:t>
                      </a:r>
                    </a:p>
                  </a:txBody>
                  <a:tcPr marL="91440" marR="91440" marT="45720" marB="45720">
                    <a:lnR w="9525">
                      <a:solidFill>
                        <a:srgbClr val="D7E0ED"/>
                      </a:solidFill>
                      <a:prstDash val="solid"/>
                    </a:lnR>
                    <a:lnB w="9525">
                      <a:solidFill>
                        <a:srgbClr val="D7E0ED"/>
                      </a:solidFill>
                      <a:prstDash val="solid"/>
                    </a:lnB>
                    <a:solidFill>
                      <a:srgbClr val="FFFFFF"/>
                    </a:solidFill>
                  </a:tcPr>
                </a:tc>
                <a:tc>
                  <a:txBody>
                    <a:bodyPr/>
                    <a:lstStyle/>
                    <a:p>
                      <a:r>
                        <a:rPr sz="1800" b="0">
                          <a:solidFill>
                            <a:srgbClr val="253650"/>
                          </a:solidFill>
                          <a:latin typeface="Apple SD Gothic Neo"/>
                          <a:ea typeface="Apple SD Gothic Neo"/>
                          <a:cs typeface="Apple SD Gothic Neo"/>
                        </a:rPr>
                        <a:t>33 / 33</a:t>
                      </a:r>
                    </a:p>
                  </a:txBody>
                  <a:tcPr marL="91440" marR="91440" marT="45720" marB="45720">
                    <a:lnR w="9525">
                      <a:solidFill>
                        <a:srgbClr val="D7E0ED"/>
                      </a:solidFill>
                      <a:prstDash val="solid"/>
                    </a:lnR>
                    <a:lnB w="9525">
                      <a:solidFill>
                        <a:srgbClr val="D7E0ED"/>
                      </a:solidFill>
                      <a:prstDash val="solid"/>
                    </a:lnB>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BA4BA73D-F751-41B0-8F67-1E2407F32258}"/>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5D6D84"/>
                </a:solidFill>
                <a:latin typeface="Apple SD Gothic Neo"/>
                <a:ea typeface="Apple SD Gothic Neo"/>
                <a:cs typeface="Apple SD Gothic Neo"/>
              </a:defRPr>
            </a:defPPr>
            <a:lvl1pPr>
              <a:defRPr sz="1650" b="0">
                <a:solidFill>
                  <a:srgbClr val="5D6D84"/>
                </a:solidFill>
                <a:latin typeface="Apple SD Gothic Neo"/>
                <a:ea typeface="Apple SD Gothic Neo"/>
                <a:cs typeface="Apple SD Gothic Neo"/>
              </a:defRPr>
            </a:lvl1pPr>
            <a:lvl2pPr>
              <a:defRPr sz="1650" b="0">
                <a:solidFill>
                  <a:srgbClr val="5D6D84"/>
                </a:solidFill>
                <a:latin typeface="Apple SD Gothic Neo"/>
                <a:ea typeface="Apple SD Gothic Neo"/>
                <a:cs typeface="Apple SD Gothic Neo"/>
              </a:defRPr>
            </a:lvl2pPr>
            <a:lvl3pPr>
              <a:defRPr sz="1650" b="0">
                <a:solidFill>
                  <a:srgbClr val="5D6D84"/>
                </a:solidFill>
                <a:latin typeface="Apple SD Gothic Neo"/>
                <a:ea typeface="Apple SD Gothic Neo"/>
                <a:cs typeface="Apple SD Gothic Neo"/>
              </a:defRPr>
            </a:lvl3pPr>
            <a:lvl4pPr>
              <a:defRPr sz="1650" b="0">
                <a:solidFill>
                  <a:srgbClr val="5D6D84"/>
                </a:solidFill>
                <a:latin typeface="Apple SD Gothic Neo"/>
                <a:ea typeface="Apple SD Gothic Neo"/>
                <a:cs typeface="Apple SD Gothic Neo"/>
              </a:defRPr>
            </a:lvl4pPr>
            <a:lvl5pPr>
              <a:defRPr sz="1650" b="0">
                <a:solidFill>
                  <a:srgbClr val="5D6D84"/>
                </a:solidFill>
                <a:latin typeface="Apple SD Gothic Neo"/>
                <a:ea typeface="Apple SD Gothic Neo"/>
                <a:cs typeface="Apple SD Gothic Neo"/>
              </a:defRPr>
            </a:lvl5pPr>
            <a:lvl6pPr>
              <a:defRPr sz="1650" b="0">
                <a:solidFill>
                  <a:srgbClr val="5D6D84"/>
                </a:solidFill>
                <a:latin typeface="Apple SD Gothic Neo"/>
                <a:ea typeface="Apple SD Gothic Neo"/>
                <a:cs typeface="Apple SD Gothic Neo"/>
              </a:defRPr>
            </a:lvl6pPr>
            <a:lvl7pPr>
              <a:defRPr sz="1650" b="0">
                <a:solidFill>
                  <a:srgbClr val="5D6D84"/>
                </a:solidFill>
                <a:latin typeface="Apple SD Gothic Neo"/>
                <a:ea typeface="Apple SD Gothic Neo"/>
                <a:cs typeface="Apple SD Gothic Neo"/>
              </a:defRPr>
            </a:lvl7pPr>
            <a:lvl8pPr>
              <a:defRPr sz="1650" b="0">
                <a:solidFill>
                  <a:srgbClr val="5D6D84"/>
                </a:solidFill>
                <a:latin typeface="Apple SD Gothic Neo"/>
                <a:ea typeface="Apple SD Gothic Neo"/>
                <a:cs typeface="Apple SD Gothic Neo"/>
              </a:defRPr>
            </a:lvl8pPr>
            <a:lvl9pPr>
              <a:defRPr sz="1650" b="0">
                <a:solidFill>
                  <a:srgbClr val="5D6D84"/>
                </a:solidFill>
                <a:latin typeface="Apple SD Gothic Neo"/>
                <a:ea typeface="Apple SD Gothic Neo"/>
                <a:cs typeface="Apple SD Gothic Neo"/>
              </a:defRPr>
            </a:lvl9pPr>
          </a:lstStyle>
          <a:p xmlns:a="http://schemas.openxmlformats.org/drawingml/2006/main">
            <a:pPr>
              <a:defRPr sz="1650" b="0">
                <a:solidFill>
                  <a:srgbClr val="5D6D84"/>
                </a:solidFill>
                <a:latin typeface="Apple SD Gothic Neo"/>
                <a:ea typeface="Apple SD Gothic Neo"/>
                <a:cs typeface="Apple SD Gothic Neo"/>
              </a:defRPr>
            </a:pPr>
            <a:r>
              <a:rPr sz="1650" b="0">
                <a:solidFill>
                  <a:srgbClr val="5D6D84"/>
                </a:solidFill>
                <a:latin typeface="Apple SD Gothic Neo"/>
                <a:ea typeface="Apple SD Gothic Neo"/>
                <a:cs typeface="Apple SD Gothic Neo"/>
              </a:rPr>
              <a:t>검색 준비 8건·추가 기능 10건은 분리했습니다. Reviewer 토큰을 포함합니다.</a:t>
            </a:r>
          </a:p>
        </p:txBody>
      </p:sp>
      <p:sp>
        <p:nvSpPr>
          <p:cNvPr id="9" name="">
            <a:extLst xmlns:a="http://schemas.openxmlformats.org/drawingml/2006/main">
              <a:ext uri="{FF2B5EF4-FFF2-40B4-BE49-F238E27FC236}">
                <a16:creationId xmlns:a16="http://schemas.microsoft.com/office/drawing/2014/main" id="{7D94F8DD-88E1-41D4-83F7-AED2A2147D60}"/>
              </a:ext>
            </a:extLst>
          </p:cNvPr>
          <p:cNvSpPr>
            <a:spLocks xmlns:a="http://schemas.openxmlformats.org/drawingml/2006/main" noGrp="1"/>
          </p:cNvSpPr>
          <p:nvPr/>
        </p:nvSpPr>
        <p:spPr>
          <a:xfrm xmlns:a="http://schemas.openxmlformats.org/drawingml/2006/main">
            <a:off x="609600" y="57626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5D6D84"/>
                </a:solidFill>
                <a:latin typeface="Apple SD Gothic Neo"/>
                <a:ea typeface="Apple SD Gothic Neo"/>
                <a:cs typeface="Apple SD Gothic Neo"/>
              </a:defRPr>
            </a:defPPr>
            <a:lvl1pPr>
              <a:defRPr sz="1425" b="0">
                <a:solidFill>
                  <a:srgbClr val="5D6D84"/>
                </a:solidFill>
                <a:latin typeface="Apple SD Gothic Neo"/>
                <a:ea typeface="Apple SD Gothic Neo"/>
                <a:cs typeface="Apple SD Gothic Neo"/>
              </a:defRPr>
            </a:lvl1pPr>
            <a:lvl2pPr>
              <a:defRPr sz="1425" b="0">
                <a:solidFill>
                  <a:srgbClr val="5D6D84"/>
                </a:solidFill>
                <a:latin typeface="Apple SD Gothic Neo"/>
                <a:ea typeface="Apple SD Gothic Neo"/>
                <a:cs typeface="Apple SD Gothic Neo"/>
              </a:defRPr>
            </a:lvl2pPr>
            <a:lvl3pPr>
              <a:defRPr sz="1425" b="0">
                <a:solidFill>
                  <a:srgbClr val="5D6D84"/>
                </a:solidFill>
                <a:latin typeface="Apple SD Gothic Neo"/>
                <a:ea typeface="Apple SD Gothic Neo"/>
                <a:cs typeface="Apple SD Gothic Neo"/>
              </a:defRPr>
            </a:lvl3pPr>
            <a:lvl4pPr>
              <a:defRPr sz="1425" b="0">
                <a:solidFill>
                  <a:srgbClr val="5D6D84"/>
                </a:solidFill>
                <a:latin typeface="Apple SD Gothic Neo"/>
                <a:ea typeface="Apple SD Gothic Neo"/>
                <a:cs typeface="Apple SD Gothic Neo"/>
              </a:defRPr>
            </a:lvl4pPr>
            <a:lvl5pPr>
              <a:defRPr sz="1425" b="0">
                <a:solidFill>
                  <a:srgbClr val="5D6D84"/>
                </a:solidFill>
                <a:latin typeface="Apple SD Gothic Neo"/>
                <a:ea typeface="Apple SD Gothic Neo"/>
                <a:cs typeface="Apple SD Gothic Neo"/>
              </a:defRPr>
            </a:lvl5pPr>
            <a:lvl6pPr>
              <a:defRPr sz="1425" b="0">
                <a:solidFill>
                  <a:srgbClr val="5D6D84"/>
                </a:solidFill>
                <a:latin typeface="Apple SD Gothic Neo"/>
                <a:ea typeface="Apple SD Gothic Neo"/>
                <a:cs typeface="Apple SD Gothic Neo"/>
              </a:defRPr>
            </a:lvl6pPr>
            <a:lvl7pPr>
              <a:defRPr sz="1425" b="0">
                <a:solidFill>
                  <a:srgbClr val="5D6D84"/>
                </a:solidFill>
                <a:latin typeface="Apple SD Gothic Neo"/>
                <a:ea typeface="Apple SD Gothic Neo"/>
                <a:cs typeface="Apple SD Gothic Neo"/>
              </a:defRPr>
            </a:lvl7pPr>
            <a:lvl8pPr>
              <a:defRPr sz="1425" b="0">
                <a:solidFill>
                  <a:srgbClr val="5D6D84"/>
                </a:solidFill>
                <a:latin typeface="Apple SD Gothic Neo"/>
                <a:ea typeface="Apple SD Gothic Neo"/>
                <a:cs typeface="Apple SD Gothic Neo"/>
              </a:defRPr>
            </a:lvl8pPr>
            <a:lvl9pPr>
              <a:defRPr sz="1425" b="0">
                <a:solidFill>
                  <a:srgbClr val="5D6D84"/>
                </a:solidFill>
                <a:latin typeface="Apple SD Gothic Neo"/>
                <a:ea typeface="Apple SD Gothic Neo"/>
                <a:cs typeface="Apple SD Gothic Neo"/>
              </a:defRPr>
            </a:lvl9pPr>
          </a:lstStyle>
          <a:p xmlns:a="http://schemas.openxmlformats.org/drawingml/2006/main">
            <a:pPr>
              <a:defRPr sz="1425" b="0">
                <a:solidFill>
                  <a:srgbClr val="5D6D84"/>
                </a:solidFill>
                <a:latin typeface="Apple SD Gothic Neo"/>
                <a:ea typeface="Apple SD Gothic Neo"/>
                <a:cs typeface="Apple SD Gothic Neo"/>
              </a:defRPr>
            </a:pPr>
            <a:r>
              <a:rPr sz="1425" b="0">
                <a:solidFill>
                  <a:srgbClr val="5D6D84"/>
                </a:solidFill>
                <a:latin typeface="Apple SD Gothic Neo"/>
                <a:ea typeface="Apple SD Gothic Neo"/>
                <a:cs typeface="Apple SD Gothic Neo"/>
              </a:rPr>
              <a:t>* Q08은 미지원 billing-service의 기존 auth-service 대체 정책을 포함합니다.</a:t>
            </a:r>
          </a:p>
        </p:txBody>
      </p:sp>
    </p:spTree>
    <p:extLst>
      <p:ext uri="{BB962C8B-B14F-4D97-AF65-F5344CB8AC3E}">
        <p14:creationId xmlns:p14="http://schemas.microsoft.com/office/powerpoint/2010/main" val="1978014884"/>
      </p:ext>
    </p:extLst>
  </p:cSld>
</p:sld>
</file>

<file path=ppt/slides/slide8.xml><?xml version="1.0" encoding="utf-8"?>
<p:sld xmlns:p="http://schemas.openxmlformats.org/presentationml/2006/main">
  <p:cSld>
    <p:bg>
      <p:bgPr>
        <a:solidFill xmlns:a="http://schemas.openxmlformats.org/drawingml/2006/main">
          <a:srgbClr val="F4F6FA"/>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938098F-E80A-4075-9D16-633894ECBA6C}"/>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47A5AAF-6839-4FEC-9267-5170CC0B90A7}"/>
              </a:ext>
            </a:extLst>
          </p:cNvPr>
          <p:cNvSpPr>
            <a:spLocks xmlns:a="http://schemas.openxmlformats.org/drawingml/2006/main" noGrp="1"/>
          </p:cNvSpPr>
          <p:nvPr/>
        </p:nvSpPr>
        <p:spPr>
          <a:xfrm xmlns:a="http://schemas.openxmlformats.org/drawingml/2006/main">
            <a:off x="609600" y="381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1">
                <a:solidFill>
                  <a:srgbClr val="235ECB"/>
                </a:solidFill>
                <a:latin typeface="Apple SD Gothic Neo"/>
                <a:ea typeface="Apple SD Gothic Neo"/>
                <a:cs typeface="Apple SD Gothic Neo"/>
              </a:defRPr>
            </a:defPPr>
            <a:lvl1pPr>
              <a:defRPr sz="1275" b="1">
                <a:solidFill>
                  <a:srgbClr val="235ECB"/>
                </a:solidFill>
                <a:latin typeface="Apple SD Gothic Neo"/>
                <a:ea typeface="Apple SD Gothic Neo"/>
                <a:cs typeface="Apple SD Gothic Neo"/>
              </a:defRPr>
            </a:lvl1pPr>
            <a:lvl2pPr>
              <a:defRPr sz="1275" b="1">
                <a:solidFill>
                  <a:srgbClr val="235ECB"/>
                </a:solidFill>
                <a:latin typeface="Apple SD Gothic Neo"/>
                <a:ea typeface="Apple SD Gothic Neo"/>
                <a:cs typeface="Apple SD Gothic Neo"/>
              </a:defRPr>
            </a:lvl2pPr>
            <a:lvl3pPr>
              <a:defRPr sz="1275" b="1">
                <a:solidFill>
                  <a:srgbClr val="235ECB"/>
                </a:solidFill>
                <a:latin typeface="Apple SD Gothic Neo"/>
                <a:ea typeface="Apple SD Gothic Neo"/>
                <a:cs typeface="Apple SD Gothic Neo"/>
              </a:defRPr>
            </a:lvl3pPr>
            <a:lvl4pPr>
              <a:defRPr sz="1275" b="1">
                <a:solidFill>
                  <a:srgbClr val="235ECB"/>
                </a:solidFill>
                <a:latin typeface="Apple SD Gothic Neo"/>
                <a:ea typeface="Apple SD Gothic Neo"/>
                <a:cs typeface="Apple SD Gothic Neo"/>
              </a:defRPr>
            </a:lvl4pPr>
            <a:lvl5pPr>
              <a:defRPr sz="1275" b="1">
                <a:solidFill>
                  <a:srgbClr val="235ECB"/>
                </a:solidFill>
                <a:latin typeface="Apple SD Gothic Neo"/>
                <a:ea typeface="Apple SD Gothic Neo"/>
                <a:cs typeface="Apple SD Gothic Neo"/>
              </a:defRPr>
            </a:lvl5pPr>
            <a:lvl6pPr>
              <a:defRPr sz="1275" b="1">
                <a:solidFill>
                  <a:srgbClr val="235ECB"/>
                </a:solidFill>
                <a:latin typeface="Apple SD Gothic Neo"/>
                <a:ea typeface="Apple SD Gothic Neo"/>
                <a:cs typeface="Apple SD Gothic Neo"/>
              </a:defRPr>
            </a:lvl6pPr>
            <a:lvl7pPr>
              <a:defRPr sz="1275" b="1">
                <a:solidFill>
                  <a:srgbClr val="235ECB"/>
                </a:solidFill>
                <a:latin typeface="Apple SD Gothic Neo"/>
                <a:ea typeface="Apple SD Gothic Neo"/>
                <a:cs typeface="Apple SD Gothic Neo"/>
              </a:defRPr>
            </a:lvl7pPr>
            <a:lvl8pPr>
              <a:defRPr sz="1275" b="1">
                <a:solidFill>
                  <a:srgbClr val="235ECB"/>
                </a:solidFill>
                <a:latin typeface="Apple SD Gothic Neo"/>
                <a:ea typeface="Apple SD Gothic Neo"/>
                <a:cs typeface="Apple SD Gothic Neo"/>
              </a:defRPr>
            </a:lvl8pPr>
            <a:lvl9pPr>
              <a:defRPr sz="1275" b="1">
                <a:solidFill>
                  <a:srgbClr val="235ECB"/>
                </a:solidFill>
                <a:latin typeface="Apple SD Gothic Neo"/>
                <a:ea typeface="Apple SD Gothic Neo"/>
                <a:cs typeface="Apple SD Gothic Neo"/>
              </a:defRPr>
            </a:lvl9pPr>
          </a:lstStyle>
          <a:p xmlns:a="http://schemas.openxmlformats.org/drawingml/2006/main">
            <a:pPr>
              <a:defRPr sz="1275" b="1">
                <a:solidFill>
                  <a:srgbClr val="235ECB"/>
                </a:solidFill>
                <a:latin typeface="Apple SD Gothic Neo"/>
                <a:ea typeface="Apple SD Gothic Neo"/>
                <a:cs typeface="Apple SD Gothic Neo"/>
              </a:defRPr>
            </a:pPr>
            <a:r>
              <a:rPr sz="1275" b="1">
                <a:solidFill>
                  <a:srgbClr val="235ECB"/>
                </a:solidFill>
                <a:latin typeface="Apple SD Gothic Neo"/>
                <a:ea typeface="Apple SD Gothic Neo"/>
                <a:cs typeface="Apple SD Gothic Neo"/>
              </a:rPr>
              <a:t>7. 한계와 트레이드오프</a:t>
            </a:r>
          </a:p>
        </p:txBody>
      </p:sp>
      <p:sp>
        <p:nvSpPr>
          <p:cNvPr id="3" name="">
            <a:extLst xmlns:a="http://schemas.openxmlformats.org/drawingml/2006/main">
              <a:ext uri="{FF2B5EF4-FFF2-40B4-BE49-F238E27FC236}">
                <a16:creationId xmlns:a16="http://schemas.microsoft.com/office/drawing/2014/main" id="{00DC7BD5-09D1-446F-802C-6902BE55AFA5}"/>
              </a:ext>
            </a:extLst>
          </p:cNvPr>
          <p:cNvSpPr>
            <a:spLocks xmlns:a="http://schemas.openxmlformats.org/drawingml/2006/main" noGrp="1"/>
          </p:cNvSpPr>
          <p:nvPr/>
        </p:nvSpPr>
        <p:spPr>
          <a:xfrm xmlns:a="http://schemas.openxmlformats.org/drawingml/2006/main">
            <a:off x="60960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2B4D"/>
                </a:solidFill>
                <a:latin typeface="Apple SD Gothic Neo"/>
                <a:ea typeface="Apple SD Gothic Neo"/>
                <a:cs typeface="Apple SD Gothic Neo"/>
              </a:defRPr>
            </a:defPPr>
            <a:lvl1pPr>
              <a:defRPr sz="2850" b="1">
                <a:solidFill>
                  <a:srgbClr val="172B4D"/>
                </a:solidFill>
                <a:latin typeface="Apple SD Gothic Neo"/>
                <a:ea typeface="Apple SD Gothic Neo"/>
                <a:cs typeface="Apple SD Gothic Neo"/>
              </a:defRPr>
            </a:lvl1pPr>
            <a:lvl2pPr>
              <a:defRPr sz="2850" b="1">
                <a:solidFill>
                  <a:srgbClr val="172B4D"/>
                </a:solidFill>
                <a:latin typeface="Apple SD Gothic Neo"/>
                <a:ea typeface="Apple SD Gothic Neo"/>
                <a:cs typeface="Apple SD Gothic Neo"/>
              </a:defRPr>
            </a:lvl2pPr>
            <a:lvl3pPr>
              <a:defRPr sz="2850" b="1">
                <a:solidFill>
                  <a:srgbClr val="172B4D"/>
                </a:solidFill>
                <a:latin typeface="Apple SD Gothic Neo"/>
                <a:ea typeface="Apple SD Gothic Neo"/>
                <a:cs typeface="Apple SD Gothic Neo"/>
              </a:defRPr>
            </a:lvl3pPr>
            <a:lvl4pPr>
              <a:defRPr sz="2850" b="1">
                <a:solidFill>
                  <a:srgbClr val="172B4D"/>
                </a:solidFill>
                <a:latin typeface="Apple SD Gothic Neo"/>
                <a:ea typeface="Apple SD Gothic Neo"/>
                <a:cs typeface="Apple SD Gothic Neo"/>
              </a:defRPr>
            </a:lvl4pPr>
            <a:lvl5pPr>
              <a:defRPr sz="2850" b="1">
                <a:solidFill>
                  <a:srgbClr val="172B4D"/>
                </a:solidFill>
                <a:latin typeface="Apple SD Gothic Neo"/>
                <a:ea typeface="Apple SD Gothic Neo"/>
                <a:cs typeface="Apple SD Gothic Neo"/>
              </a:defRPr>
            </a:lvl5pPr>
            <a:lvl6pPr>
              <a:defRPr sz="2850" b="1">
                <a:solidFill>
                  <a:srgbClr val="172B4D"/>
                </a:solidFill>
                <a:latin typeface="Apple SD Gothic Neo"/>
                <a:ea typeface="Apple SD Gothic Neo"/>
                <a:cs typeface="Apple SD Gothic Neo"/>
              </a:defRPr>
            </a:lvl6pPr>
            <a:lvl7pPr>
              <a:defRPr sz="2850" b="1">
                <a:solidFill>
                  <a:srgbClr val="172B4D"/>
                </a:solidFill>
                <a:latin typeface="Apple SD Gothic Neo"/>
                <a:ea typeface="Apple SD Gothic Neo"/>
                <a:cs typeface="Apple SD Gothic Neo"/>
              </a:defRPr>
            </a:lvl7pPr>
            <a:lvl8pPr>
              <a:defRPr sz="2850" b="1">
                <a:solidFill>
                  <a:srgbClr val="172B4D"/>
                </a:solidFill>
                <a:latin typeface="Apple SD Gothic Neo"/>
                <a:ea typeface="Apple SD Gothic Neo"/>
                <a:cs typeface="Apple SD Gothic Neo"/>
              </a:defRPr>
            </a:lvl8pPr>
            <a:lvl9pPr>
              <a:defRPr sz="2850" b="1">
                <a:solidFill>
                  <a:srgbClr val="172B4D"/>
                </a:solidFill>
                <a:latin typeface="Apple SD Gothic Neo"/>
                <a:ea typeface="Apple SD Gothic Neo"/>
                <a:cs typeface="Apple SD Gothic Neo"/>
              </a:defRPr>
            </a:lvl9pPr>
          </a:lstStyle>
          <a:p xmlns:a="http://schemas.openxmlformats.org/drawingml/2006/main">
            <a:pPr>
              <a:defRPr sz="2850" b="1">
                <a:solidFill>
                  <a:srgbClr val="172B4D"/>
                </a:solidFill>
                <a:latin typeface="Apple SD Gothic Neo"/>
                <a:ea typeface="Apple SD Gothic Neo"/>
                <a:cs typeface="Apple SD Gothic Neo"/>
              </a:defRPr>
            </a:pPr>
            <a:r>
              <a:rPr sz="2850" b="1">
                <a:solidFill>
                  <a:srgbClr val="172B4D"/>
                </a:solidFill>
                <a:latin typeface="Apple SD Gothic Neo"/>
                <a:ea typeface="Apple SD Gothic Neo"/>
                <a:cs typeface="Apple SD Gothic Neo"/>
              </a:rPr>
              <a:t>검사 강화와 함께 비용·적용 범위도 남았습니다</a:t>
            </a:r>
          </a:p>
        </p:txBody>
      </p:sp>
      <p:sp>
        <p:nvSpPr>
          <p:cNvPr id="4" name="">
            <a:extLst xmlns:a="http://schemas.openxmlformats.org/drawingml/2006/main">
              <a:ext uri="{FF2B5EF4-FFF2-40B4-BE49-F238E27FC236}">
                <a16:creationId xmlns:a16="http://schemas.microsoft.com/office/drawing/2014/main" id="{B951A546-6BD6-48E3-A3B3-C3B05BB530EF}"/>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7E0E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C6915F-2E5D-4502-9C8A-D596A440949D}"/>
              </a:ext>
            </a:extLst>
          </p:cNvPr>
          <p:cNvSpPr>
            <a:spLocks xmlns:a="http://schemas.openxmlformats.org/drawingml/2006/main" noGrp="1"/>
          </p:cNvSpPr>
          <p:nvPr/>
        </p:nvSpPr>
        <p:spPr>
          <a:xfrm xmlns:a="http://schemas.openxmlformats.org/drawingml/2006/main">
            <a:off x="609600" y="6343650"/>
            <a:ext cx="1028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5D6D84"/>
                </a:solidFill>
                <a:latin typeface="Apple SD Gothic Neo"/>
                <a:ea typeface="Apple SD Gothic Neo"/>
                <a:cs typeface="Apple SD Gothic Neo"/>
              </a:defRPr>
            </a:defPPr>
            <a:lvl1pPr>
              <a:defRPr sz="975" b="0">
                <a:solidFill>
                  <a:srgbClr val="5D6D84"/>
                </a:solidFill>
                <a:latin typeface="Apple SD Gothic Neo"/>
                <a:ea typeface="Apple SD Gothic Neo"/>
                <a:cs typeface="Apple SD Gothic Neo"/>
              </a:defRPr>
            </a:lvl1pPr>
            <a:lvl2pPr>
              <a:defRPr sz="975" b="0">
                <a:solidFill>
                  <a:srgbClr val="5D6D84"/>
                </a:solidFill>
                <a:latin typeface="Apple SD Gothic Neo"/>
                <a:ea typeface="Apple SD Gothic Neo"/>
                <a:cs typeface="Apple SD Gothic Neo"/>
              </a:defRPr>
            </a:lvl2pPr>
            <a:lvl3pPr>
              <a:defRPr sz="975" b="0">
                <a:solidFill>
                  <a:srgbClr val="5D6D84"/>
                </a:solidFill>
                <a:latin typeface="Apple SD Gothic Neo"/>
                <a:ea typeface="Apple SD Gothic Neo"/>
                <a:cs typeface="Apple SD Gothic Neo"/>
              </a:defRPr>
            </a:lvl3pPr>
            <a:lvl4pPr>
              <a:defRPr sz="975" b="0">
                <a:solidFill>
                  <a:srgbClr val="5D6D84"/>
                </a:solidFill>
                <a:latin typeface="Apple SD Gothic Neo"/>
                <a:ea typeface="Apple SD Gothic Neo"/>
                <a:cs typeface="Apple SD Gothic Neo"/>
              </a:defRPr>
            </a:lvl4pPr>
            <a:lvl5pPr>
              <a:defRPr sz="975" b="0">
                <a:solidFill>
                  <a:srgbClr val="5D6D84"/>
                </a:solidFill>
                <a:latin typeface="Apple SD Gothic Neo"/>
                <a:ea typeface="Apple SD Gothic Neo"/>
                <a:cs typeface="Apple SD Gothic Neo"/>
              </a:defRPr>
            </a:lvl5pPr>
            <a:lvl6pPr>
              <a:defRPr sz="975" b="0">
                <a:solidFill>
                  <a:srgbClr val="5D6D84"/>
                </a:solidFill>
                <a:latin typeface="Apple SD Gothic Neo"/>
                <a:ea typeface="Apple SD Gothic Neo"/>
                <a:cs typeface="Apple SD Gothic Neo"/>
              </a:defRPr>
            </a:lvl6pPr>
            <a:lvl7pPr>
              <a:defRPr sz="975" b="0">
                <a:solidFill>
                  <a:srgbClr val="5D6D84"/>
                </a:solidFill>
                <a:latin typeface="Apple SD Gothic Neo"/>
                <a:ea typeface="Apple SD Gothic Neo"/>
                <a:cs typeface="Apple SD Gothic Neo"/>
              </a:defRPr>
            </a:lvl7pPr>
            <a:lvl8pPr>
              <a:defRPr sz="975" b="0">
                <a:solidFill>
                  <a:srgbClr val="5D6D84"/>
                </a:solidFill>
                <a:latin typeface="Apple SD Gothic Neo"/>
                <a:ea typeface="Apple SD Gothic Neo"/>
                <a:cs typeface="Apple SD Gothic Neo"/>
              </a:defRPr>
            </a:lvl8pPr>
            <a:lvl9pPr>
              <a:defRPr sz="975" b="0">
                <a:solidFill>
                  <a:srgbClr val="5D6D84"/>
                </a:solidFill>
                <a:latin typeface="Apple SD Gothic Neo"/>
                <a:ea typeface="Apple SD Gothic Neo"/>
                <a:cs typeface="Apple SD Gothic Neo"/>
              </a:defRPr>
            </a:lvl9pPr>
          </a:lstStyle>
          <a:p xmlns:a="http://schemas.openxmlformats.org/drawingml/2006/main">
            <a:pPr>
              <a:defRPr sz="975" b="0">
                <a:solidFill>
                  <a:srgbClr val="5D6D84"/>
                </a:solidFill>
                <a:latin typeface="Apple SD Gothic Neo"/>
                <a:ea typeface="Apple SD Gothic Neo"/>
                <a:cs typeface="Apple SD Gothic Neo"/>
              </a:defRPr>
            </a:pPr>
            <a:r>
              <a:rPr sz="975" b="0">
                <a:solidFill>
                  <a:srgbClr val="5D6D84"/>
                </a:solidFill>
                <a:latin typeface="Apple SD Gothic Neo"/>
                <a:ea typeface="Apple SD Gothic Neo"/>
                <a:cs typeface="Apple SD Gothic Neo"/>
              </a:rPr>
              <a:t>근거: 실제 provider usage, data/monitoring.json, 현재 코드 정책</a:t>
            </a:r>
          </a:p>
        </p:txBody>
      </p:sp>
      <p:sp>
        <p:nvSpPr>
          <p:cNvPr id="6" name="">
            <a:extLst xmlns:a="http://schemas.openxmlformats.org/drawingml/2006/main">
              <a:ext uri="{FF2B5EF4-FFF2-40B4-BE49-F238E27FC236}">
                <a16:creationId xmlns:a16="http://schemas.microsoft.com/office/drawing/2014/main" id="{AC245A9A-9968-4D4F-846B-560A1B466941}"/>
              </a:ext>
            </a:extLst>
          </p:cNvPr>
          <p:cNvSpPr>
            <a:spLocks xmlns:a="http://schemas.openxmlformats.org/drawingml/2006/main" noGrp="1"/>
          </p:cNvSpPr>
          <p:nvPr/>
        </p:nvSpPr>
        <p:spPr>
          <a:xfrm xmlns:a="http://schemas.openxmlformats.org/drawingml/2006/main">
            <a:off x="11049000" y="6334125"/>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5D6D84"/>
                </a:solidFill>
                <a:latin typeface="Apple SD Gothic Neo"/>
                <a:ea typeface="Apple SD Gothic Neo"/>
                <a:cs typeface="Apple SD Gothic Neo"/>
              </a:defRPr>
            </a:defPPr>
            <a:lvl1pPr>
              <a:defRPr sz="1125" b="1">
                <a:solidFill>
                  <a:srgbClr val="5D6D84"/>
                </a:solidFill>
                <a:latin typeface="Apple SD Gothic Neo"/>
                <a:ea typeface="Apple SD Gothic Neo"/>
                <a:cs typeface="Apple SD Gothic Neo"/>
              </a:defRPr>
            </a:lvl1pPr>
            <a:lvl2pPr>
              <a:defRPr sz="1125" b="1">
                <a:solidFill>
                  <a:srgbClr val="5D6D84"/>
                </a:solidFill>
                <a:latin typeface="Apple SD Gothic Neo"/>
                <a:ea typeface="Apple SD Gothic Neo"/>
                <a:cs typeface="Apple SD Gothic Neo"/>
              </a:defRPr>
            </a:lvl2pPr>
            <a:lvl3pPr>
              <a:defRPr sz="1125" b="1">
                <a:solidFill>
                  <a:srgbClr val="5D6D84"/>
                </a:solidFill>
                <a:latin typeface="Apple SD Gothic Neo"/>
                <a:ea typeface="Apple SD Gothic Neo"/>
                <a:cs typeface="Apple SD Gothic Neo"/>
              </a:defRPr>
            </a:lvl3pPr>
            <a:lvl4pPr>
              <a:defRPr sz="1125" b="1">
                <a:solidFill>
                  <a:srgbClr val="5D6D84"/>
                </a:solidFill>
                <a:latin typeface="Apple SD Gothic Neo"/>
                <a:ea typeface="Apple SD Gothic Neo"/>
                <a:cs typeface="Apple SD Gothic Neo"/>
              </a:defRPr>
            </a:lvl4pPr>
            <a:lvl5pPr>
              <a:defRPr sz="1125" b="1">
                <a:solidFill>
                  <a:srgbClr val="5D6D84"/>
                </a:solidFill>
                <a:latin typeface="Apple SD Gothic Neo"/>
                <a:ea typeface="Apple SD Gothic Neo"/>
                <a:cs typeface="Apple SD Gothic Neo"/>
              </a:defRPr>
            </a:lvl5pPr>
            <a:lvl6pPr>
              <a:defRPr sz="1125" b="1">
                <a:solidFill>
                  <a:srgbClr val="5D6D84"/>
                </a:solidFill>
                <a:latin typeface="Apple SD Gothic Neo"/>
                <a:ea typeface="Apple SD Gothic Neo"/>
                <a:cs typeface="Apple SD Gothic Neo"/>
              </a:defRPr>
            </a:lvl6pPr>
            <a:lvl7pPr>
              <a:defRPr sz="1125" b="1">
                <a:solidFill>
                  <a:srgbClr val="5D6D84"/>
                </a:solidFill>
                <a:latin typeface="Apple SD Gothic Neo"/>
                <a:ea typeface="Apple SD Gothic Neo"/>
                <a:cs typeface="Apple SD Gothic Neo"/>
              </a:defRPr>
            </a:lvl7pPr>
            <a:lvl8pPr>
              <a:defRPr sz="1125" b="1">
                <a:solidFill>
                  <a:srgbClr val="5D6D84"/>
                </a:solidFill>
                <a:latin typeface="Apple SD Gothic Neo"/>
                <a:ea typeface="Apple SD Gothic Neo"/>
                <a:cs typeface="Apple SD Gothic Neo"/>
              </a:defRPr>
            </a:lvl8pPr>
            <a:lvl9pPr>
              <a:defRPr sz="1125" b="1">
                <a:solidFill>
                  <a:srgbClr val="5D6D84"/>
                </a:solidFill>
                <a:latin typeface="Apple SD Gothic Neo"/>
                <a:ea typeface="Apple SD Gothic Neo"/>
                <a:cs typeface="Apple SD Gothic Neo"/>
              </a:defRPr>
            </a:lvl9pPr>
          </a:lstStyle>
          <a:p xmlns:a="http://schemas.openxmlformats.org/drawingml/2006/main">
            <a:pPr>
              <a:defRPr sz="1125" b="1">
                <a:solidFill>
                  <a:srgbClr val="5D6D84"/>
                </a:solidFill>
                <a:latin typeface="Apple SD Gothic Neo"/>
                <a:ea typeface="Apple SD Gothic Neo"/>
                <a:cs typeface="Apple SD Gothic Neo"/>
              </a:defRPr>
            </a:pPr>
            <a:r>
              <a:rPr sz="1125" b="1">
                <a:solidFill>
                  <a:srgbClr val="5D6D84"/>
                </a:solidFill>
                <a:latin typeface="Apple SD Gothic Neo"/>
                <a:ea typeface="Apple SD Gothic Neo"/>
                <a:cs typeface="Apple SD Gothic Neo"/>
              </a:rPr>
              <a:t>08</a:t>
            </a:r>
          </a:p>
        </p:txBody>
      </p:sp>
      <p:sp>
        <p:nvSpPr>
          <p:cNvPr id="7" name="">
            <a:extLst xmlns:a="http://schemas.openxmlformats.org/drawingml/2006/main">
              <a:ext uri="{FF2B5EF4-FFF2-40B4-BE49-F238E27FC236}">
                <a16:creationId xmlns:a16="http://schemas.microsoft.com/office/drawing/2014/main" id="{019274DA-B39C-4B70-A674-40DEEB3EE954}"/>
              </a:ext>
            </a:extLst>
          </p:cNvPr>
          <p:cNvSpPr>
            <a:spLocks xmlns:a="http://schemas.openxmlformats.org/drawingml/2006/main" noGrp="1"/>
          </p:cNvSpPr>
          <p:nvPr/>
        </p:nvSpPr>
        <p:spPr>
          <a:xfrm xmlns:a="http://schemas.openxmlformats.org/drawingml/2006/main">
            <a:off x="609600" y="1924050"/>
            <a:ext cx="3409950" cy="33337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166A42E-20A8-41DA-89A8-CE5165934563}"/>
              </a:ext>
            </a:extLst>
          </p:cNvPr>
          <p:cNvSpPr>
            <a:spLocks xmlns:a="http://schemas.openxmlformats.org/drawingml/2006/main" noGrp="1"/>
          </p:cNvSpPr>
          <p:nvPr/>
        </p:nvSpPr>
        <p:spPr>
          <a:xfrm xmlns:a="http://schemas.openxmlformats.org/drawingml/2006/main">
            <a:off x="609600" y="1924050"/>
            <a:ext cx="57150" cy="333375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417FDAC-800B-4DFB-841A-F790E55B07FB}"/>
              </a:ext>
            </a:extLst>
          </p:cNvPr>
          <p:cNvSpPr>
            <a:spLocks xmlns:a="http://schemas.openxmlformats.org/drawingml/2006/main" noGrp="1"/>
          </p:cNvSpPr>
          <p:nvPr/>
        </p:nvSpPr>
        <p:spPr>
          <a:xfrm xmlns:a="http://schemas.openxmlformats.org/drawingml/2006/main">
            <a:off x="857250" y="217170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defRPr sz="2100" b="1">
                <a:solidFill>
                  <a:srgbClr val="172B4D"/>
                </a:solidFill>
                <a:latin typeface="Apple SD Gothic Neo"/>
                <a:ea typeface="Apple SD Gothic Neo"/>
                <a:cs typeface="Apple SD Gothic Neo"/>
              </a:defRPr>
            </a:lvl1pPr>
            <a:lvl2pPr>
              <a:defRPr sz="2100" b="1">
                <a:solidFill>
                  <a:srgbClr val="172B4D"/>
                </a:solidFill>
                <a:latin typeface="Apple SD Gothic Neo"/>
                <a:ea typeface="Apple SD Gothic Neo"/>
                <a:cs typeface="Apple SD Gothic Neo"/>
              </a:defRPr>
            </a:lvl2pPr>
            <a:lvl3pPr>
              <a:defRPr sz="2100" b="1">
                <a:solidFill>
                  <a:srgbClr val="172B4D"/>
                </a:solidFill>
                <a:latin typeface="Apple SD Gothic Neo"/>
                <a:ea typeface="Apple SD Gothic Neo"/>
                <a:cs typeface="Apple SD Gothic Neo"/>
              </a:defRPr>
            </a:lvl3pPr>
            <a:lvl4pPr>
              <a:defRPr sz="2100" b="1">
                <a:solidFill>
                  <a:srgbClr val="172B4D"/>
                </a:solidFill>
                <a:latin typeface="Apple SD Gothic Neo"/>
                <a:ea typeface="Apple SD Gothic Neo"/>
                <a:cs typeface="Apple SD Gothic Neo"/>
              </a:defRPr>
            </a:lvl4pPr>
            <a:lvl5pPr>
              <a:defRPr sz="2100" b="1">
                <a:solidFill>
                  <a:srgbClr val="172B4D"/>
                </a:solidFill>
                <a:latin typeface="Apple SD Gothic Neo"/>
                <a:ea typeface="Apple SD Gothic Neo"/>
                <a:cs typeface="Apple SD Gothic Neo"/>
              </a:defRPr>
            </a:lvl5pPr>
            <a:lvl6pPr>
              <a:defRPr sz="2100" b="1">
                <a:solidFill>
                  <a:srgbClr val="172B4D"/>
                </a:solidFill>
                <a:latin typeface="Apple SD Gothic Neo"/>
                <a:ea typeface="Apple SD Gothic Neo"/>
                <a:cs typeface="Apple SD Gothic Neo"/>
              </a:defRPr>
            </a:lvl6pPr>
            <a:lvl7pPr>
              <a:defRPr sz="2100" b="1">
                <a:solidFill>
                  <a:srgbClr val="172B4D"/>
                </a:solidFill>
                <a:latin typeface="Apple SD Gothic Neo"/>
                <a:ea typeface="Apple SD Gothic Neo"/>
                <a:cs typeface="Apple SD Gothic Neo"/>
              </a:defRPr>
            </a:lvl7pPr>
            <a:lvl8pPr>
              <a:defRPr sz="2100" b="1">
                <a:solidFill>
                  <a:srgbClr val="172B4D"/>
                </a:solidFill>
                <a:latin typeface="Apple SD Gothic Neo"/>
                <a:ea typeface="Apple SD Gothic Neo"/>
                <a:cs typeface="Apple SD Gothic Neo"/>
              </a:defRPr>
            </a:lvl8pPr>
            <a:lvl9pPr>
              <a:defRPr sz="2100" b="1">
                <a:solidFill>
                  <a:srgbClr val="172B4D"/>
                </a:solidFill>
                <a:latin typeface="Apple SD Gothic Neo"/>
                <a:ea typeface="Apple SD Gothic Neo"/>
                <a:cs typeface="Apple SD Gothic Neo"/>
              </a:defRPr>
            </a:lvl9pPr>
          </a:lstStyle>
          <a:p xmlns:a="http://schemas.openxmlformats.org/drawingml/2006/main">
            <a:pPr>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모델 입력 비용</a:t>
            </a:r>
          </a:p>
        </p:txBody>
      </p:sp>
      <p:sp>
        <p:nvSpPr>
          <p:cNvPr id="10" name="">
            <a:extLst xmlns:a="http://schemas.openxmlformats.org/drawingml/2006/main">
              <a:ext uri="{FF2B5EF4-FFF2-40B4-BE49-F238E27FC236}">
                <a16:creationId xmlns:a16="http://schemas.microsoft.com/office/drawing/2014/main" id="{87CC46CC-AD91-4E04-891A-3C76E0E12158}"/>
              </a:ext>
            </a:extLst>
          </p:cNvPr>
          <p:cNvSpPr>
            <a:spLocks xmlns:a="http://schemas.openxmlformats.org/drawingml/2006/main" noGrp="1"/>
          </p:cNvSpPr>
          <p:nvPr/>
        </p:nvSpPr>
        <p:spPr>
          <a:xfrm xmlns:a="http://schemas.openxmlformats.org/drawingml/2006/main">
            <a:off x="857250" y="299085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defRPr sz="1800" b="0">
                <a:solidFill>
                  <a:srgbClr val="253650"/>
                </a:solidFill>
                <a:latin typeface="Apple SD Gothic Neo"/>
                <a:ea typeface="Apple SD Gothic Neo"/>
                <a:cs typeface="Apple SD Gothic Neo"/>
              </a:defRPr>
            </a:lvl1pPr>
            <a:lvl2pPr>
              <a:defRPr sz="1800" b="0">
                <a:solidFill>
                  <a:srgbClr val="253650"/>
                </a:solidFill>
                <a:latin typeface="Apple SD Gothic Neo"/>
                <a:ea typeface="Apple SD Gothic Neo"/>
                <a:cs typeface="Apple SD Gothic Neo"/>
              </a:defRPr>
            </a:lvl2pPr>
            <a:lvl3pPr>
              <a:defRPr sz="1800" b="0">
                <a:solidFill>
                  <a:srgbClr val="253650"/>
                </a:solidFill>
                <a:latin typeface="Apple SD Gothic Neo"/>
                <a:ea typeface="Apple SD Gothic Neo"/>
                <a:cs typeface="Apple SD Gothic Neo"/>
              </a:defRPr>
            </a:lvl3pPr>
            <a:lvl4pPr>
              <a:defRPr sz="1800" b="0">
                <a:solidFill>
                  <a:srgbClr val="253650"/>
                </a:solidFill>
                <a:latin typeface="Apple SD Gothic Neo"/>
                <a:ea typeface="Apple SD Gothic Neo"/>
                <a:cs typeface="Apple SD Gothic Neo"/>
              </a:defRPr>
            </a:lvl4pPr>
            <a:lvl5pPr>
              <a:defRPr sz="1800" b="0">
                <a:solidFill>
                  <a:srgbClr val="253650"/>
                </a:solidFill>
                <a:latin typeface="Apple SD Gothic Neo"/>
                <a:ea typeface="Apple SD Gothic Neo"/>
                <a:cs typeface="Apple SD Gothic Neo"/>
              </a:defRPr>
            </a:lvl5pPr>
            <a:lvl6pPr>
              <a:defRPr sz="1800" b="0">
                <a:solidFill>
                  <a:srgbClr val="253650"/>
                </a:solidFill>
                <a:latin typeface="Apple SD Gothic Neo"/>
                <a:ea typeface="Apple SD Gothic Neo"/>
                <a:cs typeface="Apple SD Gothic Neo"/>
              </a:defRPr>
            </a:lvl6pPr>
            <a:lvl7pPr>
              <a:defRPr sz="1800" b="0">
                <a:solidFill>
                  <a:srgbClr val="253650"/>
                </a:solidFill>
                <a:latin typeface="Apple SD Gothic Neo"/>
                <a:ea typeface="Apple SD Gothic Neo"/>
                <a:cs typeface="Apple SD Gothic Neo"/>
              </a:defRPr>
            </a:lvl7pPr>
            <a:lvl8pPr>
              <a:defRPr sz="1800" b="0">
                <a:solidFill>
                  <a:srgbClr val="253650"/>
                </a:solidFill>
                <a:latin typeface="Apple SD Gothic Neo"/>
                <a:ea typeface="Apple SD Gothic Neo"/>
                <a:cs typeface="Apple SD Gothic Neo"/>
              </a:defRPr>
            </a:lvl8pPr>
            <a:lvl9pPr>
              <a:defRPr sz="1800" b="0">
                <a:solidFill>
                  <a:srgbClr val="253650"/>
                </a:solidFill>
                <a:latin typeface="Apple SD Gothic Neo"/>
                <a:ea typeface="Apple SD Gothic Neo"/>
                <a:cs typeface="Apple SD Gothic Neo"/>
              </a:defRPr>
            </a:lvl9pPr>
          </a:lstStyle>
          <a:p xmlns:a="http://schemas.openxmlformats.org/drawingml/2006/main">
            <a:pPr>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관련 근거와 Reviewer 입력이 추가됩니다.</a:t>
            </a:r>
          </a:p>
          <a:p xmlns:a="http://schemas.openxmlformats.org/drawingml/2006/main">
            <a:pPr>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토큰 증가를 숨기지 않고 시간과 별도로 비교합니다.</a:t>
            </a:r>
          </a:p>
        </p:txBody>
      </p:sp>
      <p:sp>
        <p:nvSpPr>
          <p:cNvPr id="11" name="">
            <a:extLst xmlns:a="http://schemas.openxmlformats.org/drawingml/2006/main">
              <a:ext uri="{FF2B5EF4-FFF2-40B4-BE49-F238E27FC236}">
                <a16:creationId xmlns:a16="http://schemas.microsoft.com/office/drawing/2014/main" id="{6293DE1B-EBA1-41AD-9310-53C85B30D1EC}"/>
              </a:ext>
            </a:extLst>
          </p:cNvPr>
          <p:cNvSpPr>
            <a:spLocks xmlns:a="http://schemas.openxmlformats.org/drawingml/2006/main" noGrp="1"/>
          </p:cNvSpPr>
          <p:nvPr/>
        </p:nvSpPr>
        <p:spPr>
          <a:xfrm xmlns:a="http://schemas.openxmlformats.org/drawingml/2006/main">
            <a:off x="4381500" y="1924050"/>
            <a:ext cx="3409950" cy="33337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2386518-E054-4FC6-A4AF-CAC786253326}"/>
              </a:ext>
            </a:extLst>
          </p:cNvPr>
          <p:cNvSpPr>
            <a:spLocks xmlns:a="http://schemas.openxmlformats.org/drawingml/2006/main" noGrp="1"/>
          </p:cNvSpPr>
          <p:nvPr/>
        </p:nvSpPr>
        <p:spPr>
          <a:xfrm xmlns:a="http://schemas.openxmlformats.org/drawingml/2006/main">
            <a:off x="4381500" y="1924050"/>
            <a:ext cx="57150" cy="333375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23364A8-A7E9-47DC-AF16-071BD6BA364F}"/>
              </a:ext>
            </a:extLst>
          </p:cNvPr>
          <p:cNvSpPr>
            <a:spLocks xmlns:a="http://schemas.openxmlformats.org/drawingml/2006/main" noGrp="1"/>
          </p:cNvSpPr>
          <p:nvPr/>
        </p:nvSpPr>
        <p:spPr>
          <a:xfrm xmlns:a="http://schemas.openxmlformats.org/drawingml/2006/main">
            <a:off x="4629150" y="217170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defRPr sz="2100" b="1">
                <a:solidFill>
                  <a:srgbClr val="172B4D"/>
                </a:solidFill>
                <a:latin typeface="Apple SD Gothic Neo"/>
                <a:ea typeface="Apple SD Gothic Neo"/>
                <a:cs typeface="Apple SD Gothic Neo"/>
              </a:defRPr>
            </a:lvl1pPr>
            <a:lvl2pPr>
              <a:defRPr sz="2100" b="1">
                <a:solidFill>
                  <a:srgbClr val="172B4D"/>
                </a:solidFill>
                <a:latin typeface="Apple SD Gothic Neo"/>
                <a:ea typeface="Apple SD Gothic Neo"/>
                <a:cs typeface="Apple SD Gothic Neo"/>
              </a:defRPr>
            </a:lvl2pPr>
            <a:lvl3pPr>
              <a:defRPr sz="2100" b="1">
                <a:solidFill>
                  <a:srgbClr val="172B4D"/>
                </a:solidFill>
                <a:latin typeface="Apple SD Gothic Neo"/>
                <a:ea typeface="Apple SD Gothic Neo"/>
                <a:cs typeface="Apple SD Gothic Neo"/>
              </a:defRPr>
            </a:lvl3pPr>
            <a:lvl4pPr>
              <a:defRPr sz="2100" b="1">
                <a:solidFill>
                  <a:srgbClr val="172B4D"/>
                </a:solidFill>
                <a:latin typeface="Apple SD Gothic Neo"/>
                <a:ea typeface="Apple SD Gothic Neo"/>
                <a:cs typeface="Apple SD Gothic Neo"/>
              </a:defRPr>
            </a:lvl4pPr>
            <a:lvl5pPr>
              <a:defRPr sz="2100" b="1">
                <a:solidFill>
                  <a:srgbClr val="172B4D"/>
                </a:solidFill>
                <a:latin typeface="Apple SD Gothic Neo"/>
                <a:ea typeface="Apple SD Gothic Neo"/>
                <a:cs typeface="Apple SD Gothic Neo"/>
              </a:defRPr>
            </a:lvl5pPr>
            <a:lvl6pPr>
              <a:defRPr sz="2100" b="1">
                <a:solidFill>
                  <a:srgbClr val="172B4D"/>
                </a:solidFill>
                <a:latin typeface="Apple SD Gothic Neo"/>
                <a:ea typeface="Apple SD Gothic Neo"/>
                <a:cs typeface="Apple SD Gothic Neo"/>
              </a:defRPr>
            </a:lvl6pPr>
            <a:lvl7pPr>
              <a:defRPr sz="2100" b="1">
                <a:solidFill>
                  <a:srgbClr val="172B4D"/>
                </a:solidFill>
                <a:latin typeface="Apple SD Gothic Neo"/>
                <a:ea typeface="Apple SD Gothic Neo"/>
                <a:cs typeface="Apple SD Gothic Neo"/>
              </a:defRPr>
            </a:lvl7pPr>
            <a:lvl8pPr>
              <a:defRPr sz="2100" b="1">
                <a:solidFill>
                  <a:srgbClr val="172B4D"/>
                </a:solidFill>
                <a:latin typeface="Apple SD Gothic Neo"/>
                <a:ea typeface="Apple SD Gothic Neo"/>
                <a:cs typeface="Apple SD Gothic Neo"/>
              </a:defRPr>
            </a:lvl8pPr>
            <a:lvl9pPr>
              <a:defRPr sz="2100" b="1">
                <a:solidFill>
                  <a:srgbClr val="172B4D"/>
                </a:solidFill>
                <a:latin typeface="Apple SD Gothic Neo"/>
                <a:ea typeface="Apple SD Gothic Neo"/>
                <a:cs typeface="Apple SD Gothic Neo"/>
              </a:defRPr>
            </a:lvl9pPr>
          </a:lstStyle>
          <a:p xmlns:a="http://schemas.openxmlformats.org/drawingml/2006/main">
            <a:pPr>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현재 자료의 한계</a:t>
            </a:r>
          </a:p>
        </p:txBody>
      </p:sp>
      <p:sp>
        <p:nvSpPr>
          <p:cNvPr id="14" name="">
            <a:extLst xmlns:a="http://schemas.openxmlformats.org/drawingml/2006/main">
              <a:ext uri="{FF2B5EF4-FFF2-40B4-BE49-F238E27FC236}">
                <a16:creationId xmlns:a16="http://schemas.microsoft.com/office/drawing/2014/main" id="{D5C4E047-5CF8-4BD4-B77B-6E29E9AAE1AE}"/>
              </a:ext>
            </a:extLst>
          </p:cNvPr>
          <p:cNvSpPr>
            <a:spLocks xmlns:a="http://schemas.openxmlformats.org/drawingml/2006/main" noGrp="1"/>
          </p:cNvSpPr>
          <p:nvPr/>
        </p:nvSpPr>
        <p:spPr>
          <a:xfrm xmlns:a="http://schemas.openxmlformats.org/drawingml/2006/main">
            <a:off x="4629150" y="299085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defRPr sz="1800" b="0">
                <a:solidFill>
                  <a:srgbClr val="253650"/>
                </a:solidFill>
                <a:latin typeface="Apple SD Gothic Neo"/>
                <a:ea typeface="Apple SD Gothic Neo"/>
                <a:cs typeface="Apple SD Gothic Neo"/>
              </a:defRPr>
            </a:lvl1pPr>
            <a:lvl2pPr>
              <a:defRPr sz="1800" b="0">
                <a:solidFill>
                  <a:srgbClr val="253650"/>
                </a:solidFill>
                <a:latin typeface="Apple SD Gothic Neo"/>
                <a:ea typeface="Apple SD Gothic Neo"/>
                <a:cs typeface="Apple SD Gothic Neo"/>
              </a:defRPr>
            </a:lvl2pPr>
            <a:lvl3pPr>
              <a:defRPr sz="1800" b="0">
                <a:solidFill>
                  <a:srgbClr val="253650"/>
                </a:solidFill>
                <a:latin typeface="Apple SD Gothic Neo"/>
                <a:ea typeface="Apple SD Gothic Neo"/>
                <a:cs typeface="Apple SD Gothic Neo"/>
              </a:defRPr>
            </a:lvl3pPr>
            <a:lvl4pPr>
              <a:defRPr sz="1800" b="0">
                <a:solidFill>
                  <a:srgbClr val="253650"/>
                </a:solidFill>
                <a:latin typeface="Apple SD Gothic Neo"/>
                <a:ea typeface="Apple SD Gothic Neo"/>
                <a:cs typeface="Apple SD Gothic Neo"/>
              </a:defRPr>
            </a:lvl4pPr>
            <a:lvl5pPr>
              <a:defRPr sz="1800" b="0">
                <a:solidFill>
                  <a:srgbClr val="253650"/>
                </a:solidFill>
                <a:latin typeface="Apple SD Gothic Neo"/>
                <a:ea typeface="Apple SD Gothic Neo"/>
                <a:cs typeface="Apple SD Gothic Neo"/>
              </a:defRPr>
            </a:lvl5pPr>
            <a:lvl6pPr>
              <a:defRPr sz="1800" b="0">
                <a:solidFill>
                  <a:srgbClr val="253650"/>
                </a:solidFill>
                <a:latin typeface="Apple SD Gothic Neo"/>
                <a:ea typeface="Apple SD Gothic Neo"/>
                <a:cs typeface="Apple SD Gothic Neo"/>
              </a:defRPr>
            </a:lvl6pPr>
            <a:lvl7pPr>
              <a:defRPr sz="1800" b="0">
                <a:solidFill>
                  <a:srgbClr val="253650"/>
                </a:solidFill>
                <a:latin typeface="Apple SD Gothic Neo"/>
                <a:ea typeface="Apple SD Gothic Neo"/>
                <a:cs typeface="Apple SD Gothic Neo"/>
              </a:defRPr>
            </a:lvl7pPr>
            <a:lvl8pPr>
              <a:defRPr sz="1800" b="0">
                <a:solidFill>
                  <a:srgbClr val="253650"/>
                </a:solidFill>
                <a:latin typeface="Apple SD Gothic Neo"/>
                <a:ea typeface="Apple SD Gothic Neo"/>
                <a:cs typeface="Apple SD Gothic Neo"/>
              </a:defRPr>
            </a:lvl8pPr>
            <a:lvl9pPr>
              <a:defRPr sz="1800" b="0">
                <a:solidFill>
                  <a:srgbClr val="253650"/>
                </a:solidFill>
                <a:latin typeface="Apple SD Gothic Neo"/>
                <a:ea typeface="Apple SD Gothic Neo"/>
                <a:cs typeface="Apple SD Gothic Neo"/>
              </a:defRPr>
            </a:lvl9pPr>
          </a:lstStyle>
          <a:p xmlns:a="http://schemas.openxmlformats.org/drawingml/2006/main">
            <a:pPr>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시계열·배포 이력·호출 관계가 없습니다.</a:t>
            </a:r>
          </a:p>
          <a:p xmlns:a="http://schemas.openxmlformats.org/drawingml/2006/main">
            <a:pPr>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근본 원인과 실제 복구를 확정할 수 없습니다.</a:t>
            </a:r>
          </a:p>
        </p:txBody>
      </p:sp>
      <p:sp>
        <p:nvSpPr>
          <p:cNvPr id="15" name="">
            <a:extLst xmlns:a="http://schemas.openxmlformats.org/drawingml/2006/main">
              <a:ext uri="{FF2B5EF4-FFF2-40B4-BE49-F238E27FC236}">
                <a16:creationId xmlns:a16="http://schemas.microsoft.com/office/drawing/2014/main" id="{A05833A4-20F0-4A59-8D16-69E1B237A49A}"/>
              </a:ext>
            </a:extLst>
          </p:cNvPr>
          <p:cNvSpPr>
            <a:spLocks xmlns:a="http://schemas.openxmlformats.org/drawingml/2006/main" noGrp="1"/>
          </p:cNvSpPr>
          <p:nvPr/>
        </p:nvSpPr>
        <p:spPr>
          <a:xfrm xmlns:a="http://schemas.openxmlformats.org/drawingml/2006/main">
            <a:off x="8153400" y="1924050"/>
            <a:ext cx="3409950" cy="33337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6807E07-9BE8-4D42-BBA0-1C83757777CB}"/>
              </a:ext>
            </a:extLst>
          </p:cNvPr>
          <p:cNvSpPr>
            <a:spLocks xmlns:a="http://schemas.openxmlformats.org/drawingml/2006/main" noGrp="1"/>
          </p:cNvSpPr>
          <p:nvPr/>
        </p:nvSpPr>
        <p:spPr>
          <a:xfrm xmlns:a="http://schemas.openxmlformats.org/drawingml/2006/main">
            <a:off x="8153400" y="1924050"/>
            <a:ext cx="57150" cy="3333750"/>
          </a:xfrm>
          <a:prstGeom xmlns:a="http://schemas.openxmlformats.org/drawingml/2006/main" prst="rect">
            <a:avLst/>
          </a:prstGeom>
          <a:solidFill xmlns:a="http://schemas.openxmlformats.org/drawingml/2006/main">
            <a:srgbClr val="A05D1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CE973E0-2CB2-41B6-A68A-DEB9834FADAB}"/>
              </a:ext>
            </a:extLst>
          </p:cNvPr>
          <p:cNvSpPr>
            <a:spLocks xmlns:a="http://schemas.openxmlformats.org/drawingml/2006/main" noGrp="1"/>
          </p:cNvSpPr>
          <p:nvPr/>
        </p:nvSpPr>
        <p:spPr>
          <a:xfrm xmlns:a="http://schemas.openxmlformats.org/drawingml/2006/main">
            <a:off x="8401050" y="217170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defRPr sz="2100" b="1">
                <a:solidFill>
                  <a:srgbClr val="172B4D"/>
                </a:solidFill>
                <a:latin typeface="Apple SD Gothic Neo"/>
                <a:ea typeface="Apple SD Gothic Neo"/>
                <a:cs typeface="Apple SD Gothic Neo"/>
              </a:defRPr>
            </a:lvl1pPr>
            <a:lvl2pPr>
              <a:defRPr sz="2100" b="1">
                <a:solidFill>
                  <a:srgbClr val="172B4D"/>
                </a:solidFill>
                <a:latin typeface="Apple SD Gothic Neo"/>
                <a:ea typeface="Apple SD Gothic Neo"/>
                <a:cs typeface="Apple SD Gothic Neo"/>
              </a:defRPr>
            </a:lvl2pPr>
            <a:lvl3pPr>
              <a:defRPr sz="2100" b="1">
                <a:solidFill>
                  <a:srgbClr val="172B4D"/>
                </a:solidFill>
                <a:latin typeface="Apple SD Gothic Neo"/>
                <a:ea typeface="Apple SD Gothic Neo"/>
                <a:cs typeface="Apple SD Gothic Neo"/>
              </a:defRPr>
            </a:lvl3pPr>
            <a:lvl4pPr>
              <a:defRPr sz="2100" b="1">
                <a:solidFill>
                  <a:srgbClr val="172B4D"/>
                </a:solidFill>
                <a:latin typeface="Apple SD Gothic Neo"/>
                <a:ea typeface="Apple SD Gothic Neo"/>
                <a:cs typeface="Apple SD Gothic Neo"/>
              </a:defRPr>
            </a:lvl4pPr>
            <a:lvl5pPr>
              <a:defRPr sz="2100" b="1">
                <a:solidFill>
                  <a:srgbClr val="172B4D"/>
                </a:solidFill>
                <a:latin typeface="Apple SD Gothic Neo"/>
                <a:ea typeface="Apple SD Gothic Neo"/>
                <a:cs typeface="Apple SD Gothic Neo"/>
              </a:defRPr>
            </a:lvl5pPr>
            <a:lvl6pPr>
              <a:defRPr sz="2100" b="1">
                <a:solidFill>
                  <a:srgbClr val="172B4D"/>
                </a:solidFill>
                <a:latin typeface="Apple SD Gothic Neo"/>
                <a:ea typeface="Apple SD Gothic Neo"/>
                <a:cs typeface="Apple SD Gothic Neo"/>
              </a:defRPr>
            </a:lvl6pPr>
            <a:lvl7pPr>
              <a:defRPr sz="2100" b="1">
                <a:solidFill>
                  <a:srgbClr val="172B4D"/>
                </a:solidFill>
                <a:latin typeface="Apple SD Gothic Neo"/>
                <a:ea typeface="Apple SD Gothic Neo"/>
                <a:cs typeface="Apple SD Gothic Neo"/>
              </a:defRPr>
            </a:lvl7pPr>
            <a:lvl8pPr>
              <a:defRPr sz="2100" b="1">
                <a:solidFill>
                  <a:srgbClr val="172B4D"/>
                </a:solidFill>
                <a:latin typeface="Apple SD Gothic Neo"/>
                <a:ea typeface="Apple SD Gothic Neo"/>
                <a:cs typeface="Apple SD Gothic Neo"/>
              </a:defRPr>
            </a:lvl8pPr>
            <a:lvl9pPr>
              <a:defRPr sz="2100" b="1">
                <a:solidFill>
                  <a:srgbClr val="172B4D"/>
                </a:solidFill>
                <a:latin typeface="Apple SD Gothic Neo"/>
                <a:ea typeface="Apple SD Gothic Neo"/>
                <a:cs typeface="Apple SD Gothic Neo"/>
              </a:defRPr>
            </a:lvl9pPr>
          </a:lstStyle>
          <a:p xmlns:a="http://schemas.openxmlformats.org/drawingml/2006/main">
            <a:pPr>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남은 확장 과제</a:t>
            </a:r>
          </a:p>
        </p:txBody>
      </p:sp>
      <p:sp>
        <p:nvSpPr>
          <p:cNvPr id="18" name="">
            <a:extLst xmlns:a="http://schemas.openxmlformats.org/drawingml/2006/main">
              <a:ext uri="{FF2B5EF4-FFF2-40B4-BE49-F238E27FC236}">
                <a16:creationId xmlns:a16="http://schemas.microsoft.com/office/drawing/2014/main" id="{738DCFD3-2724-45E8-9553-8AB3F3A0FE46}"/>
              </a:ext>
            </a:extLst>
          </p:cNvPr>
          <p:cNvSpPr>
            <a:spLocks xmlns:a="http://schemas.openxmlformats.org/drawingml/2006/main" noGrp="1"/>
          </p:cNvSpPr>
          <p:nvPr/>
        </p:nvSpPr>
        <p:spPr>
          <a:xfrm xmlns:a="http://schemas.openxmlformats.org/drawingml/2006/main">
            <a:off x="8401050" y="299085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defRPr sz="1800" b="0">
                <a:solidFill>
                  <a:srgbClr val="253650"/>
                </a:solidFill>
                <a:latin typeface="Apple SD Gothic Neo"/>
                <a:ea typeface="Apple SD Gothic Neo"/>
                <a:cs typeface="Apple SD Gothic Neo"/>
              </a:defRPr>
            </a:lvl1pPr>
            <a:lvl2pPr>
              <a:defRPr sz="1800" b="0">
                <a:solidFill>
                  <a:srgbClr val="253650"/>
                </a:solidFill>
                <a:latin typeface="Apple SD Gothic Neo"/>
                <a:ea typeface="Apple SD Gothic Neo"/>
                <a:cs typeface="Apple SD Gothic Neo"/>
              </a:defRPr>
            </a:lvl2pPr>
            <a:lvl3pPr>
              <a:defRPr sz="1800" b="0">
                <a:solidFill>
                  <a:srgbClr val="253650"/>
                </a:solidFill>
                <a:latin typeface="Apple SD Gothic Neo"/>
                <a:ea typeface="Apple SD Gothic Neo"/>
                <a:cs typeface="Apple SD Gothic Neo"/>
              </a:defRPr>
            </a:lvl3pPr>
            <a:lvl4pPr>
              <a:defRPr sz="1800" b="0">
                <a:solidFill>
                  <a:srgbClr val="253650"/>
                </a:solidFill>
                <a:latin typeface="Apple SD Gothic Neo"/>
                <a:ea typeface="Apple SD Gothic Neo"/>
                <a:cs typeface="Apple SD Gothic Neo"/>
              </a:defRPr>
            </a:lvl4pPr>
            <a:lvl5pPr>
              <a:defRPr sz="1800" b="0">
                <a:solidFill>
                  <a:srgbClr val="253650"/>
                </a:solidFill>
                <a:latin typeface="Apple SD Gothic Neo"/>
                <a:ea typeface="Apple SD Gothic Neo"/>
                <a:cs typeface="Apple SD Gothic Neo"/>
              </a:defRPr>
            </a:lvl5pPr>
            <a:lvl6pPr>
              <a:defRPr sz="1800" b="0">
                <a:solidFill>
                  <a:srgbClr val="253650"/>
                </a:solidFill>
                <a:latin typeface="Apple SD Gothic Neo"/>
                <a:ea typeface="Apple SD Gothic Neo"/>
                <a:cs typeface="Apple SD Gothic Neo"/>
              </a:defRPr>
            </a:lvl6pPr>
            <a:lvl7pPr>
              <a:defRPr sz="1800" b="0">
                <a:solidFill>
                  <a:srgbClr val="253650"/>
                </a:solidFill>
                <a:latin typeface="Apple SD Gothic Neo"/>
                <a:ea typeface="Apple SD Gothic Neo"/>
                <a:cs typeface="Apple SD Gothic Neo"/>
              </a:defRPr>
            </a:lvl7pPr>
            <a:lvl8pPr>
              <a:defRPr sz="1800" b="0">
                <a:solidFill>
                  <a:srgbClr val="253650"/>
                </a:solidFill>
                <a:latin typeface="Apple SD Gothic Neo"/>
                <a:ea typeface="Apple SD Gothic Neo"/>
                <a:cs typeface="Apple SD Gothic Neo"/>
              </a:defRPr>
            </a:lvl8pPr>
            <a:lvl9pPr>
              <a:defRPr sz="1800" b="0">
                <a:solidFill>
                  <a:srgbClr val="253650"/>
                </a:solidFill>
                <a:latin typeface="Apple SD Gothic Neo"/>
                <a:ea typeface="Apple SD Gothic Neo"/>
                <a:cs typeface="Apple SD Gothic Neo"/>
              </a:defRPr>
            </a:lvl9pPr>
          </a:lstStyle>
          <a:p xmlns:a="http://schemas.openxmlformats.org/drawingml/2006/main">
            <a:pPr>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미지원 billing-service 대체 정책, 제한된 지시 표현, 문서 증가 시 토큰 예산을 개선해야 합니다.</a:t>
            </a:r>
          </a:p>
        </p:txBody>
      </p:sp>
    </p:spTree>
    <p:extLst>
      <p:ext uri="{BB962C8B-B14F-4D97-AF65-F5344CB8AC3E}">
        <p14:creationId xmlns:p14="http://schemas.microsoft.com/office/powerpoint/2010/main" val="1599725477"/>
      </p:ext>
    </p:extLst>
  </p:cSld>
</p:sld>
</file>

<file path=ppt/slides/slide9.xml><?xml version="1.0" encoding="utf-8"?>
<p:sld xmlns:p="http://schemas.openxmlformats.org/presentationml/2006/main">
  <p:cSld>
    <p:bg>
      <p:bgPr>
        <a:solidFill xmlns:a="http://schemas.openxmlformats.org/drawingml/2006/main">
          <a:srgbClr val="F4F6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49268AE-2A55-4C27-8951-62438144579A}"/>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E5B0822-2564-48EE-B01E-3705461C1616}"/>
              </a:ext>
            </a:extLst>
          </p:cNvPr>
          <p:cNvSpPr>
            <a:spLocks xmlns:a="http://schemas.openxmlformats.org/drawingml/2006/main" noGrp="1"/>
          </p:cNvSpPr>
          <p:nvPr/>
        </p:nvSpPr>
        <p:spPr>
          <a:xfrm xmlns:a="http://schemas.openxmlformats.org/drawingml/2006/main">
            <a:off x="609600" y="381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1">
                <a:solidFill>
                  <a:srgbClr val="235ECB"/>
                </a:solidFill>
                <a:latin typeface="Apple SD Gothic Neo"/>
                <a:ea typeface="Apple SD Gothic Neo"/>
                <a:cs typeface="Apple SD Gothic Neo"/>
              </a:defRPr>
            </a:defPPr>
            <a:lvl1pPr>
              <a:defRPr sz="1275" b="1">
                <a:solidFill>
                  <a:srgbClr val="235ECB"/>
                </a:solidFill>
                <a:latin typeface="Apple SD Gothic Neo"/>
                <a:ea typeface="Apple SD Gothic Neo"/>
                <a:cs typeface="Apple SD Gothic Neo"/>
              </a:defRPr>
            </a:lvl1pPr>
            <a:lvl2pPr>
              <a:defRPr sz="1275" b="1">
                <a:solidFill>
                  <a:srgbClr val="235ECB"/>
                </a:solidFill>
                <a:latin typeface="Apple SD Gothic Neo"/>
                <a:ea typeface="Apple SD Gothic Neo"/>
                <a:cs typeface="Apple SD Gothic Neo"/>
              </a:defRPr>
            </a:lvl2pPr>
            <a:lvl3pPr>
              <a:defRPr sz="1275" b="1">
                <a:solidFill>
                  <a:srgbClr val="235ECB"/>
                </a:solidFill>
                <a:latin typeface="Apple SD Gothic Neo"/>
                <a:ea typeface="Apple SD Gothic Neo"/>
                <a:cs typeface="Apple SD Gothic Neo"/>
              </a:defRPr>
            </a:lvl3pPr>
            <a:lvl4pPr>
              <a:defRPr sz="1275" b="1">
                <a:solidFill>
                  <a:srgbClr val="235ECB"/>
                </a:solidFill>
                <a:latin typeface="Apple SD Gothic Neo"/>
                <a:ea typeface="Apple SD Gothic Neo"/>
                <a:cs typeface="Apple SD Gothic Neo"/>
              </a:defRPr>
            </a:lvl4pPr>
            <a:lvl5pPr>
              <a:defRPr sz="1275" b="1">
                <a:solidFill>
                  <a:srgbClr val="235ECB"/>
                </a:solidFill>
                <a:latin typeface="Apple SD Gothic Neo"/>
                <a:ea typeface="Apple SD Gothic Neo"/>
                <a:cs typeface="Apple SD Gothic Neo"/>
              </a:defRPr>
            </a:lvl5pPr>
            <a:lvl6pPr>
              <a:defRPr sz="1275" b="1">
                <a:solidFill>
                  <a:srgbClr val="235ECB"/>
                </a:solidFill>
                <a:latin typeface="Apple SD Gothic Neo"/>
                <a:ea typeface="Apple SD Gothic Neo"/>
                <a:cs typeface="Apple SD Gothic Neo"/>
              </a:defRPr>
            </a:lvl6pPr>
            <a:lvl7pPr>
              <a:defRPr sz="1275" b="1">
                <a:solidFill>
                  <a:srgbClr val="235ECB"/>
                </a:solidFill>
                <a:latin typeface="Apple SD Gothic Neo"/>
                <a:ea typeface="Apple SD Gothic Neo"/>
                <a:cs typeface="Apple SD Gothic Neo"/>
              </a:defRPr>
            </a:lvl7pPr>
            <a:lvl8pPr>
              <a:defRPr sz="1275" b="1">
                <a:solidFill>
                  <a:srgbClr val="235ECB"/>
                </a:solidFill>
                <a:latin typeface="Apple SD Gothic Neo"/>
                <a:ea typeface="Apple SD Gothic Neo"/>
                <a:cs typeface="Apple SD Gothic Neo"/>
              </a:defRPr>
            </a:lvl8pPr>
            <a:lvl9pPr>
              <a:defRPr sz="1275" b="1">
                <a:solidFill>
                  <a:srgbClr val="235ECB"/>
                </a:solidFill>
                <a:latin typeface="Apple SD Gothic Neo"/>
                <a:ea typeface="Apple SD Gothic Neo"/>
                <a:cs typeface="Apple SD Gothic Neo"/>
              </a:defRPr>
            </a:lvl9pPr>
          </a:lstStyle>
          <a:p xmlns:a="http://schemas.openxmlformats.org/drawingml/2006/main">
            <a:pPr>
              <a:defRPr sz="1275" b="1">
                <a:solidFill>
                  <a:srgbClr val="235ECB"/>
                </a:solidFill>
                <a:latin typeface="Apple SD Gothic Neo"/>
                <a:ea typeface="Apple SD Gothic Neo"/>
                <a:cs typeface="Apple SD Gothic Neo"/>
              </a:defRPr>
            </a:pPr>
            <a:r>
              <a:rPr sz="1275" b="1">
                <a:solidFill>
                  <a:srgbClr val="235ECB"/>
                </a:solidFill>
                <a:latin typeface="Apple SD Gothic Neo"/>
                <a:ea typeface="Apple SD Gothic Neo"/>
                <a:cs typeface="Apple SD Gothic Neo"/>
              </a:rPr>
              <a:t>8. 검증과 다음 단계</a:t>
            </a:r>
          </a:p>
        </p:txBody>
      </p:sp>
      <p:sp>
        <p:nvSpPr>
          <p:cNvPr id="3" name="">
            <a:extLst xmlns:a="http://schemas.openxmlformats.org/drawingml/2006/main">
              <a:ext uri="{FF2B5EF4-FFF2-40B4-BE49-F238E27FC236}">
                <a16:creationId xmlns:a16="http://schemas.microsoft.com/office/drawing/2014/main" id="{336ECEF4-0284-4908-8C22-883ECD939683}"/>
              </a:ext>
            </a:extLst>
          </p:cNvPr>
          <p:cNvSpPr>
            <a:spLocks xmlns:a="http://schemas.openxmlformats.org/drawingml/2006/main" noGrp="1"/>
          </p:cNvSpPr>
          <p:nvPr/>
        </p:nvSpPr>
        <p:spPr>
          <a:xfrm xmlns:a="http://schemas.openxmlformats.org/drawingml/2006/main">
            <a:off x="60960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2B4D"/>
                </a:solidFill>
                <a:latin typeface="Apple SD Gothic Neo"/>
                <a:ea typeface="Apple SD Gothic Neo"/>
                <a:cs typeface="Apple SD Gothic Neo"/>
              </a:defRPr>
            </a:defPPr>
            <a:lvl1pPr>
              <a:defRPr sz="2850" b="1">
                <a:solidFill>
                  <a:srgbClr val="172B4D"/>
                </a:solidFill>
                <a:latin typeface="Apple SD Gothic Neo"/>
                <a:ea typeface="Apple SD Gothic Neo"/>
                <a:cs typeface="Apple SD Gothic Neo"/>
              </a:defRPr>
            </a:lvl1pPr>
            <a:lvl2pPr>
              <a:defRPr sz="2850" b="1">
                <a:solidFill>
                  <a:srgbClr val="172B4D"/>
                </a:solidFill>
                <a:latin typeface="Apple SD Gothic Neo"/>
                <a:ea typeface="Apple SD Gothic Neo"/>
                <a:cs typeface="Apple SD Gothic Neo"/>
              </a:defRPr>
            </a:lvl2pPr>
            <a:lvl3pPr>
              <a:defRPr sz="2850" b="1">
                <a:solidFill>
                  <a:srgbClr val="172B4D"/>
                </a:solidFill>
                <a:latin typeface="Apple SD Gothic Neo"/>
                <a:ea typeface="Apple SD Gothic Neo"/>
                <a:cs typeface="Apple SD Gothic Neo"/>
              </a:defRPr>
            </a:lvl3pPr>
            <a:lvl4pPr>
              <a:defRPr sz="2850" b="1">
                <a:solidFill>
                  <a:srgbClr val="172B4D"/>
                </a:solidFill>
                <a:latin typeface="Apple SD Gothic Neo"/>
                <a:ea typeface="Apple SD Gothic Neo"/>
                <a:cs typeface="Apple SD Gothic Neo"/>
              </a:defRPr>
            </a:lvl4pPr>
            <a:lvl5pPr>
              <a:defRPr sz="2850" b="1">
                <a:solidFill>
                  <a:srgbClr val="172B4D"/>
                </a:solidFill>
                <a:latin typeface="Apple SD Gothic Neo"/>
                <a:ea typeface="Apple SD Gothic Neo"/>
                <a:cs typeface="Apple SD Gothic Neo"/>
              </a:defRPr>
            </a:lvl5pPr>
            <a:lvl6pPr>
              <a:defRPr sz="2850" b="1">
                <a:solidFill>
                  <a:srgbClr val="172B4D"/>
                </a:solidFill>
                <a:latin typeface="Apple SD Gothic Neo"/>
                <a:ea typeface="Apple SD Gothic Neo"/>
                <a:cs typeface="Apple SD Gothic Neo"/>
              </a:defRPr>
            </a:lvl6pPr>
            <a:lvl7pPr>
              <a:defRPr sz="2850" b="1">
                <a:solidFill>
                  <a:srgbClr val="172B4D"/>
                </a:solidFill>
                <a:latin typeface="Apple SD Gothic Neo"/>
                <a:ea typeface="Apple SD Gothic Neo"/>
                <a:cs typeface="Apple SD Gothic Neo"/>
              </a:defRPr>
            </a:lvl7pPr>
            <a:lvl8pPr>
              <a:defRPr sz="2850" b="1">
                <a:solidFill>
                  <a:srgbClr val="172B4D"/>
                </a:solidFill>
                <a:latin typeface="Apple SD Gothic Neo"/>
                <a:ea typeface="Apple SD Gothic Neo"/>
                <a:cs typeface="Apple SD Gothic Neo"/>
              </a:defRPr>
            </a:lvl8pPr>
            <a:lvl9pPr>
              <a:defRPr sz="2850" b="1">
                <a:solidFill>
                  <a:srgbClr val="172B4D"/>
                </a:solidFill>
                <a:latin typeface="Apple SD Gothic Neo"/>
                <a:ea typeface="Apple SD Gothic Neo"/>
                <a:cs typeface="Apple SD Gothic Neo"/>
              </a:defRPr>
            </a:lvl9pPr>
          </a:lstStyle>
          <a:p xmlns:a="http://schemas.openxmlformats.org/drawingml/2006/main">
            <a:pPr>
              <a:defRPr sz="2850" b="1">
                <a:solidFill>
                  <a:srgbClr val="172B4D"/>
                </a:solidFill>
                <a:latin typeface="Apple SD Gothic Neo"/>
                <a:ea typeface="Apple SD Gothic Neo"/>
                <a:cs typeface="Apple SD Gothic Neo"/>
              </a:defRPr>
            </a:pPr>
            <a:r>
              <a:rPr sz="2850" b="1">
                <a:solidFill>
                  <a:srgbClr val="172B4D"/>
                </a:solidFill>
                <a:latin typeface="Apple SD Gothic Neo"/>
                <a:ea typeface="Apple SD Gothic Neo"/>
                <a:cs typeface="Apple SD Gothic Neo"/>
              </a:rPr>
              <a:t>코드·실측·발표 증빙을 구분해 정리했습니다</a:t>
            </a:r>
          </a:p>
        </p:txBody>
      </p:sp>
      <p:sp>
        <p:nvSpPr>
          <p:cNvPr id="4" name="">
            <a:extLst xmlns:a="http://schemas.openxmlformats.org/drawingml/2006/main">
              <a:ext uri="{FF2B5EF4-FFF2-40B4-BE49-F238E27FC236}">
                <a16:creationId xmlns:a16="http://schemas.microsoft.com/office/drawing/2014/main" id="{6746D2B6-2B9E-4F62-82D8-DDA1CD208D13}"/>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7E0E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AD38444-3352-421A-8FE3-50E567869EE8}"/>
              </a:ext>
            </a:extLst>
          </p:cNvPr>
          <p:cNvSpPr>
            <a:spLocks xmlns:a="http://schemas.openxmlformats.org/drawingml/2006/main" noGrp="1"/>
          </p:cNvSpPr>
          <p:nvPr/>
        </p:nvSpPr>
        <p:spPr>
          <a:xfrm xmlns:a="http://schemas.openxmlformats.org/drawingml/2006/main">
            <a:off x="609600" y="6343650"/>
            <a:ext cx="1028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5D6D84"/>
                </a:solidFill>
                <a:latin typeface="Apple SD Gothic Neo"/>
                <a:ea typeface="Apple SD Gothic Neo"/>
                <a:cs typeface="Apple SD Gothic Neo"/>
              </a:defRPr>
            </a:defPPr>
            <a:lvl1pPr>
              <a:defRPr sz="975" b="0">
                <a:solidFill>
                  <a:srgbClr val="5D6D84"/>
                </a:solidFill>
                <a:latin typeface="Apple SD Gothic Neo"/>
                <a:ea typeface="Apple SD Gothic Neo"/>
                <a:cs typeface="Apple SD Gothic Neo"/>
              </a:defRPr>
            </a:lvl1pPr>
            <a:lvl2pPr>
              <a:defRPr sz="975" b="0">
                <a:solidFill>
                  <a:srgbClr val="5D6D84"/>
                </a:solidFill>
                <a:latin typeface="Apple SD Gothic Neo"/>
                <a:ea typeface="Apple SD Gothic Neo"/>
                <a:cs typeface="Apple SD Gothic Neo"/>
              </a:defRPr>
            </a:lvl2pPr>
            <a:lvl3pPr>
              <a:defRPr sz="975" b="0">
                <a:solidFill>
                  <a:srgbClr val="5D6D84"/>
                </a:solidFill>
                <a:latin typeface="Apple SD Gothic Neo"/>
                <a:ea typeface="Apple SD Gothic Neo"/>
                <a:cs typeface="Apple SD Gothic Neo"/>
              </a:defRPr>
            </a:lvl3pPr>
            <a:lvl4pPr>
              <a:defRPr sz="975" b="0">
                <a:solidFill>
                  <a:srgbClr val="5D6D84"/>
                </a:solidFill>
                <a:latin typeface="Apple SD Gothic Neo"/>
                <a:ea typeface="Apple SD Gothic Neo"/>
                <a:cs typeface="Apple SD Gothic Neo"/>
              </a:defRPr>
            </a:lvl4pPr>
            <a:lvl5pPr>
              <a:defRPr sz="975" b="0">
                <a:solidFill>
                  <a:srgbClr val="5D6D84"/>
                </a:solidFill>
                <a:latin typeface="Apple SD Gothic Neo"/>
                <a:ea typeface="Apple SD Gothic Neo"/>
                <a:cs typeface="Apple SD Gothic Neo"/>
              </a:defRPr>
            </a:lvl5pPr>
            <a:lvl6pPr>
              <a:defRPr sz="975" b="0">
                <a:solidFill>
                  <a:srgbClr val="5D6D84"/>
                </a:solidFill>
                <a:latin typeface="Apple SD Gothic Neo"/>
                <a:ea typeface="Apple SD Gothic Neo"/>
                <a:cs typeface="Apple SD Gothic Neo"/>
              </a:defRPr>
            </a:lvl6pPr>
            <a:lvl7pPr>
              <a:defRPr sz="975" b="0">
                <a:solidFill>
                  <a:srgbClr val="5D6D84"/>
                </a:solidFill>
                <a:latin typeface="Apple SD Gothic Neo"/>
                <a:ea typeface="Apple SD Gothic Neo"/>
                <a:cs typeface="Apple SD Gothic Neo"/>
              </a:defRPr>
            </a:lvl7pPr>
            <a:lvl8pPr>
              <a:defRPr sz="975" b="0">
                <a:solidFill>
                  <a:srgbClr val="5D6D84"/>
                </a:solidFill>
                <a:latin typeface="Apple SD Gothic Neo"/>
                <a:ea typeface="Apple SD Gothic Neo"/>
                <a:cs typeface="Apple SD Gothic Neo"/>
              </a:defRPr>
            </a:lvl8pPr>
            <a:lvl9pPr>
              <a:defRPr sz="975" b="0">
                <a:solidFill>
                  <a:srgbClr val="5D6D84"/>
                </a:solidFill>
                <a:latin typeface="Apple SD Gothic Neo"/>
                <a:ea typeface="Apple SD Gothic Neo"/>
                <a:cs typeface="Apple SD Gothic Neo"/>
              </a:defRPr>
            </a:lvl9pPr>
          </a:lstStyle>
          <a:p xmlns:a="http://schemas.openxmlformats.org/drawingml/2006/main">
            <a:pPr>
              <a:defRPr sz="975" b="0">
                <a:solidFill>
                  <a:srgbClr val="5D6D84"/>
                </a:solidFill>
                <a:latin typeface="Apple SD Gothic Neo"/>
                <a:ea typeface="Apple SD Gothic Neo"/>
                <a:cs typeface="Apple SD Gothic Neo"/>
              </a:defRPr>
            </a:pPr>
            <a:r>
              <a:rPr sz="975" b="0">
                <a:solidFill>
                  <a:srgbClr val="5D6D84"/>
                </a:solidFill>
                <a:latin typeface="Apple SD Gothic Neo"/>
                <a:ea typeface="Apple SD Gothic Neo"/>
                <a:cs typeface="Apple SD Gothic Neo"/>
              </a:rPr>
              <a:t>근거: doc/final_review.md / tests / LangSmith / 실제 응답 기록</a:t>
            </a:r>
          </a:p>
        </p:txBody>
      </p:sp>
      <p:sp>
        <p:nvSpPr>
          <p:cNvPr id="6" name="">
            <a:extLst xmlns:a="http://schemas.openxmlformats.org/drawingml/2006/main">
              <a:ext uri="{FF2B5EF4-FFF2-40B4-BE49-F238E27FC236}">
                <a16:creationId xmlns:a16="http://schemas.microsoft.com/office/drawing/2014/main" id="{7C367B15-A620-4BEF-9169-F22DCF16AC62}"/>
              </a:ext>
            </a:extLst>
          </p:cNvPr>
          <p:cNvSpPr>
            <a:spLocks xmlns:a="http://schemas.openxmlformats.org/drawingml/2006/main" noGrp="1"/>
          </p:cNvSpPr>
          <p:nvPr/>
        </p:nvSpPr>
        <p:spPr>
          <a:xfrm xmlns:a="http://schemas.openxmlformats.org/drawingml/2006/main">
            <a:off x="11049000" y="6334125"/>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5D6D84"/>
                </a:solidFill>
                <a:latin typeface="Apple SD Gothic Neo"/>
                <a:ea typeface="Apple SD Gothic Neo"/>
                <a:cs typeface="Apple SD Gothic Neo"/>
              </a:defRPr>
            </a:defPPr>
            <a:lvl1pPr>
              <a:defRPr sz="1125" b="1">
                <a:solidFill>
                  <a:srgbClr val="5D6D84"/>
                </a:solidFill>
                <a:latin typeface="Apple SD Gothic Neo"/>
                <a:ea typeface="Apple SD Gothic Neo"/>
                <a:cs typeface="Apple SD Gothic Neo"/>
              </a:defRPr>
            </a:lvl1pPr>
            <a:lvl2pPr>
              <a:defRPr sz="1125" b="1">
                <a:solidFill>
                  <a:srgbClr val="5D6D84"/>
                </a:solidFill>
                <a:latin typeface="Apple SD Gothic Neo"/>
                <a:ea typeface="Apple SD Gothic Neo"/>
                <a:cs typeface="Apple SD Gothic Neo"/>
              </a:defRPr>
            </a:lvl2pPr>
            <a:lvl3pPr>
              <a:defRPr sz="1125" b="1">
                <a:solidFill>
                  <a:srgbClr val="5D6D84"/>
                </a:solidFill>
                <a:latin typeface="Apple SD Gothic Neo"/>
                <a:ea typeface="Apple SD Gothic Neo"/>
                <a:cs typeface="Apple SD Gothic Neo"/>
              </a:defRPr>
            </a:lvl3pPr>
            <a:lvl4pPr>
              <a:defRPr sz="1125" b="1">
                <a:solidFill>
                  <a:srgbClr val="5D6D84"/>
                </a:solidFill>
                <a:latin typeface="Apple SD Gothic Neo"/>
                <a:ea typeface="Apple SD Gothic Neo"/>
                <a:cs typeface="Apple SD Gothic Neo"/>
              </a:defRPr>
            </a:lvl4pPr>
            <a:lvl5pPr>
              <a:defRPr sz="1125" b="1">
                <a:solidFill>
                  <a:srgbClr val="5D6D84"/>
                </a:solidFill>
                <a:latin typeface="Apple SD Gothic Neo"/>
                <a:ea typeface="Apple SD Gothic Neo"/>
                <a:cs typeface="Apple SD Gothic Neo"/>
              </a:defRPr>
            </a:lvl5pPr>
            <a:lvl6pPr>
              <a:defRPr sz="1125" b="1">
                <a:solidFill>
                  <a:srgbClr val="5D6D84"/>
                </a:solidFill>
                <a:latin typeface="Apple SD Gothic Neo"/>
                <a:ea typeface="Apple SD Gothic Neo"/>
                <a:cs typeface="Apple SD Gothic Neo"/>
              </a:defRPr>
            </a:lvl6pPr>
            <a:lvl7pPr>
              <a:defRPr sz="1125" b="1">
                <a:solidFill>
                  <a:srgbClr val="5D6D84"/>
                </a:solidFill>
                <a:latin typeface="Apple SD Gothic Neo"/>
                <a:ea typeface="Apple SD Gothic Neo"/>
                <a:cs typeface="Apple SD Gothic Neo"/>
              </a:defRPr>
            </a:lvl7pPr>
            <a:lvl8pPr>
              <a:defRPr sz="1125" b="1">
                <a:solidFill>
                  <a:srgbClr val="5D6D84"/>
                </a:solidFill>
                <a:latin typeface="Apple SD Gothic Neo"/>
                <a:ea typeface="Apple SD Gothic Neo"/>
                <a:cs typeface="Apple SD Gothic Neo"/>
              </a:defRPr>
            </a:lvl8pPr>
            <a:lvl9pPr>
              <a:defRPr sz="1125" b="1">
                <a:solidFill>
                  <a:srgbClr val="5D6D84"/>
                </a:solidFill>
                <a:latin typeface="Apple SD Gothic Neo"/>
                <a:ea typeface="Apple SD Gothic Neo"/>
                <a:cs typeface="Apple SD Gothic Neo"/>
              </a:defRPr>
            </a:lvl9pPr>
          </a:lstStyle>
          <a:p xmlns:a="http://schemas.openxmlformats.org/drawingml/2006/main">
            <a:pPr>
              <a:defRPr sz="1125" b="1">
                <a:solidFill>
                  <a:srgbClr val="5D6D84"/>
                </a:solidFill>
                <a:latin typeface="Apple SD Gothic Neo"/>
                <a:ea typeface="Apple SD Gothic Neo"/>
                <a:cs typeface="Apple SD Gothic Neo"/>
              </a:defRPr>
            </a:pPr>
            <a:r>
              <a:rPr sz="1125" b="1">
                <a:solidFill>
                  <a:srgbClr val="5D6D84"/>
                </a:solidFill>
                <a:latin typeface="Apple SD Gothic Neo"/>
                <a:ea typeface="Apple SD Gothic Neo"/>
                <a:cs typeface="Apple SD Gothic Neo"/>
              </a:rPr>
              <a:t>09</a:t>
            </a:r>
          </a:p>
        </p:txBody>
      </p:sp>
      <p:sp>
        <p:nvSpPr>
          <p:cNvPr id="7" name="">
            <a:extLst xmlns:a="http://schemas.openxmlformats.org/drawingml/2006/main">
              <a:ext uri="{FF2B5EF4-FFF2-40B4-BE49-F238E27FC236}">
                <a16:creationId xmlns:a16="http://schemas.microsoft.com/office/drawing/2014/main" id="{61DBBECB-38B1-4D47-A65F-5020AE5CB6AC}"/>
              </a:ext>
            </a:extLst>
          </p:cNvPr>
          <p:cNvSpPr>
            <a:spLocks xmlns:a="http://schemas.openxmlformats.org/drawingml/2006/main" noGrp="1"/>
          </p:cNvSpPr>
          <p:nvPr/>
        </p:nvSpPr>
        <p:spPr>
          <a:xfrm xmlns:a="http://schemas.openxmlformats.org/drawingml/2006/main">
            <a:off x="609600" y="1952625"/>
            <a:ext cx="10972800" cy="1114425"/>
          </a:xfrm>
          <a:prstGeom xmlns:a="http://schemas.openxmlformats.org/drawingml/2006/main" prst="rect">
            <a:avLst/>
          </a:prstGeom>
          <a:solidFill xmlns:a="http://schemas.openxmlformats.org/drawingml/2006/main">
            <a:srgbClr val="E7F3F0"/>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EE7133E-ABE0-4111-88B5-4EE7A84F4F31}"/>
              </a:ext>
            </a:extLst>
          </p:cNvPr>
          <p:cNvSpPr>
            <a:spLocks xmlns:a="http://schemas.openxmlformats.org/drawingml/2006/main" noGrp="1"/>
          </p:cNvSpPr>
          <p:nvPr/>
        </p:nvSpPr>
        <p:spPr>
          <a:xfrm xmlns:a="http://schemas.openxmlformats.org/drawingml/2006/main">
            <a:off x="876300" y="2238375"/>
            <a:ext cx="10382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0E7267"/>
                </a:solidFill>
                <a:latin typeface="Apple SD Gothic Neo"/>
                <a:ea typeface="Apple SD Gothic Neo"/>
                <a:cs typeface="Apple SD Gothic Neo"/>
              </a:defRPr>
            </a:defPPr>
            <a:lvl1pPr>
              <a:defRPr sz="2550" b="1">
                <a:solidFill>
                  <a:srgbClr val="0E7267"/>
                </a:solidFill>
                <a:latin typeface="Apple SD Gothic Neo"/>
                <a:ea typeface="Apple SD Gothic Neo"/>
                <a:cs typeface="Apple SD Gothic Neo"/>
              </a:defRPr>
            </a:lvl1pPr>
            <a:lvl2pPr>
              <a:defRPr sz="2550" b="1">
                <a:solidFill>
                  <a:srgbClr val="0E7267"/>
                </a:solidFill>
                <a:latin typeface="Apple SD Gothic Neo"/>
                <a:ea typeface="Apple SD Gothic Neo"/>
                <a:cs typeface="Apple SD Gothic Neo"/>
              </a:defRPr>
            </a:lvl2pPr>
            <a:lvl3pPr>
              <a:defRPr sz="2550" b="1">
                <a:solidFill>
                  <a:srgbClr val="0E7267"/>
                </a:solidFill>
                <a:latin typeface="Apple SD Gothic Neo"/>
                <a:ea typeface="Apple SD Gothic Neo"/>
                <a:cs typeface="Apple SD Gothic Neo"/>
              </a:defRPr>
            </a:lvl3pPr>
            <a:lvl4pPr>
              <a:defRPr sz="2550" b="1">
                <a:solidFill>
                  <a:srgbClr val="0E7267"/>
                </a:solidFill>
                <a:latin typeface="Apple SD Gothic Neo"/>
                <a:ea typeface="Apple SD Gothic Neo"/>
                <a:cs typeface="Apple SD Gothic Neo"/>
              </a:defRPr>
            </a:lvl4pPr>
            <a:lvl5pPr>
              <a:defRPr sz="2550" b="1">
                <a:solidFill>
                  <a:srgbClr val="0E7267"/>
                </a:solidFill>
                <a:latin typeface="Apple SD Gothic Neo"/>
                <a:ea typeface="Apple SD Gothic Neo"/>
                <a:cs typeface="Apple SD Gothic Neo"/>
              </a:defRPr>
            </a:lvl5pPr>
            <a:lvl6pPr>
              <a:defRPr sz="2550" b="1">
                <a:solidFill>
                  <a:srgbClr val="0E7267"/>
                </a:solidFill>
                <a:latin typeface="Apple SD Gothic Neo"/>
                <a:ea typeface="Apple SD Gothic Neo"/>
                <a:cs typeface="Apple SD Gothic Neo"/>
              </a:defRPr>
            </a:lvl6pPr>
            <a:lvl7pPr>
              <a:defRPr sz="2550" b="1">
                <a:solidFill>
                  <a:srgbClr val="0E7267"/>
                </a:solidFill>
                <a:latin typeface="Apple SD Gothic Neo"/>
                <a:ea typeface="Apple SD Gothic Neo"/>
                <a:cs typeface="Apple SD Gothic Neo"/>
              </a:defRPr>
            </a:lvl7pPr>
            <a:lvl8pPr>
              <a:defRPr sz="2550" b="1">
                <a:solidFill>
                  <a:srgbClr val="0E7267"/>
                </a:solidFill>
                <a:latin typeface="Apple SD Gothic Neo"/>
                <a:ea typeface="Apple SD Gothic Neo"/>
                <a:cs typeface="Apple SD Gothic Neo"/>
              </a:defRPr>
            </a:lvl8pPr>
            <a:lvl9pPr>
              <a:defRPr sz="2550" b="1">
                <a:solidFill>
                  <a:srgbClr val="0E7267"/>
                </a:solidFill>
                <a:latin typeface="Apple SD Gothic Neo"/>
                <a:ea typeface="Apple SD Gothic Neo"/>
                <a:cs typeface="Apple SD Gothic Neo"/>
              </a:defRPr>
            </a:lvl9pPr>
          </a:lstStyle>
          <a:p xmlns:a="http://schemas.openxmlformats.org/drawingml/2006/main">
            <a:pPr>
              <a:defRPr sz="2550" b="1">
                <a:solidFill>
                  <a:srgbClr val="0E7267"/>
                </a:solidFill>
                <a:latin typeface="Apple SD Gothic Neo"/>
                <a:ea typeface="Apple SD Gothic Neo"/>
                <a:cs typeface="Apple SD Gothic Neo"/>
              </a:defRPr>
            </a:pPr>
            <a:r>
              <a:rPr sz="2550" b="1">
                <a:solidFill>
                  <a:srgbClr val="0E7267"/>
                </a:solidFill>
                <a:latin typeface="Apple SD Gothic Neo"/>
                <a:ea typeface="Apple SD Gothic Neo"/>
                <a:cs typeface="Apple SD Gothic Neo"/>
              </a:rPr>
              <a:t>자동 검사: Python 90개 / 화면 처리 5개</a:t>
            </a:r>
          </a:p>
        </p:txBody>
      </p:sp>
      <p:sp>
        <p:nvSpPr>
          <p:cNvPr id="9" name="">
            <a:extLst xmlns:a="http://schemas.openxmlformats.org/drawingml/2006/main">
              <a:ext uri="{FF2B5EF4-FFF2-40B4-BE49-F238E27FC236}">
                <a16:creationId xmlns:a16="http://schemas.microsoft.com/office/drawing/2014/main" id="{7D98720A-1A18-4F57-9B72-21D8557BDBE3}"/>
              </a:ext>
            </a:extLst>
          </p:cNvPr>
          <p:cNvSpPr>
            <a:spLocks xmlns:a="http://schemas.openxmlformats.org/drawingml/2006/main" noGrp="1"/>
          </p:cNvSpPr>
          <p:nvPr/>
        </p:nvSpPr>
        <p:spPr>
          <a:xfrm xmlns:a="http://schemas.openxmlformats.org/drawingml/2006/main">
            <a:off x="609600" y="35147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72B4D"/>
                </a:solidFill>
                <a:latin typeface="Apple SD Gothic Neo"/>
                <a:ea typeface="Apple SD Gothic Neo"/>
                <a:cs typeface="Apple SD Gothic Neo"/>
              </a:defRPr>
            </a:defPPr>
            <a:lvl1pPr>
              <a:defRPr sz="2250" b="1">
                <a:solidFill>
                  <a:srgbClr val="172B4D"/>
                </a:solidFill>
                <a:latin typeface="Apple SD Gothic Neo"/>
                <a:ea typeface="Apple SD Gothic Neo"/>
                <a:cs typeface="Apple SD Gothic Neo"/>
              </a:defRPr>
            </a:lvl1pPr>
            <a:lvl2pPr>
              <a:defRPr sz="2250" b="1">
                <a:solidFill>
                  <a:srgbClr val="172B4D"/>
                </a:solidFill>
                <a:latin typeface="Apple SD Gothic Neo"/>
                <a:ea typeface="Apple SD Gothic Neo"/>
                <a:cs typeface="Apple SD Gothic Neo"/>
              </a:defRPr>
            </a:lvl2pPr>
            <a:lvl3pPr>
              <a:defRPr sz="2250" b="1">
                <a:solidFill>
                  <a:srgbClr val="172B4D"/>
                </a:solidFill>
                <a:latin typeface="Apple SD Gothic Neo"/>
                <a:ea typeface="Apple SD Gothic Neo"/>
                <a:cs typeface="Apple SD Gothic Neo"/>
              </a:defRPr>
            </a:lvl3pPr>
            <a:lvl4pPr>
              <a:defRPr sz="2250" b="1">
                <a:solidFill>
                  <a:srgbClr val="172B4D"/>
                </a:solidFill>
                <a:latin typeface="Apple SD Gothic Neo"/>
                <a:ea typeface="Apple SD Gothic Neo"/>
                <a:cs typeface="Apple SD Gothic Neo"/>
              </a:defRPr>
            </a:lvl4pPr>
            <a:lvl5pPr>
              <a:defRPr sz="2250" b="1">
                <a:solidFill>
                  <a:srgbClr val="172B4D"/>
                </a:solidFill>
                <a:latin typeface="Apple SD Gothic Neo"/>
                <a:ea typeface="Apple SD Gothic Neo"/>
                <a:cs typeface="Apple SD Gothic Neo"/>
              </a:defRPr>
            </a:lvl5pPr>
            <a:lvl6pPr>
              <a:defRPr sz="2250" b="1">
                <a:solidFill>
                  <a:srgbClr val="172B4D"/>
                </a:solidFill>
                <a:latin typeface="Apple SD Gothic Neo"/>
                <a:ea typeface="Apple SD Gothic Neo"/>
                <a:cs typeface="Apple SD Gothic Neo"/>
              </a:defRPr>
            </a:lvl6pPr>
            <a:lvl7pPr>
              <a:defRPr sz="2250" b="1">
                <a:solidFill>
                  <a:srgbClr val="172B4D"/>
                </a:solidFill>
                <a:latin typeface="Apple SD Gothic Neo"/>
                <a:ea typeface="Apple SD Gothic Neo"/>
                <a:cs typeface="Apple SD Gothic Neo"/>
              </a:defRPr>
            </a:lvl7pPr>
            <a:lvl8pPr>
              <a:defRPr sz="2250" b="1">
                <a:solidFill>
                  <a:srgbClr val="172B4D"/>
                </a:solidFill>
                <a:latin typeface="Apple SD Gothic Neo"/>
                <a:ea typeface="Apple SD Gothic Neo"/>
                <a:cs typeface="Apple SD Gothic Neo"/>
              </a:defRPr>
            </a:lvl8pPr>
            <a:lvl9pPr>
              <a:defRPr sz="2250" b="1">
                <a:solidFill>
                  <a:srgbClr val="172B4D"/>
                </a:solidFill>
                <a:latin typeface="Apple SD Gothic Neo"/>
                <a:ea typeface="Apple SD Gothic Neo"/>
                <a:cs typeface="Apple SD Gothic Neo"/>
              </a:defRPr>
            </a:lvl9pPr>
          </a:lstStyle>
          <a:p xmlns:a="http://schemas.openxmlformats.org/drawingml/2006/main">
            <a:pPr>
              <a:defRPr sz="2250" b="1">
                <a:solidFill>
                  <a:srgbClr val="172B4D"/>
                </a:solidFill>
                <a:latin typeface="Apple SD Gothic Neo"/>
                <a:ea typeface="Apple SD Gothic Neo"/>
                <a:cs typeface="Apple SD Gothic Neo"/>
              </a:defRPr>
            </a:pPr>
            <a:r>
              <a:rPr sz="2250" b="1">
                <a:solidFill>
                  <a:srgbClr val="172B4D"/>
                </a:solidFill>
                <a:latin typeface="Apple SD Gothic Neo"/>
                <a:ea typeface="Apple SD Gothic Neo"/>
                <a:cs typeface="Apple SD Gothic Neo"/>
              </a:rPr>
              <a:t>실제 API: 동일 입력 66건과 별도 기능 10건</a:t>
            </a:r>
          </a:p>
        </p:txBody>
      </p:sp>
      <p:sp>
        <p:nvSpPr>
          <p:cNvPr id="10" name="">
            <a:extLst xmlns:a="http://schemas.openxmlformats.org/drawingml/2006/main">
              <a:ext uri="{FF2B5EF4-FFF2-40B4-BE49-F238E27FC236}">
                <a16:creationId xmlns:a16="http://schemas.microsoft.com/office/drawing/2014/main" id="{2CC32EE7-A919-4C75-BD65-9119ADDF81E6}"/>
              </a:ext>
            </a:extLst>
          </p:cNvPr>
          <p:cNvSpPr>
            <a:spLocks xmlns:a="http://schemas.openxmlformats.org/drawingml/2006/main" noGrp="1"/>
          </p:cNvSpPr>
          <p:nvPr/>
        </p:nvSpPr>
        <p:spPr>
          <a:xfrm xmlns:a="http://schemas.openxmlformats.org/drawingml/2006/main">
            <a:off x="609600" y="41529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253650"/>
                </a:solidFill>
                <a:latin typeface="Apple SD Gothic Neo"/>
                <a:ea typeface="Apple SD Gothic Neo"/>
                <a:cs typeface="Apple SD Gothic Neo"/>
              </a:defRPr>
            </a:defPPr>
            <a:lvl1pPr>
              <a:defRPr sz="1950" b="0">
                <a:solidFill>
                  <a:srgbClr val="253650"/>
                </a:solidFill>
                <a:latin typeface="Apple SD Gothic Neo"/>
                <a:ea typeface="Apple SD Gothic Neo"/>
                <a:cs typeface="Apple SD Gothic Neo"/>
              </a:defRPr>
            </a:lvl1pPr>
            <a:lvl2pPr>
              <a:defRPr sz="1950" b="0">
                <a:solidFill>
                  <a:srgbClr val="253650"/>
                </a:solidFill>
                <a:latin typeface="Apple SD Gothic Neo"/>
                <a:ea typeface="Apple SD Gothic Neo"/>
                <a:cs typeface="Apple SD Gothic Neo"/>
              </a:defRPr>
            </a:lvl2pPr>
            <a:lvl3pPr>
              <a:defRPr sz="1950" b="0">
                <a:solidFill>
                  <a:srgbClr val="253650"/>
                </a:solidFill>
                <a:latin typeface="Apple SD Gothic Neo"/>
                <a:ea typeface="Apple SD Gothic Neo"/>
                <a:cs typeface="Apple SD Gothic Neo"/>
              </a:defRPr>
            </a:lvl3pPr>
            <a:lvl4pPr>
              <a:defRPr sz="1950" b="0">
                <a:solidFill>
                  <a:srgbClr val="253650"/>
                </a:solidFill>
                <a:latin typeface="Apple SD Gothic Neo"/>
                <a:ea typeface="Apple SD Gothic Neo"/>
                <a:cs typeface="Apple SD Gothic Neo"/>
              </a:defRPr>
            </a:lvl4pPr>
            <a:lvl5pPr>
              <a:defRPr sz="1950" b="0">
                <a:solidFill>
                  <a:srgbClr val="253650"/>
                </a:solidFill>
                <a:latin typeface="Apple SD Gothic Neo"/>
                <a:ea typeface="Apple SD Gothic Neo"/>
                <a:cs typeface="Apple SD Gothic Neo"/>
              </a:defRPr>
            </a:lvl5pPr>
            <a:lvl6pPr>
              <a:defRPr sz="1950" b="0">
                <a:solidFill>
                  <a:srgbClr val="253650"/>
                </a:solidFill>
                <a:latin typeface="Apple SD Gothic Neo"/>
                <a:ea typeface="Apple SD Gothic Neo"/>
                <a:cs typeface="Apple SD Gothic Neo"/>
              </a:defRPr>
            </a:lvl6pPr>
            <a:lvl7pPr>
              <a:defRPr sz="1950" b="0">
                <a:solidFill>
                  <a:srgbClr val="253650"/>
                </a:solidFill>
                <a:latin typeface="Apple SD Gothic Neo"/>
                <a:ea typeface="Apple SD Gothic Neo"/>
                <a:cs typeface="Apple SD Gothic Neo"/>
              </a:defRPr>
            </a:lvl7pPr>
            <a:lvl8pPr>
              <a:defRPr sz="1950" b="0">
                <a:solidFill>
                  <a:srgbClr val="253650"/>
                </a:solidFill>
                <a:latin typeface="Apple SD Gothic Neo"/>
                <a:ea typeface="Apple SD Gothic Neo"/>
                <a:cs typeface="Apple SD Gothic Neo"/>
              </a:defRPr>
            </a:lvl8pPr>
            <a:lvl9pPr>
              <a:defRPr sz="1950" b="0">
                <a:solidFill>
                  <a:srgbClr val="253650"/>
                </a:solidFill>
                <a:latin typeface="Apple SD Gothic Neo"/>
                <a:ea typeface="Apple SD Gothic Neo"/>
                <a:cs typeface="Apple SD Gothic Neo"/>
              </a:defRPr>
            </a:lvl9pPr>
          </a:lstStyle>
          <a:p xmlns:a="http://schemas.openxmlformats.org/drawingml/2006/main">
            <a:pPr>
              <a:defRPr sz="1950" b="0">
                <a:solidFill>
                  <a:srgbClr val="253650"/>
                </a:solidFill>
                <a:latin typeface="Apple SD Gothic Neo"/>
                <a:ea typeface="Apple SD Gothic Neo"/>
                <a:cs typeface="Apple SD Gothic Neo"/>
              </a:defRPr>
            </a:pPr>
            <a:r>
              <a:rPr sz="1950" b="0">
                <a:solidFill>
                  <a:srgbClr val="253650"/>
                </a:solidFill>
                <a:latin typeface="Apple SD Gothic Neo"/>
                <a:ea typeface="Apple SD Gothic Neo"/>
                <a:cs typeface="Apple SD Gothic Neo"/>
              </a:rPr>
              <a:t>LangSmith 추적, 제공자 usage, 원문·샘플·소스 해시를 대조합니다.</a:t>
            </a:r>
          </a:p>
        </p:txBody>
      </p:sp>
      <p:sp>
        <p:nvSpPr>
          <p:cNvPr id="11" name="">
            <a:extLst xmlns:a="http://schemas.openxmlformats.org/drawingml/2006/main">
              <a:ext uri="{FF2B5EF4-FFF2-40B4-BE49-F238E27FC236}">
                <a16:creationId xmlns:a16="http://schemas.microsoft.com/office/drawing/2014/main" id="{3C5A4584-B405-415C-8C71-23E066268FE4}"/>
              </a:ext>
            </a:extLst>
          </p:cNvPr>
          <p:cNvSpPr>
            <a:spLocks xmlns:a="http://schemas.openxmlformats.org/drawingml/2006/main" noGrp="1"/>
          </p:cNvSpPr>
          <p:nvPr/>
        </p:nvSpPr>
        <p:spPr>
          <a:xfrm xmlns:a="http://schemas.openxmlformats.org/drawingml/2006/main">
            <a:off x="609600" y="529590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235ECB"/>
                </a:solidFill>
                <a:latin typeface="Apple SD Gothic Neo"/>
                <a:ea typeface="Apple SD Gothic Neo"/>
                <a:cs typeface="Apple SD Gothic Neo"/>
              </a:defRPr>
            </a:defPPr>
            <a:lvl1pPr>
              <a:defRPr sz="1875" b="1">
                <a:solidFill>
                  <a:srgbClr val="235ECB"/>
                </a:solidFill>
                <a:latin typeface="Apple SD Gothic Neo"/>
                <a:ea typeface="Apple SD Gothic Neo"/>
                <a:cs typeface="Apple SD Gothic Neo"/>
              </a:defRPr>
            </a:lvl1pPr>
            <a:lvl2pPr>
              <a:defRPr sz="1875" b="1">
                <a:solidFill>
                  <a:srgbClr val="235ECB"/>
                </a:solidFill>
                <a:latin typeface="Apple SD Gothic Neo"/>
                <a:ea typeface="Apple SD Gothic Neo"/>
                <a:cs typeface="Apple SD Gothic Neo"/>
              </a:defRPr>
            </a:lvl2pPr>
            <a:lvl3pPr>
              <a:defRPr sz="1875" b="1">
                <a:solidFill>
                  <a:srgbClr val="235ECB"/>
                </a:solidFill>
                <a:latin typeface="Apple SD Gothic Neo"/>
                <a:ea typeface="Apple SD Gothic Neo"/>
                <a:cs typeface="Apple SD Gothic Neo"/>
              </a:defRPr>
            </a:lvl3pPr>
            <a:lvl4pPr>
              <a:defRPr sz="1875" b="1">
                <a:solidFill>
                  <a:srgbClr val="235ECB"/>
                </a:solidFill>
                <a:latin typeface="Apple SD Gothic Neo"/>
                <a:ea typeface="Apple SD Gothic Neo"/>
                <a:cs typeface="Apple SD Gothic Neo"/>
              </a:defRPr>
            </a:lvl4pPr>
            <a:lvl5pPr>
              <a:defRPr sz="1875" b="1">
                <a:solidFill>
                  <a:srgbClr val="235ECB"/>
                </a:solidFill>
                <a:latin typeface="Apple SD Gothic Neo"/>
                <a:ea typeface="Apple SD Gothic Neo"/>
                <a:cs typeface="Apple SD Gothic Neo"/>
              </a:defRPr>
            </a:lvl5pPr>
            <a:lvl6pPr>
              <a:defRPr sz="1875" b="1">
                <a:solidFill>
                  <a:srgbClr val="235ECB"/>
                </a:solidFill>
                <a:latin typeface="Apple SD Gothic Neo"/>
                <a:ea typeface="Apple SD Gothic Neo"/>
                <a:cs typeface="Apple SD Gothic Neo"/>
              </a:defRPr>
            </a:lvl6pPr>
            <a:lvl7pPr>
              <a:defRPr sz="1875" b="1">
                <a:solidFill>
                  <a:srgbClr val="235ECB"/>
                </a:solidFill>
                <a:latin typeface="Apple SD Gothic Neo"/>
                <a:ea typeface="Apple SD Gothic Neo"/>
                <a:cs typeface="Apple SD Gothic Neo"/>
              </a:defRPr>
            </a:lvl7pPr>
            <a:lvl8pPr>
              <a:defRPr sz="1875" b="1">
                <a:solidFill>
                  <a:srgbClr val="235ECB"/>
                </a:solidFill>
                <a:latin typeface="Apple SD Gothic Neo"/>
                <a:ea typeface="Apple SD Gothic Neo"/>
                <a:cs typeface="Apple SD Gothic Neo"/>
              </a:defRPr>
            </a:lvl8pPr>
            <a:lvl9pPr>
              <a:defRPr sz="1875" b="1">
                <a:solidFill>
                  <a:srgbClr val="235ECB"/>
                </a:solidFill>
                <a:latin typeface="Apple SD Gothic Neo"/>
                <a:ea typeface="Apple SD Gothic Neo"/>
                <a:cs typeface="Apple SD Gothic Neo"/>
              </a:defRPr>
            </a:lvl9pPr>
          </a:lstStyle>
          <a:p xmlns:a="http://schemas.openxmlformats.org/drawingml/2006/main">
            <a:pPr>
              <a:defRPr sz="1875" b="1">
                <a:solidFill>
                  <a:srgbClr val="235ECB"/>
                </a:solidFill>
                <a:latin typeface="Apple SD Gothic Neo"/>
                <a:ea typeface="Apple SD Gothic Neo"/>
                <a:cs typeface="Apple SD Gothic Neo"/>
              </a:defRPr>
            </a:pPr>
            <a:r>
              <a:rPr sz="1875" b="1">
                <a:solidFill>
                  <a:srgbClr val="235ECB"/>
                </a:solidFill>
                <a:latin typeface="Apple SD Gothic Neo"/>
                <a:ea typeface="Apple SD Gothic Neo"/>
                <a:cs typeface="Apple SD Gothic Neo"/>
              </a:rPr>
              <a:t>다음 단계: 독립 정답 채점, 지원하지 않는 서비스 처리, 검색 입력 예산</a:t>
            </a:r>
          </a:p>
        </p:txBody>
      </p:sp>
    </p:spTree>
    <p:extLst>
      <p:ext uri="{BB962C8B-B14F-4D97-AF65-F5344CB8AC3E}">
        <p14:creationId xmlns:p14="http://schemas.microsoft.com/office/powerpoint/2010/main" val="195380498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2026-10-21T04:06:23.9180000Z</dcterms:created>
  <dcterms:modified xsi:type="dcterms:W3CDTF">2026-10-21T04:06:23.9180000Z</dcterms:modified>
</coreProperties>
</file>