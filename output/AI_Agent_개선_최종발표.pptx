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4da35a236724a47" /><Relationship Type="http://schemas.openxmlformats.org/officeDocument/2006/relationships/extended-properties" Target="/docProps/app.xml" Id="R17d081dee45b4e07" /><Relationship Type="http://schemas.openxmlformats.org/officeDocument/2006/relationships/officeDocument" Target="/ppt/presentation.xml" Id="R51d15c60ffe94d02" /></Relationships>
</file>

<file path=ppt/presentation.xml><?xml version="1.0" encoding="utf-8"?>
<p:presentation xmlns:p="http://schemas.openxmlformats.org/presentationml/2006/main">
  <p:sldMasterIdLst>
    <p:sldMasterId xmlns:r="http://schemas.openxmlformats.org/officeDocument/2006/relationships" id="2147483648" r:id="R02c64f3a22a546f9"/>
  </p:sldMasterIdLst>
  <p:notesMasterIdLst>
    <p:notesMasterId xmlns:r="http://schemas.openxmlformats.org/officeDocument/2006/relationships" r:id="R035d1405fc1346d1"/>
  </p:notesMasterIdLst>
  <p:sldIdLst>
    <p:sldId xmlns:r="http://schemas.openxmlformats.org/officeDocument/2006/relationships" id="256" r:id="R5c9d8e1cdae94a1c"/>
    <p:sldId xmlns:r="http://schemas.openxmlformats.org/officeDocument/2006/relationships" id="257" r:id="R951b0acf70174bc8"/>
    <p:sldId xmlns:r="http://schemas.openxmlformats.org/officeDocument/2006/relationships" id="258" r:id="R6efa406728f94419"/>
    <p:sldId xmlns:r="http://schemas.openxmlformats.org/officeDocument/2006/relationships" id="259" r:id="R290f796467cd4224"/>
    <p:sldId xmlns:r="http://schemas.openxmlformats.org/officeDocument/2006/relationships" id="260" r:id="Ra25f253bff344c40"/>
    <p:sldId xmlns:r="http://schemas.openxmlformats.org/officeDocument/2006/relationships" id="261" r:id="Rd4eefa48b6b84984"/>
    <p:sldId xmlns:r="http://schemas.openxmlformats.org/officeDocument/2006/relationships" id="262" r:id="R5435dba9ccca4876"/>
    <p:sldId xmlns:r="http://schemas.openxmlformats.org/officeDocument/2006/relationships" id="263" r:id="Rff6e57bcc55741c4"/>
    <p:sldId xmlns:r="http://schemas.openxmlformats.org/officeDocument/2006/relationships" id="264" r:id="Rc43796e217cb4e7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b6633b2d3b24a67" /><Relationship Type="http://schemas.openxmlformats.org/officeDocument/2006/relationships/slideMaster" Target="/ppt/slideMasters/slideMaster1.xml" Id="R02c64f3a22a546f9" /><Relationship Type="http://schemas.openxmlformats.org/officeDocument/2006/relationships/notesMaster" Target="/ppt/notesMasters/notesMaster1.xml" Id="R035d1405fc1346d1" /><Relationship Type="http://schemas.openxmlformats.org/officeDocument/2006/relationships/presProps" Target="/ppt/presProps.xml" Id="R29cd85e295ff46e1" /><Relationship Type="http://schemas.openxmlformats.org/officeDocument/2006/relationships/tableStyles" Target="/ppt/tableStyles.xml" Id="R7d1498736c8f4157" /><Relationship Type="http://schemas.openxmlformats.org/officeDocument/2006/relationships/slide" Target="/ppt/slides/slide1.xml" Id="R5c9d8e1cdae94a1c" /><Relationship Type="http://schemas.openxmlformats.org/officeDocument/2006/relationships/slide" Target="/ppt/slides/slide2.xml" Id="R951b0acf70174bc8" /><Relationship Type="http://schemas.openxmlformats.org/officeDocument/2006/relationships/slide" Target="/ppt/slides/slide3.xml" Id="R6efa406728f94419" /><Relationship Type="http://schemas.openxmlformats.org/officeDocument/2006/relationships/slide" Target="/ppt/slides/slide4.xml" Id="R290f796467cd4224" /><Relationship Type="http://schemas.openxmlformats.org/officeDocument/2006/relationships/slide" Target="/ppt/slides/slide5.xml" Id="Ra25f253bff344c40" /><Relationship Type="http://schemas.openxmlformats.org/officeDocument/2006/relationships/slide" Target="/ppt/slides/slide6.xml" Id="Rd4eefa48b6b84984" /><Relationship Type="http://schemas.openxmlformats.org/officeDocument/2006/relationships/slide" Target="/ppt/slides/slide7.xml" Id="R5435dba9ccca4876" /><Relationship Type="http://schemas.openxmlformats.org/officeDocument/2006/relationships/slide" Target="/ppt/slides/slide8.xml" Id="Rff6e57bcc55741c4" /><Relationship Type="http://schemas.openxmlformats.org/officeDocument/2006/relationships/slide" Target="/ppt/slides/slide9.xml" Id="Rc43796e217cb4e7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47318dd65c745b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ple SD Gothic Neo"/>
        <a:ea typeface=""/>
        <a:cs typeface=""/>
      </a:majorFont>
      <a:minorFont>
        <a:latin typeface="Apple SD Gothic Neo"/>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9ee990fc2d74f5a" /><Relationship Type="http://schemas.openxmlformats.org/officeDocument/2006/relationships/notesMaster" Target="/ppt/notesMasters/notesMaster1.xml" Id="Rc08bf1ac177f410b" /></Relationships>
</file>

<file path=ppt/notesSlides/_rels/notesSlide2.xml.rels>&#65279;<?xml version="1.0" encoding="utf-8"?><Relationships xmlns="http://schemas.openxmlformats.org/package/2006/relationships"><Relationship Type="http://schemas.openxmlformats.org/officeDocument/2006/relationships/slide" Target="/ppt/slides/slide2.xml" Id="R9e7f75cbe3cc4003" /><Relationship Type="http://schemas.openxmlformats.org/officeDocument/2006/relationships/notesMaster" Target="/ppt/notesMasters/notesMaster1.xml" Id="Rb40830befe064e14" /></Relationships>
</file>

<file path=ppt/notesSlides/_rels/notesSlide3.xml.rels>&#65279;<?xml version="1.0" encoding="utf-8"?><Relationships xmlns="http://schemas.openxmlformats.org/package/2006/relationships"><Relationship Type="http://schemas.openxmlformats.org/officeDocument/2006/relationships/slide" Target="/ppt/slides/slide3.xml" Id="Re37b2c739db646cf" /><Relationship Type="http://schemas.openxmlformats.org/officeDocument/2006/relationships/notesMaster" Target="/ppt/notesMasters/notesMaster1.xml" Id="R8480bd416e4b4500" /></Relationships>
</file>

<file path=ppt/notesSlides/_rels/notesSlide4.xml.rels>&#65279;<?xml version="1.0" encoding="utf-8"?><Relationships xmlns="http://schemas.openxmlformats.org/package/2006/relationships"><Relationship Type="http://schemas.openxmlformats.org/officeDocument/2006/relationships/slide" Target="/ppt/slides/slide4.xml" Id="R65627f0e5ffe431d" /><Relationship Type="http://schemas.openxmlformats.org/officeDocument/2006/relationships/notesMaster" Target="/ppt/notesMasters/notesMaster1.xml" Id="R91e76b3726d1412a" /></Relationships>
</file>

<file path=ppt/notesSlides/_rels/notesSlide5.xml.rels>&#65279;<?xml version="1.0" encoding="utf-8"?><Relationships xmlns="http://schemas.openxmlformats.org/package/2006/relationships"><Relationship Type="http://schemas.openxmlformats.org/officeDocument/2006/relationships/slide" Target="/ppt/slides/slide5.xml" Id="R76ea6089acf6476f" /><Relationship Type="http://schemas.openxmlformats.org/officeDocument/2006/relationships/notesMaster" Target="/ppt/notesMasters/notesMaster1.xml" Id="R26acc29e29ee499c" /></Relationships>
</file>

<file path=ppt/notesSlides/_rels/notesSlide6.xml.rels>&#65279;<?xml version="1.0" encoding="utf-8"?><Relationships xmlns="http://schemas.openxmlformats.org/package/2006/relationships"><Relationship Type="http://schemas.openxmlformats.org/officeDocument/2006/relationships/slide" Target="/ppt/slides/slide6.xml" Id="R411f530552334e3b" /><Relationship Type="http://schemas.openxmlformats.org/officeDocument/2006/relationships/notesMaster" Target="/ppt/notesMasters/notesMaster1.xml" Id="R8878328b67d34d5a" /></Relationships>
</file>

<file path=ppt/notesSlides/_rels/notesSlide7.xml.rels>&#65279;<?xml version="1.0" encoding="utf-8"?><Relationships xmlns="http://schemas.openxmlformats.org/package/2006/relationships"><Relationship Type="http://schemas.openxmlformats.org/officeDocument/2006/relationships/slide" Target="/ppt/slides/slide7.xml" Id="Rec27627a14c5458d" /><Relationship Type="http://schemas.openxmlformats.org/officeDocument/2006/relationships/notesMaster" Target="/ppt/notesMasters/notesMaster1.xml" Id="Rf6bda0fcba084076" /></Relationships>
</file>

<file path=ppt/notesSlides/_rels/notesSlide8.xml.rels>&#65279;<?xml version="1.0" encoding="utf-8"?><Relationships xmlns="http://schemas.openxmlformats.org/package/2006/relationships"><Relationship Type="http://schemas.openxmlformats.org/officeDocument/2006/relationships/slide" Target="/ppt/slides/slide8.xml" Id="R62f487d66b1e4533" /><Relationship Type="http://schemas.openxmlformats.org/officeDocument/2006/relationships/notesMaster" Target="/ppt/notesMasters/notesMaster1.xml" Id="Ra490a09c14904320" /></Relationships>
</file>

<file path=ppt/notesSlides/_rels/notesSlide9.xml.rels>&#65279;<?xml version="1.0" encoding="utf-8"?><Relationships xmlns="http://schemas.openxmlformats.org/package/2006/relationships"><Relationship Type="http://schemas.openxmlformats.org/officeDocument/2006/relationships/slide" Target="/ppt/slides/slide9.xml" Id="Rbde2a5eadf864546" /><Relationship Type="http://schemas.openxmlformats.org/officeDocument/2006/relationships/notesMaster" Target="/ppt/notesMasters/notesMaster1.xml" Id="R6e2e7d631471401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안녕하세요. 이정인입니다. 기존 과제와 최종 개선본을 비교하겠습니다. 원본에도 질문 분류, 복수 서비스 계획, MCP 조회와 런북 기반 작성, 대화 저장이 있었습니다. 이 기반은 유지하고 요청 누락, 런북 선택, 답변 검수를 보완했습니다. 비교 대상은 원본 0d8405e와 최종 제품 69d58eb입니다. 오늘 수치는 실제 운영 장애가 아니라 고정한 수업용 샘플입니다.</a:t>
            </a:r>
          </a:p>
          <a:p xmlns:a="http://schemas.openxmlformats.org/drawingml/2006/main">
            <a:r>
              <a:t/>
            </a:r>
          </a:p>
          <a:p xmlns:a="http://schemas.openxmlformats.org/drawingml/2006/main">
            <a:r>
              <a:t>[근거]</a:t>
            </a:r>
          </a:p>
          <a:p xmlns:a="http://schemas.openxmlformats.org/drawingml/2006/main">
            <a:r>
              <a:t>원본: 기존과제자료_백업_20261020/agent/graph.py, server.py. 최종: agent/graph.py. 제품 소스 69d58eb.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원본에서 보완할 점은 세 가지입니다. 먼저 복수 서비스 계획과 이름 보정은 있었지만, 하나의 대상만 계획되면 나머지를 모두 복구하는 검사는 없었습니다. 둘째, 런북은 알림의 첫 일치 키워드 유형으로 골랐기 때문에 복합 증상을 충분히 담지 못할 수 있었습니다. 셋째, 답변은 글자 수와 번호를 검사했습니다. 세 번째 실패는 강제 통과했습니다. 이 설명은 코드에서 확인한 동작과 가능한 한계이며 모든 입력이 실제 실패했다는 뜻은 아닙니다.</a:t>
            </a:r>
          </a:p>
          <a:p xmlns:a="http://schemas.openxmlformats.org/drawingml/2006/main">
            <a:r>
              <a:t/>
            </a:r>
          </a:p>
          <a:p xmlns:a="http://schemas.openxmlformats.org/drawingml/2006/main">
            <a:r>
              <a:t>[근거]</a:t>
            </a:r>
          </a:p>
          <a:p xmlns:a="http://schemas.openxmlformats.org/drawingml/2006/main">
            <a:r>
              <a:t>원본: agent/openai_llm.py OpenAIFastLLM.plan()의 if not seen; graph.py _classify_incident_type(), validate_node(). 원본 소스 0d8405e.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FastAPI lifespan, MCP, 의존성 주입, SQLite 세션, LangGraph와 LangSmith를 재사용했습니다. MCP 클라이언트와 일시 오류 재시도 모듈은 원본과 파일 내용도 같습니다. 최종본은 대상 연결, 요청 범위 대조, RAG, 근거·조건 검수와 별도 Reviewer를 기존 흐름에 연결합니다. AI와 코드의 역할 분리도 원본 게이트에 이미 있었고, 최종본은 모델이 선택하는 범위와 코드가 검사하는 계약을 더 구체화했습니다.</a:t>
            </a:r>
          </a:p>
          <a:p xmlns:a="http://schemas.openxmlformats.org/drawingml/2006/main">
            <a:r>
              <a:t/>
            </a:r>
          </a:p>
          <a:p xmlns:a="http://schemas.openxmlformats.org/drawingml/2006/main">
            <a:r>
              <a:t>[근거]</a:t>
            </a:r>
          </a:p>
          <a:p xmlns:a="http://schemas.openxmlformats.org/drawingml/2006/main">
            <a:r>
              <a:t>원본·최종: agent/mcp_client.py, retry.py 내용 동일. server.py lifespan(), agent/deps.py SupervisorDeps.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원본도 MCP로 런북을 읽고 Writer에게 전달했습니다. 달라진 부분은 선택 방법입니다. 원본은 알림 문자열의 키워드를 순서대로 검사해 첫 장애 유형 하나를 고르고, 일치하지 않으면 db-down으로 대체합니다. 최종본은 서비스별 알림과 질문을 각각 검색하고, 관련성 판정과 인용 검사를 거쳐 원문을 읽습니다. 최종본 F08에서는 세 서비스를 조회하고 CPU, 메모리, 디스크 런북을 확보했습니다. 이 입력의 원본 결과를 함께 측정하지는 않았으므로 검색 정답률이 높아졌다는 수치로 쓰지 않습니다.</a:t>
            </a:r>
          </a:p>
          <a:p xmlns:a="http://schemas.openxmlformats.org/drawingml/2006/main">
            <a:r>
              <a:t/>
            </a:r>
          </a:p>
          <a:p xmlns:a="http://schemas.openxmlformats.org/drawingml/2006/main">
            <a:r>
              <a:t>[근거]</a:t>
            </a:r>
          </a:p>
          <a:p xmlns:a="http://schemas.openxmlformats.org/drawingml/2006/main">
            <a:r>
              <a:t>원본 graph.py _classify_incident_type(), replan_check_node(). 최종 runbook_retriever.py search(), relevance.py, graph.py retrieve_runbooks_node(). 실제 F08: doc/final_execution_examples.json.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대화 저장과 이름 기억도 원본에 있었습니다. 다만 이전 대화는 일반 대화 경로에 전달하고, 운영 분류와 계획은 현재 질문을 사용했습니다. 최종본은 최근 사용자 메시지의 서비스 이름을 그 서비스 같은 후속 질문에 연결합니다. 이름만 가져오고 이전 측정값은 사용하지 않습니다. 대상이 모호하면 되묻고 확인되면 새로 조회합니다. 화면은 요청 ID로 늦게 도착한 이벤트를 거르고, 실패 초안을 성공 답변으로 저장하지 않습니다. 모든 대명사를 이해하는 기능은 아니며 제한된 표현과 최근 열 개 메시지 범위입니다.</a:t>
            </a:r>
          </a:p>
          <a:p xmlns:a="http://schemas.openxmlformats.org/drawingml/2006/main">
            <a:r>
              <a:t/>
            </a:r>
          </a:p>
          <a:p xmlns:a="http://schemas.openxmlformats.org/drawingml/2006/main">
            <a:r>
              <a:t>[근거]</a:t>
            </a:r>
          </a:p>
          <a:p xmlns:a="http://schemas.openxmlformats.org/drawingml/2006/main">
            <a:r>
              <a:t>원본 server.py _handle_chat(), graph.py route_node(), chat_answer_node(). 최종 request_context.py resolve_followup(), request_ui.js accepts(), session_store.py append_turn().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Writer는 모니터링, 런북, 분석 결과로 자유로운 문장을 작성했습니다. 최종 OpenAI Writer는 허용된 절차와 가설 ID만 선택하고 Python이 사실과 조건, 출처를 붙입니다. Validator는 수치와 대상, ID, 조건을 검사합니다. 복잡한 요청에는 별도 Reviewer가 누락과 관련성을 읽습니다. 원본에도 최대 세 번의 작성 제한은 있었습니다. 달라진 정책은 한도에 도달해도 강제 합격하지 않는다는 점입니다. Reviewer는 최대 두 번이고 수정 답변도 코드 검사를 다시 받습니다. AI Reviewer는 사람 승인이 아닙니다.</a:t>
            </a:r>
          </a:p>
          <a:p xmlns:a="http://schemas.openxmlformats.org/drawingml/2006/main">
            <a:r>
              <a:t/>
            </a:r>
          </a:p>
          <a:p xmlns:a="http://schemas.openxmlformats.org/drawingml/2006/main">
            <a:r>
              <a:t>[근거]</a:t>
            </a:r>
          </a:p>
          <a:p xmlns:a="http://schemas.openxmlformats.org/drawingml/2006/main">
            <a:r>
              <a:t>원본 graph.py write_node(), validate_node(). 최종 report_selection.py, validator.py, semantic_review.py, graph.py review_node(), _after_validate(), _after_review(). AI Agent 교재 p.108·116~118은 역할 분리·검토의 개념 근거이며 현재 필드·횟수는 프로젝트 선택.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 열한 입력을 세 번씩 실행해 원본과 최종본 각각 서른세 건을 비교했습니다. 평균 처리시간은 4.207초에서 3.246초, 모델 총 토큰은 29,671개에서 74,252개였습니다. 토큰에는 Reviewer를 포함합니다. 검색 준비 여덟 건과 최종본 추가 기능 열 건은 따로 기록했습니다. 조회 대상 정책 일치는 양쪽 모두 스물네 건 중 스물네 건이므로 이번 실행에서 조회 정확도가 개선됐다고 주장하지 않습니다. 여기에 billing-service의 기존 auth-service 대체 정책도 포함됩니다. 처리 완료와 검수 승인은 답변 정답률과 다릅니다.</a:t>
            </a:r>
          </a:p>
          <a:p xmlns:a="http://schemas.openxmlformats.org/drawingml/2006/main">
            <a:r>
              <a:t/>
            </a:r>
          </a:p>
          <a:p xmlns:a="http://schemas.openxmlformats.org/drawingml/2006/main">
            <a:r>
              <a:t>[근거]</a:t>
            </a:r>
          </a:p>
          <a:p xmlns:a="http://schemas.openxmlformats.org/drawingml/2006/main">
            <a:r>
              <a:t>doc/final_measurement_summary.json, final_comparison.csv. 고정 수업 샘플, 원본·최종 각 33건, warm cache. actual invoice와 independent semantic accuracy는 미측정.</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 구조에는 비용과 적용 범위의 한계가 있습니다. 짧은 ID 출력으로 생성량을 줄일 수 있어도, 근거와 조건, Reviewer 입력이 늘면 전체 토큰은 증가합니다. 여러 변경을 함께 비교했으므로 각 변경의 시간 기여를 분리하지는 못했습니다. 현재 여섯 런북을 전체 후보로 주므로 문서가 늘면 입력 예산을 정해야 합니다. 시계열과 배포 이력, 실제 호출 관계가 없어 원인을 확정할 수 없습니다. 미지원 서비스 대체 정책과 제한된 지시 표현도 개선 과제로 남습니다.</a:t>
            </a:r>
          </a:p>
          <a:p xmlns:a="http://schemas.openxmlformats.org/drawingml/2006/main">
            <a:r>
              <a:t/>
            </a:r>
          </a:p>
          <a:p xmlns:a="http://schemas.openxmlformats.org/drawingml/2006/main">
            <a:r>
              <a:t>[근거]</a:t>
            </a:r>
          </a:p>
          <a:p xmlns:a="http://schemas.openxmlformats.org/drawingml/2006/main">
            <a:r>
              <a:t>doc/final_review.md, original_final_feature_audit.md, final_measurement_summary.json. 실제 조치·HITL·실서비스 원인 확정은 미구현.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마지막으로 원본 기능을 열아홉 항목으로 대조하고 코드 구절과 줄 번호를 연결했습니다. 최종 제품은 Python 아흔 개와 화면 처리 다섯 개 검사를 통과했고, 같은 입력 예순여섯 건과 최종본 추가 기능 열 건을 확인했습니다. 준비 실행을 포함한 LangSmith 그래프 여든네 건도 재조회했습니다. 이번 설명 수정에서는 운영 코드와 측정값을 바꾸지 않았습니다. 다음은 독립적인 답변 의미 평가, 미지원 서비스 안내와 검색 입력 예산을 개선하는 것입니다. 감사합니다.</a:t>
            </a:r>
          </a:p>
          <a:p xmlns:a="http://schemas.openxmlformats.org/drawingml/2006/main">
            <a:r>
              <a:t/>
            </a:r>
          </a:p>
          <a:p xmlns:a="http://schemas.openxmlformats.org/drawingml/2006/main">
            <a:r>
              <a:t>[근거]</a:t>
            </a:r>
          </a:p>
          <a:p xmlns:a="http://schemas.openxmlformats.org/drawingml/2006/main">
            <a:r>
              <a:t>doc/original_final_feature_audit.json 19개 근거, final_verification.json, final_measurement_summary.json. 실제 발표·PowerPoint 앱 실행은 미확인.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85ff7f7847c47c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b6b265d9b82427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ae2d3af7e95444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b7fa4e0701e4f1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8106f92e3d84e5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15ed1170a8f46b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778FEFF-4EC4-4827-B472-CCDBE029C62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399946C-6488-4319-B267-41BE48A8971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521D191-0473-43F9-891E-FEAA42CC8AF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A2CD9F4-42CD-4554-9910-50538D752B3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1EC994C-3633-4BA4-B2B8-F5841DD025C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DE32479-4520-4E2C-A219-ADFB7CE1A49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3441081-8963-45EA-B14A-CD8A75B235C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35C3972-952A-4A18-8884-035E432C0BF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28EC34A-F483-49EA-88BE-44E4F9F5C0C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32BD1C0-1159-4B3A-ADB1-FA211BB0984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02ed58717a648ab" /><Relationship Type="http://schemas.openxmlformats.org/officeDocument/2006/relationships/slideLayout" Target="/ppt/slideLayouts/slideLayout1.xml" Id="R50846da33a6c4c30" /><Relationship Type="http://schemas.openxmlformats.org/officeDocument/2006/relationships/slideLayout" Target="/ppt/slideLayouts/slideLayout2.xml" Id="R6fded8a688364d86" /><Relationship Type="http://schemas.openxmlformats.org/officeDocument/2006/relationships/slideLayout" Target="/ppt/slideLayouts/slideLayout3.xml" Id="R4784eee03b094095" /><Relationship Type="http://schemas.openxmlformats.org/officeDocument/2006/relationships/slideLayout" Target="/ppt/slideLayouts/slideLayout4.xml" Id="R8440db8291c343b1" /><Relationship Type="http://schemas.openxmlformats.org/officeDocument/2006/relationships/slideLayout" Target="/ppt/slideLayouts/slideLayout5.xml" Id="R0d5582aff81a42cd" /><Relationship Type="http://schemas.openxmlformats.org/officeDocument/2006/relationships/slideLayout" Target="/ppt/slideLayouts/slideLayout6.xml" Id="R6fcf17e2c24542b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0846da33a6c4c30"/>
    <p:sldLayoutId xmlns:r="http://schemas.openxmlformats.org/officeDocument/2006/relationships" id="2147483650" r:id="R6fded8a688364d86"/>
    <p:sldLayoutId xmlns:r="http://schemas.openxmlformats.org/officeDocument/2006/relationships" id="2147483651" r:id="R4784eee03b094095"/>
    <p:sldLayoutId xmlns:r="http://schemas.openxmlformats.org/officeDocument/2006/relationships" id="2147483652" r:id="R8440db8291c343b1"/>
    <p:sldLayoutId xmlns:r="http://schemas.openxmlformats.org/officeDocument/2006/relationships" id="2147483653" r:id="R0d5582aff81a42cd"/>
    <p:sldLayoutId xmlns:r="http://schemas.openxmlformats.org/officeDocument/2006/relationships" id="2147483654" r:id="R6fcf17e2c24542b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ple SD Gothic Neo"/>
        <a:ea typeface=""/>
        <a:cs typeface=""/>
      </a:majorFont>
      <a:minorFont>
        <a:latin typeface="Apple SD Gothic Neo"/>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c1a187ba94e4529" /><Relationship Type="http://schemas.openxmlformats.org/officeDocument/2006/relationships/notesSlide" Target="/ppt/notesSlides/notesSlide1.xml" Id="R6fcd6b0414d5433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19bcf8f5582454e" /><Relationship Type="http://schemas.openxmlformats.org/officeDocument/2006/relationships/notesSlide" Target="/ppt/notesSlides/notesSlide2.xml" Id="Rb1e4d673016e4de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53f6a6beffd4d1e" /><Relationship Type="http://schemas.openxmlformats.org/officeDocument/2006/relationships/notesSlide" Target="/ppt/notesSlides/notesSlide3.xml" Id="Rf6856bf98e40426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b70b64e5d0445a6" /><Relationship Type="http://schemas.openxmlformats.org/officeDocument/2006/relationships/notesSlide" Target="/ppt/notesSlides/notesSlide4.xml" Id="R2638700b6f7a430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7e19b9d90814f62" /><Relationship Type="http://schemas.openxmlformats.org/officeDocument/2006/relationships/notesSlide" Target="/ppt/notesSlides/notesSlide5.xml" Id="Rce04350a5ff6486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c66de8e30864bc8" /><Relationship Type="http://schemas.openxmlformats.org/officeDocument/2006/relationships/notesSlide" Target="/ppt/notesSlides/notesSlide6.xml" Id="R7cf47e703935413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163ab0deecd4239" /><Relationship Type="http://schemas.openxmlformats.org/officeDocument/2006/relationships/notesSlide" Target="/ppt/notesSlides/notesSlide7.xml" Id="R602055d334eb4c8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f9f3dcc102d4f08" /><Relationship Type="http://schemas.openxmlformats.org/officeDocument/2006/relationships/notesSlide" Target="/ppt/notesSlides/notesSlide8.xml" Id="R374379016022491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463b2b6e71b443a" /><Relationship Type="http://schemas.openxmlformats.org/officeDocument/2006/relationships/notesSlide" Target="/ppt/notesSlides/notesSlide9.xml" Id="R1ad4706e4d374938" /></Relationships>
</file>

<file path=ppt/slides/slide1.xml><?xml version="1.0" encoding="utf-8"?>
<p:sld xmlns:p="http://schemas.openxmlformats.org/presentationml/2006/main">
  <p:cSld>
    <p:bg>
      <p:bgPr>
        <a:solidFill xmlns:a="http://schemas.openxmlformats.org/drawingml/2006/main">
          <a:srgbClr val="F4F6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CD0693F-89AF-4749-8CF0-F98674C4A0E7}"/>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35EC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C5AC60F-11A0-4F59-B24B-C0B33E0681C6}"/>
              </a:ext>
            </a:extLst>
          </p:cNvPr>
          <p:cNvSpPr>
            <a:spLocks xmlns:a="http://schemas.openxmlformats.org/drawingml/2006/main" noGrp="1"/>
          </p:cNvSpPr>
          <p:nvPr/>
        </p:nvSpPr>
        <p:spPr>
          <a:xfrm xmlns:a="http://schemas.openxmlformats.org/drawingml/2006/main">
            <a:off x="609600" y="38100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235ECB"/>
                </a:solidFill>
                <a:latin typeface="Apple SD Gothic Neo"/>
                <a:ea typeface="Apple SD Gothic Neo"/>
                <a:cs typeface="Apple SD Gothic Neo"/>
              </a:defRPr>
            </a:defPPr>
            <a:lvl1pPr>
              <a:buNone/>
              <a:defRPr sz="1275" b="1">
                <a:solidFill>
                  <a:srgbClr val="235ECB"/>
                </a:solidFill>
                <a:latin typeface="Apple SD Gothic Neo"/>
                <a:ea typeface="Apple SD Gothic Neo"/>
                <a:cs typeface="Apple SD Gothic Neo"/>
              </a:defRPr>
            </a:lvl1pPr>
            <a:lvl2pPr>
              <a:buNone/>
              <a:defRPr sz="1275" b="1">
                <a:solidFill>
                  <a:srgbClr val="235ECB"/>
                </a:solidFill>
                <a:latin typeface="Apple SD Gothic Neo"/>
                <a:ea typeface="Apple SD Gothic Neo"/>
                <a:cs typeface="Apple SD Gothic Neo"/>
              </a:defRPr>
            </a:lvl2pPr>
            <a:lvl3pPr>
              <a:buNone/>
              <a:defRPr sz="1275" b="1">
                <a:solidFill>
                  <a:srgbClr val="235ECB"/>
                </a:solidFill>
                <a:latin typeface="Apple SD Gothic Neo"/>
                <a:ea typeface="Apple SD Gothic Neo"/>
                <a:cs typeface="Apple SD Gothic Neo"/>
              </a:defRPr>
            </a:lvl3pPr>
            <a:lvl4pPr>
              <a:buNone/>
              <a:defRPr sz="1275" b="1">
                <a:solidFill>
                  <a:srgbClr val="235ECB"/>
                </a:solidFill>
                <a:latin typeface="Apple SD Gothic Neo"/>
                <a:ea typeface="Apple SD Gothic Neo"/>
                <a:cs typeface="Apple SD Gothic Neo"/>
              </a:defRPr>
            </a:lvl4pPr>
            <a:lvl5pPr>
              <a:buNone/>
              <a:defRPr sz="1275" b="1">
                <a:solidFill>
                  <a:srgbClr val="235ECB"/>
                </a:solidFill>
                <a:latin typeface="Apple SD Gothic Neo"/>
                <a:ea typeface="Apple SD Gothic Neo"/>
                <a:cs typeface="Apple SD Gothic Neo"/>
              </a:defRPr>
            </a:lvl5pPr>
            <a:lvl6pPr>
              <a:buNone/>
              <a:defRPr sz="1275" b="1">
                <a:solidFill>
                  <a:srgbClr val="235ECB"/>
                </a:solidFill>
                <a:latin typeface="Apple SD Gothic Neo"/>
                <a:ea typeface="Apple SD Gothic Neo"/>
                <a:cs typeface="Apple SD Gothic Neo"/>
              </a:defRPr>
            </a:lvl6pPr>
            <a:lvl7pPr>
              <a:buNone/>
              <a:defRPr sz="1275" b="1">
                <a:solidFill>
                  <a:srgbClr val="235ECB"/>
                </a:solidFill>
                <a:latin typeface="Apple SD Gothic Neo"/>
                <a:ea typeface="Apple SD Gothic Neo"/>
                <a:cs typeface="Apple SD Gothic Neo"/>
              </a:defRPr>
            </a:lvl7pPr>
            <a:lvl8pPr>
              <a:buNone/>
              <a:defRPr sz="1275" b="1">
                <a:solidFill>
                  <a:srgbClr val="235ECB"/>
                </a:solidFill>
                <a:latin typeface="Apple SD Gothic Neo"/>
                <a:ea typeface="Apple SD Gothic Neo"/>
                <a:cs typeface="Apple SD Gothic Neo"/>
              </a:defRPr>
            </a:lvl8pPr>
            <a:lvl9pPr>
              <a:buNone/>
              <a:defRPr sz="1275" b="1">
                <a:solidFill>
                  <a:srgbClr val="235ECB"/>
                </a:solidFill>
                <a:latin typeface="Apple SD Gothic Neo"/>
                <a:ea typeface="Apple SD Gothic Neo"/>
                <a:cs typeface="Apple SD Gothic Neo"/>
              </a:defRPr>
            </a:lvl9pPr>
          </a:lstStyle>
          <a:p xmlns:a="http://schemas.openxmlformats.org/drawingml/2006/main">
            <a:pPr>
              <a:buNone/>
              <a:defRPr sz="1275" b="1">
                <a:solidFill>
                  <a:srgbClr val="235ECB"/>
                </a:solidFill>
                <a:latin typeface="Apple SD Gothic Neo"/>
                <a:ea typeface="Apple SD Gothic Neo"/>
                <a:cs typeface="Apple SD Gothic Neo"/>
              </a:defRPr>
            </a:pPr>
            <a:r>
              <a:rPr sz="1275" b="1">
                <a:solidFill>
                  <a:srgbClr val="235ECB"/>
                </a:solidFill>
                <a:latin typeface="Apple SD Gothic Neo"/>
                <a:ea typeface="Apple SD Gothic Neo"/>
                <a:cs typeface="Apple SD Gothic Neo"/>
              </a:rPr>
              <a:t>AI 서비스 Mini-Project / 과제 1</a:t>
            </a:r>
          </a:p>
        </p:txBody>
      </p:sp>
      <p:sp>
        <p:nvSpPr>
          <p:cNvPr id="3" name="">
            <a:extLst xmlns:a="http://schemas.openxmlformats.org/drawingml/2006/main">
              <a:ext uri="{FF2B5EF4-FFF2-40B4-BE49-F238E27FC236}">
                <a16:creationId xmlns:a16="http://schemas.microsoft.com/office/drawing/2014/main" id="{63FDE435-D54A-4E14-80DB-8335886308A3}"/>
              </a:ext>
            </a:extLst>
          </p:cNvPr>
          <p:cNvSpPr>
            <a:spLocks xmlns:a="http://schemas.openxmlformats.org/drawingml/2006/main" noGrp="1"/>
          </p:cNvSpPr>
          <p:nvPr/>
        </p:nvSpPr>
        <p:spPr>
          <a:xfrm xmlns:a="http://schemas.openxmlformats.org/drawingml/2006/main">
            <a:off x="609600" y="838200"/>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172B4D"/>
                </a:solidFill>
                <a:latin typeface="Apple SD Gothic Neo"/>
                <a:ea typeface="Apple SD Gothic Neo"/>
                <a:cs typeface="Apple SD Gothic Neo"/>
              </a:defRPr>
            </a:defPPr>
            <a:lvl1pPr>
              <a:buNone/>
              <a:defRPr sz="2850" b="1">
                <a:solidFill>
                  <a:srgbClr val="172B4D"/>
                </a:solidFill>
                <a:latin typeface="Apple SD Gothic Neo"/>
                <a:ea typeface="Apple SD Gothic Neo"/>
                <a:cs typeface="Apple SD Gothic Neo"/>
              </a:defRPr>
            </a:lvl1pPr>
            <a:lvl2pPr>
              <a:buNone/>
              <a:defRPr sz="2850" b="1">
                <a:solidFill>
                  <a:srgbClr val="172B4D"/>
                </a:solidFill>
                <a:latin typeface="Apple SD Gothic Neo"/>
                <a:ea typeface="Apple SD Gothic Neo"/>
                <a:cs typeface="Apple SD Gothic Neo"/>
              </a:defRPr>
            </a:lvl2pPr>
            <a:lvl3pPr>
              <a:buNone/>
              <a:defRPr sz="2850" b="1">
                <a:solidFill>
                  <a:srgbClr val="172B4D"/>
                </a:solidFill>
                <a:latin typeface="Apple SD Gothic Neo"/>
                <a:ea typeface="Apple SD Gothic Neo"/>
                <a:cs typeface="Apple SD Gothic Neo"/>
              </a:defRPr>
            </a:lvl3pPr>
            <a:lvl4pPr>
              <a:buNone/>
              <a:defRPr sz="2850" b="1">
                <a:solidFill>
                  <a:srgbClr val="172B4D"/>
                </a:solidFill>
                <a:latin typeface="Apple SD Gothic Neo"/>
                <a:ea typeface="Apple SD Gothic Neo"/>
                <a:cs typeface="Apple SD Gothic Neo"/>
              </a:defRPr>
            </a:lvl4pPr>
            <a:lvl5pPr>
              <a:buNone/>
              <a:defRPr sz="2850" b="1">
                <a:solidFill>
                  <a:srgbClr val="172B4D"/>
                </a:solidFill>
                <a:latin typeface="Apple SD Gothic Neo"/>
                <a:ea typeface="Apple SD Gothic Neo"/>
                <a:cs typeface="Apple SD Gothic Neo"/>
              </a:defRPr>
            </a:lvl5pPr>
            <a:lvl6pPr>
              <a:buNone/>
              <a:defRPr sz="2850" b="1">
                <a:solidFill>
                  <a:srgbClr val="172B4D"/>
                </a:solidFill>
                <a:latin typeface="Apple SD Gothic Neo"/>
                <a:ea typeface="Apple SD Gothic Neo"/>
                <a:cs typeface="Apple SD Gothic Neo"/>
              </a:defRPr>
            </a:lvl6pPr>
            <a:lvl7pPr>
              <a:buNone/>
              <a:defRPr sz="2850" b="1">
                <a:solidFill>
                  <a:srgbClr val="172B4D"/>
                </a:solidFill>
                <a:latin typeface="Apple SD Gothic Neo"/>
                <a:ea typeface="Apple SD Gothic Neo"/>
                <a:cs typeface="Apple SD Gothic Neo"/>
              </a:defRPr>
            </a:lvl7pPr>
            <a:lvl8pPr>
              <a:buNone/>
              <a:defRPr sz="2850" b="1">
                <a:solidFill>
                  <a:srgbClr val="172B4D"/>
                </a:solidFill>
                <a:latin typeface="Apple SD Gothic Neo"/>
                <a:ea typeface="Apple SD Gothic Neo"/>
                <a:cs typeface="Apple SD Gothic Neo"/>
              </a:defRPr>
            </a:lvl8pPr>
            <a:lvl9pPr>
              <a:buNone/>
              <a:defRPr sz="2850" b="1">
                <a:solidFill>
                  <a:srgbClr val="172B4D"/>
                </a:solidFill>
                <a:latin typeface="Apple SD Gothic Neo"/>
                <a:ea typeface="Apple SD Gothic Neo"/>
                <a:cs typeface="Apple SD Gothic Neo"/>
              </a:defRPr>
            </a:lvl9pPr>
          </a:lstStyle>
          <a:p xmlns:a="http://schemas.openxmlformats.org/drawingml/2006/main">
            <a:pPr>
              <a:buNone/>
              <a:defRPr sz="2850" b="1">
                <a:solidFill>
                  <a:srgbClr val="172B4D"/>
                </a:solidFill>
                <a:latin typeface="Apple SD Gothic Neo"/>
                <a:ea typeface="Apple SD Gothic Neo"/>
                <a:cs typeface="Apple SD Gothic Neo"/>
              </a:defRPr>
            </a:pPr>
            <a:r>
              <a:rPr sz="2850" b="1">
                <a:solidFill>
                  <a:srgbClr val="172B4D"/>
                </a:solidFill>
                <a:latin typeface="Apple SD Gothic Neo"/>
                <a:ea typeface="Apple SD Gothic Neo"/>
                <a:cs typeface="Apple SD Gothic Neo"/>
              </a:rPr>
              <a:t>기존 과제와 최종 개선본 비교</a:t>
            </a:r>
          </a:p>
        </p:txBody>
      </p:sp>
      <p:sp>
        <p:nvSpPr>
          <p:cNvPr id="4" name="">
            <a:extLst xmlns:a="http://schemas.openxmlformats.org/drawingml/2006/main">
              <a:ext uri="{FF2B5EF4-FFF2-40B4-BE49-F238E27FC236}">
                <a16:creationId xmlns:a16="http://schemas.microsoft.com/office/drawing/2014/main" id="{8E8B278A-2D56-442F-BFF5-A3C47710A170}"/>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7E0E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1CB357A-63B9-467A-9567-EB73C9ACDCA4}"/>
              </a:ext>
            </a:extLst>
          </p:cNvPr>
          <p:cNvSpPr>
            <a:spLocks xmlns:a="http://schemas.openxmlformats.org/drawingml/2006/main" noGrp="1"/>
          </p:cNvSpPr>
          <p:nvPr/>
        </p:nvSpPr>
        <p:spPr>
          <a:xfrm xmlns:a="http://schemas.openxmlformats.org/drawingml/2006/main">
            <a:off x="609600" y="63436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5D6D84"/>
                </a:solidFill>
                <a:latin typeface="Apple SD Gothic Neo"/>
                <a:ea typeface="Apple SD Gothic Neo"/>
                <a:cs typeface="Apple SD Gothic Neo"/>
              </a:defRPr>
            </a:defPPr>
            <a:lvl1pPr>
              <a:buNone/>
              <a:defRPr sz="975" b="0">
                <a:solidFill>
                  <a:srgbClr val="5D6D84"/>
                </a:solidFill>
                <a:latin typeface="Apple SD Gothic Neo"/>
                <a:ea typeface="Apple SD Gothic Neo"/>
                <a:cs typeface="Apple SD Gothic Neo"/>
              </a:defRPr>
            </a:lvl1pPr>
            <a:lvl2pPr>
              <a:buNone/>
              <a:defRPr sz="975" b="0">
                <a:solidFill>
                  <a:srgbClr val="5D6D84"/>
                </a:solidFill>
                <a:latin typeface="Apple SD Gothic Neo"/>
                <a:ea typeface="Apple SD Gothic Neo"/>
                <a:cs typeface="Apple SD Gothic Neo"/>
              </a:defRPr>
            </a:lvl2pPr>
            <a:lvl3pPr>
              <a:buNone/>
              <a:defRPr sz="975" b="0">
                <a:solidFill>
                  <a:srgbClr val="5D6D84"/>
                </a:solidFill>
                <a:latin typeface="Apple SD Gothic Neo"/>
                <a:ea typeface="Apple SD Gothic Neo"/>
                <a:cs typeface="Apple SD Gothic Neo"/>
              </a:defRPr>
            </a:lvl3pPr>
            <a:lvl4pPr>
              <a:buNone/>
              <a:defRPr sz="975" b="0">
                <a:solidFill>
                  <a:srgbClr val="5D6D84"/>
                </a:solidFill>
                <a:latin typeface="Apple SD Gothic Neo"/>
                <a:ea typeface="Apple SD Gothic Neo"/>
                <a:cs typeface="Apple SD Gothic Neo"/>
              </a:defRPr>
            </a:lvl4pPr>
            <a:lvl5pPr>
              <a:buNone/>
              <a:defRPr sz="975" b="0">
                <a:solidFill>
                  <a:srgbClr val="5D6D84"/>
                </a:solidFill>
                <a:latin typeface="Apple SD Gothic Neo"/>
                <a:ea typeface="Apple SD Gothic Neo"/>
                <a:cs typeface="Apple SD Gothic Neo"/>
              </a:defRPr>
            </a:lvl5pPr>
            <a:lvl6pPr>
              <a:buNone/>
              <a:defRPr sz="975" b="0">
                <a:solidFill>
                  <a:srgbClr val="5D6D84"/>
                </a:solidFill>
                <a:latin typeface="Apple SD Gothic Neo"/>
                <a:ea typeface="Apple SD Gothic Neo"/>
                <a:cs typeface="Apple SD Gothic Neo"/>
              </a:defRPr>
            </a:lvl6pPr>
            <a:lvl7pPr>
              <a:buNone/>
              <a:defRPr sz="975" b="0">
                <a:solidFill>
                  <a:srgbClr val="5D6D84"/>
                </a:solidFill>
                <a:latin typeface="Apple SD Gothic Neo"/>
                <a:ea typeface="Apple SD Gothic Neo"/>
                <a:cs typeface="Apple SD Gothic Neo"/>
              </a:defRPr>
            </a:lvl7pPr>
            <a:lvl8pPr>
              <a:buNone/>
              <a:defRPr sz="975" b="0">
                <a:solidFill>
                  <a:srgbClr val="5D6D84"/>
                </a:solidFill>
                <a:latin typeface="Apple SD Gothic Neo"/>
                <a:ea typeface="Apple SD Gothic Neo"/>
                <a:cs typeface="Apple SD Gothic Neo"/>
              </a:defRPr>
            </a:lvl8pPr>
            <a:lvl9pPr>
              <a:buNone/>
              <a:defRPr sz="975" b="0">
                <a:solidFill>
                  <a:srgbClr val="5D6D84"/>
                </a:solidFill>
                <a:latin typeface="Apple SD Gothic Neo"/>
                <a:ea typeface="Apple SD Gothic Neo"/>
                <a:cs typeface="Apple SD Gothic Neo"/>
              </a:defRPr>
            </a:lvl9pPr>
          </a:lstStyle>
          <a:p xmlns:a="http://schemas.openxmlformats.org/drawingml/2006/main">
            <a:pPr>
              <a:buNone/>
              <a:defRPr sz="975" b="0">
                <a:solidFill>
                  <a:srgbClr val="5D6D84"/>
                </a:solidFill>
                <a:latin typeface="Apple SD Gothic Neo"/>
                <a:ea typeface="Apple SD Gothic Neo"/>
                <a:cs typeface="Apple SD Gothic Neo"/>
              </a:defRPr>
            </a:pPr>
            <a:r>
              <a:rPr sz="975" b="0">
                <a:solidFill>
                  <a:srgbClr val="5D6D84"/>
                </a:solidFill>
                <a:latin typeface="Apple SD Gothic Neo"/>
                <a:ea typeface="Apple SD Gothic Neo"/>
                <a:cs typeface="Apple SD Gothic Neo"/>
              </a:rPr>
              <a:t>수업용 샘플 / 제품 소스 69d58eb / 2026.10.21</a:t>
            </a:r>
          </a:p>
        </p:txBody>
      </p:sp>
      <p:sp>
        <p:nvSpPr>
          <p:cNvPr id="6" name="">
            <a:extLst xmlns:a="http://schemas.openxmlformats.org/drawingml/2006/main">
              <a:ext uri="{FF2B5EF4-FFF2-40B4-BE49-F238E27FC236}">
                <a16:creationId xmlns:a16="http://schemas.microsoft.com/office/drawing/2014/main" id="{7FCB9111-A9BB-4825-A951-23F9F5554497}"/>
              </a:ext>
            </a:extLst>
          </p:cNvPr>
          <p:cNvSpPr>
            <a:spLocks xmlns:a="http://schemas.openxmlformats.org/drawingml/2006/main" noGrp="1"/>
          </p:cNvSpPr>
          <p:nvPr/>
        </p:nvSpPr>
        <p:spPr>
          <a:xfrm xmlns:a="http://schemas.openxmlformats.org/drawingml/2006/main">
            <a:off x="11049000" y="633412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5D6D84"/>
                </a:solidFill>
                <a:latin typeface="Apple SD Gothic Neo"/>
                <a:ea typeface="Apple SD Gothic Neo"/>
                <a:cs typeface="Apple SD Gothic Neo"/>
              </a:defRPr>
            </a:defPPr>
            <a:lvl1pPr>
              <a:buNone/>
              <a:defRPr sz="1125" b="1">
                <a:solidFill>
                  <a:srgbClr val="5D6D84"/>
                </a:solidFill>
                <a:latin typeface="Apple SD Gothic Neo"/>
                <a:ea typeface="Apple SD Gothic Neo"/>
                <a:cs typeface="Apple SD Gothic Neo"/>
              </a:defRPr>
            </a:lvl1pPr>
            <a:lvl2pPr>
              <a:buNone/>
              <a:defRPr sz="1125" b="1">
                <a:solidFill>
                  <a:srgbClr val="5D6D84"/>
                </a:solidFill>
                <a:latin typeface="Apple SD Gothic Neo"/>
                <a:ea typeface="Apple SD Gothic Neo"/>
                <a:cs typeface="Apple SD Gothic Neo"/>
              </a:defRPr>
            </a:lvl2pPr>
            <a:lvl3pPr>
              <a:buNone/>
              <a:defRPr sz="1125" b="1">
                <a:solidFill>
                  <a:srgbClr val="5D6D84"/>
                </a:solidFill>
                <a:latin typeface="Apple SD Gothic Neo"/>
                <a:ea typeface="Apple SD Gothic Neo"/>
                <a:cs typeface="Apple SD Gothic Neo"/>
              </a:defRPr>
            </a:lvl3pPr>
            <a:lvl4pPr>
              <a:buNone/>
              <a:defRPr sz="1125" b="1">
                <a:solidFill>
                  <a:srgbClr val="5D6D84"/>
                </a:solidFill>
                <a:latin typeface="Apple SD Gothic Neo"/>
                <a:ea typeface="Apple SD Gothic Neo"/>
                <a:cs typeface="Apple SD Gothic Neo"/>
              </a:defRPr>
            </a:lvl4pPr>
            <a:lvl5pPr>
              <a:buNone/>
              <a:defRPr sz="1125" b="1">
                <a:solidFill>
                  <a:srgbClr val="5D6D84"/>
                </a:solidFill>
                <a:latin typeface="Apple SD Gothic Neo"/>
                <a:ea typeface="Apple SD Gothic Neo"/>
                <a:cs typeface="Apple SD Gothic Neo"/>
              </a:defRPr>
            </a:lvl5pPr>
            <a:lvl6pPr>
              <a:buNone/>
              <a:defRPr sz="1125" b="1">
                <a:solidFill>
                  <a:srgbClr val="5D6D84"/>
                </a:solidFill>
                <a:latin typeface="Apple SD Gothic Neo"/>
                <a:ea typeface="Apple SD Gothic Neo"/>
                <a:cs typeface="Apple SD Gothic Neo"/>
              </a:defRPr>
            </a:lvl6pPr>
            <a:lvl7pPr>
              <a:buNone/>
              <a:defRPr sz="1125" b="1">
                <a:solidFill>
                  <a:srgbClr val="5D6D84"/>
                </a:solidFill>
                <a:latin typeface="Apple SD Gothic Neo"/>
                <a:ea typeface="Apple SD Gothic Neo"/>
                <a:cs typeface="Apple SD Gothic Neo"/>
              </a:defRPr>
            </a:lvl7pPr>
            <a:lvl8pPr>
              <a:buNone/>
              <a:defRPr sz="1125" b="1">
                <a:solidFill>
                  <a:srgbClr val="5D6D84"/>
                </a:solidFill>
                <a:latin typeface="Apple SD Gothic Neo"/>
                <a:ea typeface="Apple SD Gothic Neo"/>
                <a:cs typeface="Apple SD Gothic Neo"/>
              </a:defRPr>
            </a:lvl8pPr>
            <a:lvl9pPr>
              <a:buNone/>
              <a:defRPr sz="1125" b="1">
                <a:solidFill>
                  <a:srgbClr val="5D6D84"/>
                </a:solidFill>
                <a:latin typeface="Apple SD Gothic Neo"/>
                <a:ea typeface="Apple SD Gothic Neo"/>
                <a:cs typeface="Apple SD Gothic Neo"/>
              </a:defRPr>
            </a:lvl9pPr>
          </a:lstStyle>
          <a:p xmlns:a="http://schemas.openxmlformats.org/drawingml/2006/main">
            <a:pPr>
              <a:buNone/>
              <a:defRPr sz="1125" b="1">
                <a:solidFill>
                  <a:srgbClr val="5D6D84"/>
                </a:solidFill>
                <a:latin typeface="Apple SD Gothic Neo"/>
                <a:ea typeface="Apple SD Gothic Neo"/>
                <a:cs typeface="Apple SD Gothic Neo"/>
              </a:defRPr>
            </a:pPr>
            <a:r>
              <a:rPr sz="1125" b="1">
                <a:solidFill>
                  <a:srgbClr val="5D6D84"/>
                </a:solidFill>
                <a:latin typeface="Apple SD Gothic Neo"/>
                <a:ea typeface="Apple SD Gothic Neo"/>
                <a:cs typeface="Apple SD Gothic Neo"/>
              </a:rPr>
              <a:t>01</a:t>
            </a:r>
          </a:p>
        </p:txBody>
      </p:sp>
      <p:sp>
        <p:nvSpPr>
          <p:cNvPr id="7" name="">
            <a:extLst xmlns:a="http://schemas.openxmlformats.org/drawingml/2006/main">
              <a:ext uri="{FF2B5EF4-FFF2-40B4-BE49-F238E27FC236}">
                <a16:creationId xmlns:a16="http://schemas.microsoft.com/office/drawing/2014/main" id="{19DA4E1B-B230-4F74-86EA-9F8C417F1111}"/>
              </a:ext>
            </a:extLst>
          </p:cNvPr>
          <p:cNvSpPr>
            <a:spLocks xmlns:a="http://schemas.openxmlformats.org/drawingml/2006/main" noGrp="1"/>
          </p:cNvSpPr>
          <p:nvPr/>
        </p:nvSpPr>
        <p:spPr>
          <a:xfrm xmlns:a="http://schemas.openxmlformats.org/drawingml/2006/main">
            <a:off x="609600" y="18669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2B4D"/>
                </a:solidFill>
                <a:latin typeface="Apple SD Gothic Neo"/>
                <a:ea typeface="Apple SD Gothic Neo"/>
                <a:cs typeface="Apple SD Gothic Neo"/>
              </a:defRPr>
            </a:defPPr>
            <a:lvl1pPr>
              <a:buNone/>
              <a:defRPr sz="3300" b="1">
                <a:solidFill>
                  <a:srgbClr val="172B4D"/>
                </a:solidFill>
                <a:latin typeface="Apple SD Gothic Neo"/>
                <a:ea typeface="Apple SD Gothic Neo"/>
                <a:cs typeface="Apple SD Gothic Neo"/>
              </a:defRPr>
            </a:lvl1pPr>
            <a:lvl2pPr>
              <a:buNone/>
              <a:defRPr sz="3300" b="1">
                <a:solidFill>
                  <a:srgbClr val="172B4D"/>
                </a:solidFill>
                <a:latin typeface="Apple SD Gothic Neo"/>
                <a:ea typeface="Apple SD Gothic Neo"/>
                <a:cs typeface="Apple SD Gothic Neo"/>
              </a:defRPr>
            </a:lvl2pPr>
            <a:lvl3pPr>
              <a:buNone/>
              <a:defRPr sz="3300" b="1">
                <a:solidFill>
                  <a:srgbClr val="172B4D"/>
                </a:solidFill>
                <a:latin typeface="Apple SD Gothic Neo"/>
                <a:ea typeface="Apple SD Gothic Neo"/>
                <a:cs typeface="Apple SD Gothic Neo"/>
              </a:defRPr>
            </a:lvl3pPr>
            <a:lvl4pPr>
              <a:buNone/>
              <a:defRPr sz="3300" b="1">
                <a:solidFill>
                  <a:srgbClr val="172B4D"/>
                </a:solidFill>
                <a:latin typeface="Apple SD Gothic Neo"/>
                <a:ea typeface="Apple SD Gothic Neo"/>
                <a:cs typeface="Apple SD Gothic Neo"/>
              </a:defRPr>
            </a:lvl4pPr>
            <a:lvl5pPr>
              <a:buNone/>
              <a:defRPr sz="3300" b="1">
                <a:solidFill>
                  <a:srgbClr val="172B4D"/>
                </a:solidFill>
                <a:latin typeface="Apple SD Gothic Neo"/>
                <a:ea typeface="Apple SD Gothic Neo"/>
                <a:cs typeface="Apple SD Gothic Neo"/>
              </a:defRPr>
            </a:lvl5pPr>
            <a:lvl6pPr>
              <a:buNone/>
              <a:defRPr sz="3300" b="1">
                <a:solidFill>
                  <a:srgbClr val="172B4D"/>
                </a:solidFill>
                <a:latin typeface="Apple SD Gothic Neo"/>
                <a:ea typeface="Apple SD Gothic Neo"/>
                <a:cs typeface="Apple SD Gothic Neo"/>
              </a:defRPr>
            </a:lvl6pPr>
            <a:lvl7pPr>
              <a:buNone/>
              <a:defRPr sz="3300" b="1">
                <a:solidFill>
                  <a:srgbClr val="172B4D"/>
                </a:solidFill>
                <a:latin typeface="Apple SD Gothic Neo"/>
                <a:ea typeface="Apple SD Gothic Neo"/>
                <a:cs typeface="Apple SD Gothic Neo"/>
              </a:defRPr>
            </a:lvl7pPr>
            <a:lvl8pPr>
              <a:buNone/>
              <a:defRPr sz="3300" b="1">
                <a:solidFill>
                  <a:srgbClr val="172B4D"/>
                </a:solidFill>
                <a:latin typeface="Apple SD Gothic Neo"/>
                <a:ea typeface="Apple SD Gothic Neo"/>
                <a:cs typeface="Apple SD Gothic Neo"/>
              </a:defRPr>
            </a:lvl8pPr>
            <a:lvl9pPr>
              <a:buNone/>
              <a:defRPr sz="3300" b="1">
                <a:solidFill>
                  <a:srgbClr val="172B4D"/>
                </a:solidFill>
                <a:latin typeface="Apple SD Gothic Neo"/>
                <a:ea typeface="Apple SD Gothic Neo"/>
                <a:cs typeface="Apple SD Gothic Neo"/>
              </a:defRPr>
            </a:lvl9pPr>
          </a:lstStyle>
          <a:p xmlns:a="http://schemas.openxmlformats.org/drawingml/2006/main">
            <a:pPr>
              <a:buNone/>
              <a:defRPr sz="3300" b="1">
                <a:solidFill>
                  <a:srgbClr val="172B4D"/>
                </a:solidFill>
                <a:latin typeface="Apple SD Gothic Neo"/>
                <a:ea typeface="Apple SD Gothic Neo"/>
                <a:cs typeface="Apple SD Gothic Neo"/>
              </a:defRPr>
            </a:pPr>
            <a:r>
              <a:rPr sz="3300" b="1">
                <a:solidFill>
                  <a:srgbClr val="172B4D"/>
                </a:solidFill>
                <a:latin typeface="Apple SD Gothic Neo"/>
                <a:ea typeface="Apple SD Gothic Neo"/>
                <a:cs typeface="Apple SD Gothic Neo"/>
              </a:rPr>
              <a:t>조회 누락·런북 선택·답변 검수 강화</a:t>
            </a:r>
          </a:p>
        </p:txBody>
      </p:sp>
      <p:sp>
        <p:nvSpPr>
          <p:cNvPr id="8" name="">
            <a:extLst xmlns:a="http://schemas.openxmlformats.org/drawingml/2006/main">
              <a:ext uri="{FF2B5EF4-FFF2-40B4-BE49-F238E27FC236}">
                <a16:creationId xmlns:a16="http://schemas.microsoft.com/office/drawing/2014/main" id="{061F0DBE-0FC1-4131-B7AD-7AE7FB1E2D4D}"/>
              </a:ext>
            </a:extLst>
          </p:cNvPr>
          <p:cNvSpPr>
            <a:spLocks xmlns:a="http://schemas.openxmlformats.org/drawingml/2006/main" noGrp="1"/>
          </p:cNvSpPr>
          <p:nvPr/>
        </p:nvSpPr>
        <p:spPr>
          <a:xfrm xmlns:a="http://schemas.openxmlformats.org/drawingml/2006/main">
            <a:off x="609600" y="27241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5D6D84"/>
                </a:solidFill>
                <a:latin typeface="Apple SD Gothic Neo"/>
                <a:ea typeface="Apple SD Gothic Neo"/>
                <a:cs typeface="Apple SD Gothic Neo"/>
              </a:defRPr>
            </a:defPPr>
            <a:lvl1pPr>
              <a:buNone/>
              <a:defRPr sz="1950" b="0">
                <a:solidFill>
                  <a:srgbClr val="5D6D84"/>
                </a:solidFill>
                <a:latin typeface="Apple SD Gothic Neo"/>
                <a:ea typeface="Apple SD Gothic Neo"/>
                <a:cs typeface="Apple SD Gothic Neo"/>
              </a:defRPr>
            </a:lvl1pPr>
            <a:lvl2pPr>
              <a:buNone/>
              <a:defRPr sz="1950" b="0">
                <a:solidFill>
                  <a:srgbClr val="5D6D84"/>
                </a:solidFill>
                <a:latin typeface="Apple SD Gothic Neo"/>
                <a:ea typeface="Apple SD Gothic Neo"/>
                <a:cs typeface="Apple SD Gothic Neo"/>
              </a:defRPr>
            </a:lvl2pPr>
            <a:lvl3pPr>
              <a:buNone/>
              <a:defRPr sz="1950" b="0">
                <a:solidFill>
                  <a:srgbClr val="5D6D84"/>
                </a:solidFill>
                <a:latin typeface="Apple SD Gothic Neo"/>
                <a:ea typeface="Apple SD Gothic Neo"/>
                <a:cs typeface="Apple SD Gothic Neo"/>
              </a:defRPr>
            </a:lvl3pPr>
            <a:lvl4pPr>
              <a:buNone/>
              <a:defRPr sz="1950" b="0">
                <a:solidFill>
                  <a:srgbClr val="5D6D84"/>
                </a:solidFill>
                <a:latin typeface="Apple SD Gothic Neo"/>
                <a:ea typeface="Apple SD Gothic Neo"/>
                <a:cs typeface="Apple SD Gothic Neo"/>
              </a:defRPr>
            </a:lvl4pPr>
            <a:lvl5pPr>
              <a:buNone/>
              <a:defRPr sz="1950" b="0">
                <a:solidFill>
                  <a:srgbClr val="5D6D84"/>
                </a:solidFill>
                <a:latin typeface="Apple SD Gothic Neo"/>
                <a:ea typeface="Apple SD Gothic Neo"/>
                <a:cs typeface="Apple SD Gothic Neo"/>
              </a:defRPr>
            </a:lvl5pPr>
            <a:lvl6pPr>
              <a:buNone/>
              <a:defRPr sz="1950" b="0">
                <a:solidFill>
                  <a:srgbClr val="5D6D84"/>
                </a:solidFill>
                <a:latin typeface="Apple SD Gothic Neo"/>
                <a:ea typeface="Apple SD Gothic Neo"/>
                <a:cs typeface="Apple SD Gothic Neo"/>
              </a:defRPr>
            </a:lvl6pPr>
            <a:lvl7pPr>
              <a:buNone/>
              <a:defRPr sz="1950" b="0">
                <a:solidFill>
                  <a:srgbClr val="5D6D84"/>
                </a:solidFill>
                <a:latin typeface="Apple SD Gothic Neo"/>
                <a:ea typeface="Apple SD Gothic Neo"/>
                <a:cs typeface="Apple SD Gothic Neo"/>
              </a:defRPr>
            </a:lvl7pPr>
            <a:lvl8pPr>
              <a:buNone/>
              <a:defRPr sz="1950" b="0">
                <a:solidFill>
                  <a:srgbClr val="5D6D84"/>
                </a:solidFill>
                <a:latin typeface="Apple SD Gothic Neo"/>
                <a:ea typeface="Apple SD Gothic Neo"/>
                <a:cs typeface="Apple SD Gothic Neo"/>
              </a:defRPr>
            </a:lvl8pPr>
            <a:lvl9pPr>
              <a:buNone/>
              <a:defRPr sz="1950" b="0">
                <a:solidFill>
                  <a:srgbClr val="5D6D84"/>
                </a:solidFill>
                <a:latin typeface="Apple SD Gothic Neo"/>
                <a:ea typeface="Apple SD Gothic Neo"/>
                <a:cs typeface="Apple SD Gothic Neo"/>
              </a:defRPr>
            </a:lvl9pPr>
          </a:lstStyle>
          <a:p xmlns:a="http://schemas.openxmlformats.org/drawingml/2006/main">
            <a:pPr>
              <a:buNone/>
              <a:defRPr sz="1950" b="0">
                <a:solidFill>
                  <a:srgbClr val="5D6D84"/>
                </a:solidFill>
                <a:latin typeface="Apple SD Gothic Neo"/>
                <a:ea typeface="Apple SD Gothic Neo"/>
                <a:cs typeface="Apple SD Gothic Neo"/>
              </a:defRPr>
            </a:pPr>
            <a:r>
              <a:rPr sz="1950" b="0">
                <a:solidFill>
                  <a:srgbClr val="5D6D84"/>
                </a:solidFill>
                <a:latin typeface="Apple SD Gothic Neo"/>
                <a:ea typeface="Apple SD Gothic Neo"/>
                <a:cs typeface="Apple SD Gothic Neo"/>
              </a:rPr>
              <a:t>이정인 / 3반</a:t>
            </a:r>
          </a:p>
        </p:txBody>
      </p:sp>
      <p:sp>
        <p:nvSpPr>
          <p:cNvPr id="9" name="">
            <a:extLst xmlns:a="http://schemas.openxmlformats.org/drawingml/2006/main">
              <a:ext uri="{FF2B5EF4-FFF2-40B4-BE49-F238E27FC236}">
                <a16:creationId xmlns:a16="http://schemas.microsoft.com/office/drawing/2014/main" id="{6C3A78BE-0E18-4481-9991-2F6C89BDA30C}"/>
              </a:ext>
            </a:extLst>
          </p:cNvPr>
          <p:cNvSpPr>
            <a:spLocks xmlns:a="http://schemas.openxmlformats.org/drawingml/2006/main" noGrp="1"/>
          </p:cNvSpPr>
          <p:nvPr/>
        </p:nvSpPr>
        <p:spPr>
          <a:xfrm xmlns:a="http://schemas.openxmlformats.org/drawingml/2006/main">
            <a:off x="609600" y="3657600"/>
            <a:ext cx="10972800" cy="1847850"/>
          </a:xfrm>
          <a:prstGeom xmlns:a="http://schemas.openxmlformats.org/drawingml/2006/main" prst="rect">
            <a:avLst/>
          </a:prstGeom>
          <a:solidFill xmlns:a="http://schemas.openxmlformats.org/drawingml/2006/main">
            <a:srgbClr val="172B4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2E7F9FC-39ED-47DD-A366-4C661B9CF25A}"/>
              </a:ext>
            </a:extLst>
          </p:cNvPr>
          <p:cNvSpPr>
            <a:spLocks xmlns:a="http://schemas.openxmlformats.org/drawingml/2006/main" noGrp="1"/>
          </p:cNvSpPr>
          <p:nvPr/>
        </p:nvSpPr>
        <p:spPr>
          <a:xfrm xmlns:a="http://schemas.openxmlformats.org/drawingml/2006/main">
            <a:off x="895350" y="390525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FFFFFF"/>
                </a:solidFill>
                <a:latin typeface="Apple SD Gothic Neo"/>
                <a:ea typeface="Apple SD Gothic Neo"/>
                <a:cs typeface="Apple SD Gothic Neo"/>
              </a:defRPr>
            </a:defPPr>
            <a:lvl1pPr>
              <a:buNone/>
              <a:defRPr sz="1875" b="1">
                <a:solidFill>
                  <a:srgbClr val="FFFFFF"/>
                </a:solidFill>
                <a:latin typeface="Apple SD Gothic Neo"/>
                <a:ea typeface="Apple SD Gothic Neo"/>
                <a:cs typeface="Apple SD Gothic Neo"/>
              </a:defRPr>
            </a:lvl1pPr>
            <a:lvl2pPr>
              <a:buNone/>
              <a:defRPr sz="1875" b="1">
                <a:solidFill>
                  <a:srgbClr val="FFFFFF"/>
                </a:solidFill>
                <a:latin typeface="Apple SD Gothic Neo"/>
                <a:ea typeface="Apple SD Gothic Neo"/>
                <a:cs typeface="Apple SD Gothic Neo"/>
              </a:defRPr>
            </a:lvl2pPr>
            <a:lvl3pPr>
              <a:buNone/>
              <a:defRPr sz="1875" b="1">
                <a:solidFill>
                  <a:srgbClr val="FFFFFF"/>
                </a:solidFill>
                <a:latin typeface="Apple SD Gothic Neo"/>
                <a:ea typeface="Apple SD Gothic Neo"/>
                <a:cs typeface="Apple SD Gothic Neo"/>
              </a:defRPr>
            </a:lvl3pPr>
            <a:lvl4pPr>
              <a:buNone/>
              <a:defRPr sz="1875" b="1">
                <a:solidFill>
                  <a:srgbClr val="FFFFFF"/>
                </a:solidFill>
                <a:latin typeface="Apple SD Gothic Neo"/>
                <a:ea typeface="Apple SD Gothic Neo"/>
                <a:cs typeface="Apple SD Gothic Neo"/>
              </a:defRPr>
            </a:lvl4pPr>
            <a:lvl5pPr>
              <a:buNone/>
              <a:defRPr sz="1875" b="1">
                <a:solidFill>
                  <a:srgbClr val="FFFFFF"/>
                </a:solidFill>
                <a:latin typeface="Apple SD Gothic Neo"/>
                <a:ea typeface="Apple SD Gothic Neo"/>
                <a:cs typeface="Apple SD Gothic Neo"/>
              </a:defRPr>
            </a:lvl5pPr>
            <a:lvl6pPr>
              <a:buNone/>
              <a:defRPr sz="1875" b="1">
                <a:solidFill>
                  <a:srgbClr val="FFFFFF"/>
                </a:solidFill>
                <a:latin typeface="Apple SD Gothic Neo"/>
                <a:ea typeface="Apple SD Gothic Neo"/>
                <a:cs typeface="Apple SD Gothic Neo"/>
              </a:defRPr>
            </a:lvl6pPr>
            <a:lvl7pPr>
              <a:buNone/>
              <a:defRPr sz="1875" b="1">
                <a:solidFill>
                  <a:srgbClr val="FFFFFF"/>
                </a:solidFill>
                <a:latin typeface="Apple SD Gothic Neo"/>
                <a:ea typeface="Apple SD Gothic Neo"/>
                <a:cs typeface="Apple SD Gothic Neo"/>
              </a:defRPr>
            </a:lvl7pPr>
            <a:lvl8pPr>
              <a:buNone/>
              <a:defRPr sz="1875" b="1">
                <a:solidFill>
                  <a:srgbClr val="FFFFFF"/>
                </a:solidFill>
                <a:latin typeface="Apple SD Gothic Neo"/>
                <a:ea typeface="Apple SD Gothic Neo"/>
                <a:cs typeface="Apple SD Gothic Neo"/>
              </a:defRPr>
            </a:lvl8pPr>
            <a:lvl9pPr>
              <a:buNone/>
              <a:defRPr sz="1875" b="1">
                <a:solidFill>
                  <a:srgbClr val="FFFFFF"/>
                </a:solidFill>
                <a:latin typeface="Apple SD Gothic Neo"/>
                <a:ea typeface="Apple SD Gothic Neo"/>
                <a:cs typeface="Apple SD Gothic Neo"/>
              </a:defRPr>
            </a:lvl9pPr>
          </a:lstStyle>
          <a:p xmlns:a="http://schemas.openxmlformats.org/drawingml/2006/main">
            <a:pPr>
              <a:buNone/>
              <a:defRPr sz="1875" b="1">
                <a:solidFill>
                  <a:srgbClr val="FFFFFF"/>
                </a:solidFill>
                <a:latin typeface="Apple SD Gothic Neo"/>
                <a:ea typeface="Apple SD Gothic Neo"/>
                <a:cs typeface="Apple SD Gothic Neo"/>
              </a:defRPr>
            </a:pPr>
            <a:r>
              <a:rPr sz="1875" b="1">
                <a:solidFill>
                  <a:srgbClr val="FFFFFF"/>
                </a:solidFill>
                <a:latin typeface="Apple SD Gothic Neo"/>
                <a:ea typeface="Apple SD Gothic Neo"/>
                <a:cs typeface="Apple SD Gothic Neo"/>
              </a:rPr>
              <a:t>실제 변경을 확인한 범위</a:t>
            </a:r>
          </a:p>
        </p:txBody>
      </p:sp>
      <p:sp>
        <p:nvSpPr>
          <p:cNvPr id="11" name="">
            <a:extLst xmlns:a="http://schemas.openxmlformats.org/drawingml/2006/main">
              <a:ext uri="{FF2B5EF4-FFF2-40B4-BE49-F238E27FC236}">
                <a16:creationId xmlns:a16="http://schemas.microsoft.com/office/drawing/2014/main" id="{92A14B37-65DC-45D1-A28B-9BCA3F85FF20}"/>
              </a:ext>
            </a:extLst>
          </p:cNvPr>
          <p:cNvSpPr>
            <a:spLocks xmlns:a="http://schemas.openxmlformats.org/drawingml/2006/main" noGrp="1"/>
          </p:cNvSpPr>
          <p:nvPr/>
        </p:nvSpPr>
        <p:spPr>
          <a:xfrm xmlns:a="http://schemas.openxmlformats.org/drawingml/2006/main">
            <a:off x="895350" y="4457700"/>
            <a:ext cx="10382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FFFFFF"/>
                </a:solidFill>
                <a:latin typeface="Apple SD Gothic Neo"/>
                <a:ea typeface="Apple SD Gothic Neo"/>
                <a:cs typeface="Apple SD Gothic Neo"/>
              </a:defRPr>
            </a:defPPr>
            <a:lvl1pPr>
              <a:buNone/>
              <a:defRPr sz="2325" b="0">
                <a:solidFill>
                  <a:srgbClr val="FFFFFF"/>
                </a:solidFill>
                <a:latin typeface="Apple SD Gothic Neo"/>
                <a:ea typeface="Apple SD Gothic Neo"/>
                <a:cs typeface="Apple SD Gothic Neo"/>
              </a:defRPr>
            </a:lvl1pPr>
            <a:lvl2pPr>
              <a:buNone/>
              <a:defRPr sz="2325" b="0">
                <a:solidFill>
                  <a:srgbClr val="FFFFFF"/>
                </a:solidFill>
                <a:latin typeface="Apple SD Gothic Neo"/>
                <a:ea typeface="Apple SD Gothic Neo"/>
                <a:cs typeface="Apple SD Gothic Neo"/>
              </a:defRPr>
            </a:lvl2pPr>
            <a:lvl3pPr>
              <a:buNone/>
              <a:defRPr sz="2325" b="0">
                <a:solidFill>
                  <a:srgbClr val="FFFFFF"/>
                </a:solidFill>
                <a:latin typeface="Apple SD Gothic Neo"/>
                <a:ea typeface="Apple SD Gothic Neo"/>
                <a:cs typeface="Apple SD Gothic Neo"/>
              </a:defRPr>
            </a:lvl3pPr>
            <a:lvl4pPr>
              <a:buNone/>
              <a:defRPr sz="2325" b="0">
                <a:solidFill>
                  <a:srgbClr val="FFFFFF"/>
                </a:solidFill>
                <a:latin typeface="Apple SD Gothic Neo"/>
                <a:ea typeface="Apple SD Gothic Neo"/>
                <a:cs typeface="Apple SD Gothic Neo"/>
              </a:defRPr>
            </a:lvl4pPr>
            <a:lvl5pPr>
              <a:buNone/>
              <a:defRPr sz="2325" b="0">
                <a:solidFill>
                  <a:srgbClr val="FFFFFF"/>
                </a:solidFill>
                <a:latin typeface="Apple SD Gothic Neo"/>
                <a:ea typeface="Apple SD Gothic Neo"/>
                <a:cs typeface="Apple SD Gothic Neo"/>
              </a:defRPr>
            </a:lvl5pPr>
            <a:lvl6pPr>
              <a:buNone/>
              <a:defRPr sz="2325" b="0">
                <a:solidFill>
                  <a:srgbClr val="FFFFFF"/>
                </a:solidFill>
                <a:latin typeface="Apple SD Gothic Neo"/>
                <a:ea typeface="Apple SD Gothic Neo"/>
                <a:cs typeface="Apple SD Gothic Neo"/>
              </a:defRPr>
            </a:lvl6pPr>
            <a:lvl7pPr>
              <a:buNone/>
              <a:defRPr sz="2325" b="0">
                <a:solidFill>
                  <a:srgbClr val="FFFFFF"/>
                </a:solidFill>
                <a:latin typeface="Apple SD Gothic Neo"/>
                <a:ea typeface="Apple SD Gothic Neo"/>
                <a:cs typeface="Apple SD Gothic Neo"/>
              </a:defRPr>
            </a:lvl7pPr>
            <a:lvl8pPr>
              <a:buNone/>
              <a:defRPr sz="2325" b="0">
                <a:solidFill>
                  <a:srgbClr val="FFFFFF"/>
                </a:solidFill>
                <a:latin typeface="Apple SD Gothic Neo"/>
                <a:ea typeface="Apple SD Gothic Neo"/>
                <a:cs typeface="Apple SD Gothic Neo"/>
              </a:defRPr>
            </a:lvl8pPr>
            <a:lvl9pPr>
              <a:buNone/>
              <a:defRPr sz="2325" b="0">
                <a:solidFill>
                  <a:srgbClr val="FFFFFF"/>
                </a:solidFill>
                <a:latin typeface="Apple SD Gothic Neo"/>
                <a:ea typeface="Apple SD Gothic Neo"/>
                <a:cs typeface="Apple SD Gothic Neo"/>
              </a:defRPr>
            </a:lvl9pPr>
          </a:lstStyle>
          <a:p xmlns:a="http://schemas.openxmlformats.org/drawingml/2006/main">
            <a:pPr>
              <a:buNone/>
              <a:defRPr sz="2325" b="0">
                <a:solidFill>
                  <a:srgbClr val="FFFFFF"/>
                </a:solidFill>
                <a:latin typeface="Apple SD Gothic Neo"/>
                <a:ea typeface="Apple SD Gothic Neo"/>
                <a:cs typeface="Apple SD Gothic Neo"/>
              </a:defRPr>
            </a:pPr>
            <a:r>
              <a:rPr sz="2325" b="0">
                <a:solidFill>
                  <a:srgbClr val="FFFFFF"/>
                </a:solidFill>
                <a:latin typeface="Apple SD Gothic Neo"/>
                <a:ea typeface="Apple SD Gothic Neo"/>
                <a:cs typeface="Apple SD Gothic Neo"/>
              </a:rPr>
              <a:t>요청 대상의 조회 범위, 관련 런북, 사실·조건·출처의 연결</a:t>
            </a:r>
          </a:p>
        </p:txBody>
      </p:sp>
    </p:spTree>
    <p:extLst>
      <p:ext uri="{BB962C8B-B14F-4D97-AF65-F5344CB8AC3E}">
        <p14:creationId xmlns:p14="http://schemas.microsoft.com/office/powerpoint/2010/main" val="222877827"/>
      </p:ext>
    </p:extLst>
  </p:cSld>
</p:sld>
</file>

<file path=ppt/slides/slide2.xml><?xml version="1.0" encoding="utf-8"?>
<p:sld xmlns:p="http://schemas.openxmlformats.org/presentationml/2006/main">
  <p:cSld>
    <p:bg>
      <p:bgPr>
        <a:solidFill xmlns:a="http://schemas.openxmlformats.org/drawingml/2006/main">
          <a:srgbClr val="F4F6F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3CA49F1-E458-4778-8D5A-564A3CD3BFB3}"/>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35EC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B876AB0-E7C3-41FD-ADB2-2300D0E409B6}"/>
              </a:ext>
            </a:extLst>
          </p:cNvPr>
          <p:cNvSpPr>
            <a:spLocks xmlns:a="http://schemas.openxmlformats.org/drawingml/2006/main" noGrp="1"/>
          </p:cNvSpPr>
          <p:nvPr/>
        </p:nvSpPr>
        <p:spPr>
          <a:xfrm xmlns:a="http://schemas.openxmlformats.org/drawingml/2006/main">
            <a:off x="609600" y="38100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235ECB"/>
                </a:solidFill>
                <a:latin typeface="Apple SD Gothic Neo"/>
                <a:ea typeface="Apple SD Gothic Neo"/>
                <a:cs typeface="Apple SD Gothic Neo"/>
              </a:defRPr>
            </a:defPPr>
            <a:lvl1pPr>
              <a:buNone/>
              <a:defRPr sz="1275" b="1">
                <a:solidFill>
                  <a:srgbClr val="235ECB"/>
                </a:solidFill>
                <a:latin typeface="Apple SD Gothic Neo"/>
                <a:ea typeface="Apple SD Gothic Neo"/>
                <a:cs typeface="Apple SD Gothic Neo"/>
              </a:defRPr>
            </a:lvl1pPr>
            <a:lvl2pPr>
              <a:buNone/>
              <a:defRPr sz="1275" b="1">
                <a:solidFill>
                  <a:srgbClr val="235ECB"/>
                </a:solidFill>
                <a:latin typeface="Apple SD Gothic Neo"/>
                <a:ea typeface="Apple SD Gothic Neo"/>
                <a:cs typeface="Apple SD Gothic Neo"/>
              </a:defRPr>
            </a:lvl2pPr>
            <a:lvl3pPr>
              <a:buNone/>
              <a:defRPr sz="1275" b="1">
                <a:solidFill>
                  <a:srgbClr val="235ECB"/>
                </a:solidFill>
                <a:latin typeface="Apple SD Gothic Neo"/>
                <a:ea typeface="Apple SD Gothic Neo"/>
                <a:cs typeface="Apple SD Gothic Neo"/>
              </a:defRPr>
            </a:lvl3pPr>
            <a:lvl4pPr>
              <a:buNone/>
              <a:defRPr sz="1275" b="1">
                <a:solidFill>
                  <a:srgbClr val="235ECB"/>
                </a:solidFill>
                <a:latin typeface="Apple SD Gothic Neo"/>
                <a:ea typeface="Apple SD Gothic Neo"/>
                <a:cs typeface="Apple SD Gothic Neo"/>
              </a:defRPr>
            </a:lvl4pPr>
            <a:lvl5pPr>
              <a:buNone/>
              <a:defRPr sz="1275" b="1">
                <a:solidFill>
                  <a:srgbClr val="235ECB"/>
                </a:solidFill>
                <a:latin typeface="Apple SD Gothic Neo"/>
                <a:ea typeface="Apple SD Gothic Neo"/>
                <a:cs typeface="Apple SD Gothic Neo"/>
              </a:defRPr>
            </a:lvl5pPr>
            <a:lvl6pPr>
              <a:buNone/>
              <a:defRPr sz="1275" b="1">
                <a:solidFill>
                  <a:srgbClr val="235ECB"/>
                </a:solidFill>
                <a:latin typeface="Apple SD Gothic Neo"/>
                <a:ea typeface="Apple SD Gothic Neo"/>
                <a:cs typeface="Apple SD Gothic Neo"/>
              </a:defRPr>
            </a:lvl6pPr>
            <a:lvl7pPr>
              <a:buNone/>
              <a:defRPr sz="1275" b="1">
                <a:solidFill>
                  <a:srgbClr val="235ECB"/>
                </a:solidFill>
                <a:latin typeface="Apple SD Gothic Neo"/>
                <a:ea typeface="Apple SD Gothic Neo"/>
                <a:cs typeface="Apple SD Gothic Neo"/>
              </a:defRPr>
            </a:lvl7pPr>
            <a:lvl8pPr>
              <a:buNone/>
              <a:defRPr sz="1275" b="1">
                <a:solidFill>
                  <a:srgbClr val="235ECB"/>
                </a:solidFill>
                <a:latin typeface="Apple SD Gothic Neo"/>
                <a:ea typeface="Apple SD Gothic Neo"/>
                <a:cs typeface="Apple SD Gothic Neo"/>
              </a:defRPr>
            </a:lvl8pPr>
            <a:lvl9pPr>
              <a:buNone/>
              <a:defRPr sz="1275" b="1">
                <a:solidFill>
                  <a:srgbClr val="235ECB"/>
                </a:solidFill>
                <a:latin typeface="Apple SD Gothic Neo"/>
                <a:ea typeface="Apple SD Gothic Neo"/>
                <a:cs typeface="Apple SD Gothic Neo"/>
              </a:defRPr>
            </a:lvl9pPr>
          </a:lstStyle>
          <a:p xmlns:a="http://schemas.openxmlformats.org/drawingml/2006/main">
            <a:pPr>
              <a:buNone/>
              <a:defRPr sz="1275" b="1">
                <a:solidFill>
                  <a:srgbClr val="235ECB"/>
                </a:solidFill>
                <a:latin typeface="Apple SD Gothic Neo"/>
                <a:ea typeface="Apple SD Gothic Neo"/>
                <a:cs typeface="Apple SD Gothic Neo"/>
              </a:defRPr>
            </a:pPr>
            <a:r>
              <a:rPr sz="1275" b="1">
                <a:solidFill>
                  <a:srgbClr val="235ECB"/>
                </a:solidFill>
                <a:latin typeface="Apple SD Gothic Neo"/>
                <a:ea typeface="Apple SD Gothic Neo"/>
                <a:cs typeface="Apple SD Gothic Neo"/>
              </a:rPr>
              <a:t>1. 문제</a:t>
            </a:r>
          </a:p>
        </p:txBody>
      </p:sp>
      <p:sp>
        <p:nvSpPr>
          <p:cNvPr id="3" name="">
            <a:extLst xmlns:a="http://schemas.openxmlformats.org/drawingml/2006/main">
              <a:ext uri="{FF2B5EF4-FFF2-40B4-BE49-F238E27FC236}">
                <a16:creationId xmlns:a16="http://schemas.microsoft.com/office/drawing/2014/main" id="{C89C64E6-E1AD-4E7F-9F00-17C4D8FBE023}"/>
              </a:ext>
            </a:extLst>
          </p:cNvPr>
          <p:cNvSpPr>
            <a:spLocks xmlns:a="http://schemas.openxmlformats.org/drawingml/2006/main" noGrp="1"/>
          </p:cNvSpPr>
          <p:nvPr/>
        </p:nvSpPr>
        <p:spPr>
          <a:xfrm xmlns:a="http://schemas.openxmlformats.org/drawingml/2006/main">
            <a:off x="609600" y="838200"/>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172B4D"/>
                </a:solidFill>
                <a:latin typeface="Apple SD Gothic Neo"/>
                <a:ea typeface="Apple SD Gothic Neo"/>
                <a:cs typeface="Apple SD Gothic Neo"/>
              </a:defRPr>
            </a:defPPr>
            <a:lvl1pPr>
              <a:buNone/>
              <a:defRPr sz="2850" b="1">
                <a:solidFill>
                  <a:srgbClr val="172B4D"/>
                </a:solidFill>
                <a:latin typeface="Apple SD Gothic Neo"/>
                <a:ea typeface="Apple SD Gothic Neo"/>
                <a:cs typeface="Apple SD Gothic Neo"/>
              </a:defRPr>
            </a:lvl1pPr>
            <a:lvl2pPr>
              <a:buNone/>
              <a:defRPr sz="2850" b="1">
                <a:solidFill>
                  <a:srgbClr val="172B4D"/>
                </a:solidFill>
                <a:latin typeface="Apple SD Gothic Neo"/>
                <a:ea typeface="Apple SD Gothic Neo"/>
                <a:cs typeface="Apple SD Gothic Neo"/>
              </a:defRPr>
            </a:lvl2pPr>
            <a:lvl3pPr>
              <a:buNone/>
              <a:defRPr sz="2850" b="1">
                <a:solidFill>
                  <a:srgbClr val="172B4D"/>
                </a:solidFill>
                <a:latin typeface="Apple SD Gothic Neo"/>
                <a:ea typeface="Apple SD Gothic Neo"/>
                <a:cs typeface="Apple SD Gothic Neo"/>
              </a:defRPr>
            </a:lvl3pPr>
            <a:lvl4pPr>
              <a:buNone/>
              <a:defRPr sz="2850" b="1">
                <a:solidFill>
                  <a:srgbClr val="172B4D"/>
                </a:solidFill>
                <a:latin typeface="Apple SD Gothic Neo"/>
                <a:ea typeface="Apple SD Gothic Neo"/>
                <a:cs typeface="Apple SD Gothic Neo"/>
              </a:defRPr>
            </a:lvl4pPr>
            <a:lvl5pPr>
              <a:buNone/>
              <a:defRPr sz="2850" b="1">
                <a:solidFill>
                  <a:srgbClr val="172B4D"/>
                </a:solidFill>
                <a:latin typeface="Apple SD Gothic Neo"/>
                <a:ea typeface="Apple SD Gothic Neo"/>
                <a:cs typeface="Apple SD Gothic Neo"/>
              </a:defRPr>
            </a:lvl5pPr>
            <a:lvl6pPr>
              <a:buNone/>
              <a:defRPr sz="2850" b="1">
                <a:solidFill>
                  <a:srgbClr val="172B4D"/>
                </a:solidFill>
                <a:latin typeface="Apple SD Gothic Neo"/>
                <a:ea typeface="Apple SD Gothic Neo"/>
                <a:cs typeface="Apple SD Gothic Neo"/>
              </a:defRPr>
            </a:lvl6pPr>
            <a:lvl7pPr>
              <a:buNone/>
              <a:defRPr sz="2850" b="1">
                <a:solidFill>
                  <a:srgbClr val="172B4D"/>
                </a:solidFill>
                <a:latin typeface="Apple SD Gothic Neo"/>
                <a:ea typeface="Apple SD Gothic Neo"/>
                <a:cs typeface="Apple SD Gothic Neo"/>
              </a:defRPr>
            </a:lvl7pPr>
            <a:lvl8pPr>
              <a:buNone/>
              <a:defRPr sz="2850" b="1">
                <a:solidFill>
                  <a:srgbClr val="172B4D"/>
                </a:solidFill>
                <a:latin typeface="Apple SD Gothic Neo"/>
                <a:ea typeface="Apple SD Gothic Neo"/>
                <a:cs typeface="Apple SD Gothic Neo"/>
              </a:defRPr>
            </a:lvl8pPr>
            <a:lvl9pPr>
              <a:buNone/>
              <a:defRPr sz="2850" b="1">
                <a:solidFill>
                  <a:srgbClr val="172B4D"/>
                </a:solidFill>
                <a:latin typeface="Apple SD Gothic Neo"/>
                <a:ea typeface="Apple SD Gothic Neo"/>
                <a:cs typeface="Apple SD Gothic Neo"/>
              </a:defRPr>
            </a:lvl9pPr>
          </a:lstStyle>
          <a:p xmlns:a="http://schemas.openxmlformats.org/drawingml/2006/main">
            <a:pPr>
              <a:buNone/>
              <a:defRPr sz="2850" b="1">
                <a:solidFill>
                  <a:srgbClr val="172B4D"/>
                </a:solidFill>
                <a:latin typeface="Apple SD Gothic Neo"/>
                <a:ea typeface="Apple SD Gothic Neo"/>
                <a:cs typeface="Apple SD Gothic Neo"/>
              </a:defRPr>
            </a:pPr>
            <a:r>
              <a:rPr sz="2850" b="1">
                <a:solidFill>
                  <a:srgbClr val="172B4D"/>
                </a:solidFill>
                <a:latin typeface="Apple SD Gothic Neo"/>
                <a:ea typeface="Apple SD Gothic Neo"/>
                <a:cs typeface="Apple SD Gothic Neo"/>
              </a:rPr>
              <a:t>기존 기능에서 보완할 지점을 찾았습니다</a:t>
            </a:r>
          </a:p>
        </p:txBody>
      </p:sp>
      <p:sp>
        <p:nvSpPr>
          <p:cNvPr id="4" name="">
            <a:extLst xmlns:a="http://schemas.openxmlformats.org/drawingml/2006/main">
              <a:ext uri="{FF2B5EF4-FFF2-40B4-BE49-F238E27FC236}">
                <a16:creationId xmlns:a16="http://schemas.microsoft.com/office/drawing/2014/main" id="{3FFE41E3-5F63-4445-B2DB-033F90BB7479}"/>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7E0E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33DC9D4-09D1-4453-874E-FAB766ECC32B}"/>
              </a:ext>
            </a:extLst>
          </p:cNvPr>
          <p:cNvSpPr>
            <a:spLocks xmlns:a="http://schemas.openxmlformats.org/drawingml/2006/main" noGrp="1"/>
          </p:cNvSpPr>
          <p:nvPr/>
        </p:nvSpPr>
        <p:spPr>
          <a:xfrm xmlns:a="http://schemas.openxmlformats.org/drawingml/2006/main">
            <a:off x="609600" y="63436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5D6D84"/>
                </a:solidFill>
                <a:latin typeface="Apple SD Gothic Neo"/>
                <a:ea typeface="Apple SD Gothic Neo"/>
                <a:cs typeface="Apple SD Gothic Neo"/>
              </a:defRPr>
            </a:defPPr>
            <a:lvl1pPr>
              <a:buNone/>
              <a:defRPr sz="975" b="0">
                <a:solidFill>
                  <a:srgbClr val="5D6D84"/>
                </a:solidFill>
                <a:latin typeface="Apple SD Gothic Neo"/>
                <a:ea typeface="Apple SD Gothic Neo"/>
                <a:cs typeface="Apple SD Gothic Neo"/>
              </a:defRPr>
            </a:lvl1pPr>
            <a:lvl2pPr>
              <a:buNone/>
              <a:defRPr sz="975" b="0">
                <a:solidFill>
                  <a:srgbClr val="5D6D84"/>
                </a:solidFill>
                <a:latin typeface="Apple SD Gothic Neo"/>
                <a:ea typeface="Apple SD Gothic Neo"/>
                <a:cs typeface="Apple SD Gothic Neo"/>
              </a:defRPr>
            </a:lvl2pPr>
            <a:lvl3pPr>
              <a:buNone/>
              <a:defRPr sz="975" b="0">
                <a:solidFill>
                  <a:srgbClr val="5D6D84"/>
                </a:solidFill>
                <a:latin typeface="Apple SD Gothic Neo"/>
                <a:ea typeface="Apple SD Gothic Neo"/>
                <a:cs typeface="Apple SD Gothic Neo"/>
              </a:defRPr>
            </a:lvl3pPr>
            <a:lvl4pPr>
              <a:buNone/>
              <a:defRPr sz="975" b="0">
                <a:solidFill>
                  <a:srgbClr val="5D6D84"/>
                </a:solidFill>
                <a:latin typeface="Apple SD Gothic Neo"/>
                <a:ea typeface="Apple SD Gothic Neo"/>
                <a:cs typeface="Apple SD Gothic Neo"/>
              </a:defRPr>
            </a:lvl4pPr>
            <a:lvl5pPr>
              <a:buNone/>
              <a:defRPr sz="975" b="0">
                <a:solidFill>
                  <a:srgbClr val="5D6D84"/>
                </a:solidFill>
                <a:latin typeface="Apple SD Gothic Neo"/>
                <a:ea typeface="Apple SD Gothic Neo"/>
                <a:cs typeface="Apple SD Gothic Neo"/>
              </a:defRPr>
            </a:lvl5pPr>
            <a:lvl6pPr>
              <a:buNone/>
              <a:defRPr sz="975" b="0">
                <a:solidFill>
                  <a:srgbClr val="5D6D84"/>
                </a:solidFill>
                <a:latin typeface="Apple SD Gothic Neo"/>
                <a:ea typeface="Apple SD Gothic Neo"/>
                <a:cs typeface="Apple SD Gothic Neo"/>
              </a:defRPr>
            </a:lvl6pPr>
            <a:lvl7pPr>
              <a:buNone/>
              <a:defRPr sz="975" b="0">
                <a:solidFill>
                  <a:srgbClr val="5D6D84"/>
                </a:solidFill>
                <a:latin typeface="Apple SD Gothic Neo"/>
                <a:ea typeface="Apple SD Gothic Neo"/>
                <a:cs typeface="Apple SD Gothic Neo"/>
              </a:defRPr>
            </a:lvl7pPr>
            <a:lvl8pPr>
              <a:buNone/>
              <a:defRPr sz="975" b="0">
                <a:solidFill>
                  <a:srgbClr val="5D6D84"/>
                </a:solidFill>
                <a:latin typeface="Apple SD Gothic Neo"/>
                <a:ea typeface="Apple SD Gothic Neo"/>
                <a:cs typeface="Apple SD Gothic Neo"/>
              </a:defRPr>
            </a:lvl8pPr>
            <a:lvl9pPr>
              <a:buNone/>
              <a:defRPr sz="975" b="0">
                <a:solidFill>
                  <a:srgbClr val="5D6D84"/>
                </a:solidFill>
                <a:latin typeface="Apple SD Gothic Neo"/>
                <a:ea typeface="Apple SD Gothic Neo"/>
                <a:cs typeface="Apple SD Gothic Neo"/>
              </a:defRPr>
            </a:lvl9pPr>
          </a:lstStyle>
          <a:p xmlns:a="http://schemas.openxmlformats.org/drawingml/2006/main">
            <a:pPr>
              <a:buNone/>
              <a:defRPr sz="975" b="0">
                <a:solidFill>
                  <a:srgbClr val="5D6D84"/>
                </a:solidFill>
                <a:latin typeface="Apple SD Gothic Neo"/>
                <a:ea typeface="Apple SD Gothic Neo"/>
                <a:cs typeface="Apple SD Gothic Neo"/>
              </a:defRPr>
            </a:pPr>
            <a:r>
              <a:rPr sz="975" b="0">
                <a:solidFill>
                  <a:srgbClr val="5D6D84"/>
                </a:solidFill>
                <a:latin typeface="Apple SD Gothic Neo"/>
                <a:ea typeface="Apple SD Gothic Neo"/>
                <a:cs typeface="Apple SD Gothic Neo"/>
              </a:rPr>
              <a:t>근거: 원본 agent/graph.py의 계획·키워드 분류·validate_node()</a:t>
            </a:r>
          </a:p>
        </p:txBody>
      </p:sp>
      <p:sp>
        <p:nvSpPr>
          <p:cNvPr id="6" name="">
            <a:extLst xmlns:a="http://schemas.openxmlformats.org/drawingml/2006/main">
              <a:ext uri="{FF2B5EF4-FFF2-40B4-BE49-F238E27FC236}">
                <a16:creationId xmlns:a16="http://schemas.microsoft.com/office/drawing/2014/main" id="{7CE917E2-07E0-49A9-A78E-B7FD8D303865}"/>
              </a:ext>
            </a:extLst>
          </p:cNvPr>
          <p:cNvSpPr>
            <a:spLocks xmlns:a="http://schemas.openxmlformats.org/drawingml/2006/main" noGrp="1"/>
          </p:cNvSpPr>
          <p:nvPr/>
        </p:nvSpPr>
        <p:spPr>
          <a:xfrm xmlns:a="http://schemas.openxmlformats.org/drawingml/2006/main">
            <a:off x="11049000" y="633412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5D6D84"/>
                </a:solidFill>
                <a:latin typeface="Apple SD Gothic Neo"/>
                <a:ea typeface="Apple SD Gothic Neo"/>
                <a:cs typeface="Apple SD Gothic Neo"/>
              </a:defRPr>
            </a:defPPr>
            <a:lvl1pPr>
              <a:buNone/>
              <a:defRPr sz="1125" b="1">
                <a:solidFill>
                  <a:srgbClr val="5D6D84"/>
                </a:solidFill>
                <a:latin typeface="Apple SD Gothic Neo"/>
                <a:ea typeface="Apple SD Gothic Neo"/>
                <a:cs typeface="Apple SD Gothic Neo"/>
              </a:defRPr>
            </a:lvl1pPr>
            <a:lvl2pPr>
              <a:buNone/>
              <a:defRPr sz="1125" b="1">
                <a:solidFill>
                  <a:srgbClr val="5D6D84"/>
                </a:solidFill>
                <a:latin typeface="Apple SD Gothic Neo"/>
                <a:ea typeface="Apple SD Gothic Neo"/>
                <a:cs typeface="Apple SD Gothic Neo"/>
              </a:defRPr>
            </a:lvl2pPr>
            <a:lvl3pPr>
              <a:buNone/>
              <a:defRPr sz="1125" b="1">
                <a:solidFill>
                  <a:srgbClr val="5D6D84"/>
                </a:solidFill>
                <a:latin typeface="Apple SD Gothic Neo"/>
                <a:ea typeface="Apple SD Gothic Neo"/>
                <a:cs typeface="Apple SD Gothic Neo"/>
              </a:defRPr>
            </a:lvl3pPr>
            <a:lvl4pPr>
              <a:buNone/>
              <a:defRPr sz="1125" b="1">
                <a:solidFill>
                  <a:srgbClr val="5D6D84"/>
                </a:solidFill>
                <a:latin typeface="Apple SD Gothic Neo"/>
                <a:ea typeface="Apple SD Gothic Neo"/>
                <a:cs typeface="Apple SD Gothic Neo"/>
              </a:defRPr>
            </a:lvl4pPr>
            <a:lvl5pPr>
              <a:buNone/>
              <a:defRPr sz="1125" b="1">
                <a:solidFill>
                  <a:srgbClr val="5D6D84"/>
                </a:solidFill>
                <a:latin typeface="Apple SD Gothic Neo"/>
                <a:ea typeface="Apple SD Gothic Neo"/>
                <a:cs typeface="Apple SD Gothic Neo"/>
              </a:defRPr>
            </a:lvl5pPr>
            <a:lvl6pPr>
              <a:buNone/>
              <a:defRPr sz="1125" b="1">
                <a:solidFill>
                  <a:srgbClr val="5D6D84"/>
                </a:solidFill>
                <a:latin typeface="Apple SD Gothic Neo"/>
                <a:ea typeface="Apple SD Gothic Neo"/>
                <a:cs typeface="Apple SD Gothic Neo"/>
              </a:defRPr>
            </a:lvl6pPr>
            <a:lvl7pPr>
              <a:buNone/>
              <a:defRPr sz="1125" b="1">
                <a:solidFill>
                  <a:srgbClr val="5D6D84"/>
                </a:solidFill>
                <a:latin typeface="Apple SD Gothic Neo"/>
                <a:ea typeface="Apple SD Gothic Neo"/>
                <a:cs typeface="Apple SD Gothic Neo"/>
              </a:defRPr>
            </a:lvl7pPr>
            <a:lvl8pPr>
              <a:buNone/>
              <a:defRPr sz="1125" b="1">
                <a:solidFill>
                  <a:srgbClr val="5D6D84"/>
                </a:solidFill>
                <a:latin typeface="Apple SD Gothic Neo"/>
                <a:ea typeface="Apple SD Gothic Neo"/>
                <a:cs typeface="Apple SD Gothic Neo"/>
              </a:defRPr>
            </a:lvl8pPr>
            <a:lvl9pPr>
              <a:buNone/>
              <a:defRPr sz="1125" b="1">
                <a:solidFill>
                  <a:srgbClr val="5D6D84"/>
                </a:solidFill>
                <a:latin typeface="Apple SD Gothic Neo"/>
                <a:ea typeface="Apple SD Gothic Neo"/>
                <a:cs typeface="Apple SD Gothic Neo"/>
              </a:defRPr>
            </a:lvl9pPr>
          </a:lstStyle>
          <a:p xmlns:a="http://schemas.openxmlformats.org/drawingml/2006/main">
            <a:pPr>
              <a:buNone/>
              <a:defRPr sz="1125" b="1">
                <a:solidFill>
                  <a:srgbClr val="5D6D84"/>
                </a:solidFill>
                <a:latin typeface="Apple SD Gothic Neo"/>
                <a:ea typeface="Apple SD Gothic Neo"/>
                <a:cs typeface="Apple SD Gothic Neo"/>
              </a:defRPr>
            </a:pPr>
            <a:r>
              <a:rPr sz="1125" b="1">
                <a:solidFill>
                  <a:srgbClr val="5D6D84"/>
                </a:solidFill>
                <a:latin typeface="Apple SD Gothic Neo"/>
                <a:ea typeface="Apple SD Gothic Neo"/>
                <a:cs typeface="Apple SD Gothic Neo"/>
              </a:rPr>
              <a:t>02</a:t>
            </a:r>
          </a:p>
        </p:txBody>
      </p:sp>
      <p:sp>
        <p:nvSpPr>
          <p:cNvPr id="7" name="">
            <a:extLst xmlns:a="http://schemas.openxmlformats.org/drawingml/2006/main">
              <a:ext uri="{FF2B5EF4-FFF2-40B4-BE49-F238E27FC236}">
                <a16:creationId xmlns:a16="http://schemas.microsoft.com/office/drawing/2014/main" id="{17333082-CFF0-4061-A189-C9D53F0420E4}"/>
              </a:ext>
            </a:extLst>
          </p:cNvPr>
          <p:cNvSpPr>
            <a:spLocks xmlns:a="http://schemas.openxmlformats.org/drawingml/2006/main" noGrp="1"/>
          </p:cNvSpPr>
          <p:nvPr/>
        </p:nvSpPr>
        <p:spPr>
          <a:xfrm xmlns:a="http://schemas.openxmlformats.org/drawingml/2006/main">
            <a:off x="609600" y="1924050"/>
            <a:ext cx="3409950" cy="33337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AA9E74D-89F5-4AB5-B9D9-B71D2B0CC336}"/>
              </a:ext>
            </a:extLst>
          </p:cNvPr>
          <p:cNvSpPr>
            <a:spLocks xmlns:a="http://schemas.openxmlformats.org/drawingml/2006/main" noGrp="1"/>
          </p:cNvSpPr>
          <p:nvPr/>
        </p:nvSpPr>
        <p:spPr>
          <a:xfrm xmlns:a="http://schemas.openxmlformats.org/drawingml/2006/main">
            <a:off x="609600" y="1924050"/>
            <a:ext cx="57150" cy="3333750"/>
          </a:xfrm>
          <a:prstGeom xmlns:a="http://schemas.openxmlformats.org/drawingml/2006/main" prst="rect">
            <a:avLst/>
          </a:prstGeom>
          <a:solidFill xmlns:a="http://schemas.openxmlformats.org/drawingml/2006/main">
            <a:srgbClr val="235ECB"/>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0B5B4DE-2EF8-498C-8073-3ECAFE1693BA}"/>
              </a:ext>
            </a:extLst>
          </p:cNvPr>
          <p:cNvSpPr>
            <a:spLocks xmlns:a="http://schemas.openxmlformats.org/drawingml/2006/main" noGrp="1"/>
          </p:cNvSpPr>
          <p:nvPr/>
        </p:nvSpPr>
        <p:spPr>
          <a:xfrm xmlns:a="http://schemas.openxmlformats.org/drawingml/2006/main">
            <a:off x="857250" y="2171700"/>
            <a:ext cx="29146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72B4D"/>
                </a:solidFill>
                <a:latin typeface="Apple SD Gothic Neo"/>
                <a:ea typeface="Apple SD Gothic Neo"/>
                <a:cs typeface="Apple SD Gothic Neo"/>
              </a:defRPr>
            </a:defPPr>
            <a:lvl1pPr>
              <a:buNone/>
              <a:defRPr sz="2100" b="1">
                <a:solidFill>
                  <a:srgbClr val="172B4D"/>
                </a:solidFill>
                <a:latin typeface="Apple SD Gothic Neo"/>
                <a:ea typeface="Apple SD Gothic Neo"/>
                <a:cs typeface="Apple SD Gothic Neo"/>
              </a:defRPr>
            </a:lvl1pPr>
            <a:lvl2pPr>
              <a:buNone/>
              <a:defRPr sz="2100" b="1">
                <a:solidFill>
                  <a:srgbClr val="172B4D"/>
                </a:solidFill>
                <a:latin typeface="Apple SD Gothic Neo"/>
                <a:ea typeface="Apple SD Gothic Neo"/>
                <a:cs typeface="Apple SD Gothic Neo"/>
              </a:defRPr>
            </a:lvl2pPr>
            <a:lvl3pPr>
              <a:buNone/>
              <a:defRPr sz="2100" b="1">
                <a:solidFill>
                  <a:srgbClr val="172B4D"/>
                </a:solidFill>
                <a:latin typeface="Apple SD Gothic Neo"/>
                <a:ea typeface="Apple SD Gothic Neo"/>
                <a:cs typeface="Apple SD Gothic Neo"/>
              </a:defRPr>
            </a:lvl3pPr>
            <a:lvl4pPr>
              <a:buNone/>
              <a:defRPr sz="2100" b="1">
                <a:solidFill>
                  <a:srgbClr val="172B4D"/>
                </a:solidFill>
                <a:latin typeface="Apple SD Gothic Neo"/>
                <a:ea typeface="Apple SD Gothic Neo"/>
                <a:cs typeface="Apple SD Gothic Neo"/>
              </a:defRPr>
            </a:lvl4pPr>
            <a:lvl5pPr>
              <a:buNone/>
              <a:defRPr sz="2100" b="1">
                <a:solidFill>
                  <a:srgbClr val="172B4D"/>
                </a:solidFill>
                <a:latin typeface="Apple SD Gothic Neo"/>
                <a:ea typeface="Apple SD Gothic Neo"/>
                <a:cs typeface="Apple SD Gothic Neo"/>
              </a:defRPr>
            </a:lvl5pPr>
            <a:lvl6pPr>
              <a:buNone/>
              <a:defRPr sz="2100" b="1">
                <a:solidFill>
                  <a:srgbClr val="172B4D"/>
                </a:solidFill>
                <a:latin typeface="Apple SD Gothic Neo"/>
                <a:ea typeface="Apple SD Gothic Neo"/>
                <a:cs typeface="Apple SD Gothic Neo"/>
              </a:defRPr>
            </a:lvl6pPr>
            <a:lvl7pPr>
              <a:buNone/>
              <a:defRPr sz="2100" b="1">
                <a:solidFill>
                  <a:srgbClr val="172B4D"/>
                </a:solidFill>
                <a:latin typeface="Apple SD Gothic Neo"/>
                <a:ea typeface="Apple SD Gothic Neo"/>
                <a:cs typeface="Apple SD Gothic Neo"/>
              </a:defRPr>
            </a:lvl7pPr>
            <a:lvl8pPr>
              <a:buNone/>
              <a:defRPr sz="2100" b="1">
                <a:solidFill>
                  <a:srgbClr val="172B4D"/>
                </a:solidFill>
                <a:latin typeface="Apple SD Gothic Neo"/>
                <a:ea typeface="Apple SD Gothic Neo"/>
                <a:cs typeface="Apple SD Gothic Neo"/>
              </a:defRPr>
            </a:lvl8pPr>
            <a:lvl9pPr>
              <a:buNone/>
              <a:defRPr sz="2100" b="1">
                <a:solidFill>
                  <a:srgbClr val="172B4D"/>
                </a:solidFill>
                <a:latin typeface="Apple SD Gothic Neo"/>
                <a:ea typeface="Apple SD Gothic Neo"/>
                <a:cs typeface="Apple SD Gothic Neo"/>
              </a:defRPr>
            </a:lvl9pPr>
          </a:lstStyle>
          <a:p xmlns:a="http://schemas.openxmlformats.org/drawingml/2006/main">
            <a:pPr>
              <a:buNone/>
              <a:defRPr sz="2100" b="1">
                <a:solidFill>
                  <a:srgbClr val="172B4D"/>
                </a:solidFill>
                <a:latin typeface="Apple SD Gothic Neo"/>
                <a:ea typeface="Apple SD Gothic Neo"/>
                <a:cs typeface="Apple SD Gothic Neo"/>
              </a:defRPr>
            </a:pPr>
            <a:r>
              <a:rPr sz="2100" b="1">
                <a:solidFill>
                  <a:srgbClr val="172B4D"/>
                </a:solidFill>
                <a:latin typeface="Apple SD Gothic Neo"/>
                <a:ea typeface="Apple SD Gothic Neo"/>
                <a:cs typeface="Apple SD Gothic Neo"/>
              </a:rPr>
              <a:t>조회 대상</a:t>
            </a:r>
          </a:p>
        </p:txBody>
      </p:sp>
      <p:sp>
        <p:nvSpPr>
          <p:cNvPr id="10" name="">
            <a:extLst xmlns:a="http://schemas.openxmlformats.org/drawingml/2006/main">
              <a:ext uri="{FF2B5EF4-FFF2-40B4-BE49-F238E27FC236}">
                <a16:creationId xmlns:a16="http://schemas.microsoft.com/office/drawing/2014/main" id="{49CD72D3-90F3-4AA3-98E1-A6F96714C082}"/>
              </a:ext>
            </a:extLst>
          </p:cNvPr>
          <p:cNvSpPr>
            <a:spLocks xmlns:a="http://schemas.openxmlformats.org/drawingml/2006/main" noGrp="1"/>
          </p:cNvSpPr>
          <p:nvPr/>
        </p:nvSpPr>
        <p:spPr>
          <a:xfrm xmlns:a="http://schemas.openxmlformats.org/drawingml/2006/main">
            <a:off x="857250" y="2990850"/>
            <a:ext cx="29146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253650"/>
                </a:solidFill>
                <a:latin typeface="Apple SD Gothic Neo"/>
                <a:ea typeface="Apple SD Gothic Neo"/>
                <a:cs typeface="Apple SD Gothic Neo"/>
              </a:defRPr>
            </a:defPPr>
            <a:lvl1pPr>
              <a:buNone/>
              <a:defRPr sz="1800" b="0">
                <a:solidFill>
                  <a:srgbClr val="253650"/>
                </a:solidFill>
                <a:latin typeface="Apple SD Gothic Neo"/>
                <a:ea typeface="Apple SD Gothic Neo"/>
                <a:cs typeface="Apple SD Gothic Neo"/>
              </a:defRPr>
            </a:lvl1pPr>
            <a:lvl2pPr>
              <a:buNone/>
              <a:defRPr sz="1800" b="0">
                <a:solidFill>
                  <a:srgbClr val="253650"/>
                </a:solidFill>
                <a:latin typeface="Apple SD Gothic Neo"/>
                <a:ea typeface="Apple SD Gothic Neo"/>
                <a:cs typeface="Apple SD Gothic Neo"/>
              </a:defRPr>
            </a:lvl2pPr>
            <a:lvl3pPr>
              <a:buNone/>
              <a:defRPr sz="1800" b="0">
                <a:solidFill>
                  <a:srgbClr val="253650"/>
                </a:solidFill>
                <a:latin typeface="Apple SD Gothic Neo"/>
                <a:ea typeface="Apple SD Gothic Neo"/>
                <a:cs typeface="Apple SD Gothic Neo"/>
              </a:defRPr>
            </a:lvl3pPr>
            <a:lvl4pPr>
              <a:buNone/>
              <a:defRPr sz="1800" b="0">
                <a:solidFill>
                  <a:srgbClr val="253650"/>
                </a:solidFill>
                <a:latin typeface="Apple SD Gothic Neo"/>
                <a:ea typeface="Apple SD Gothic Neo"/>
                <a:cs typeface="Apple SD Gothic Neo"/>
              </a:defRPr>
            </a:lvl4pPr>
            <a:lvl5pPr>
              <a:buNone/>
              <a:defRPr sz="1800" b="0">
                <a:solidFill>
                  <a:srgbClr val="253650"/>
                </a:solidFill>
                <a:latin typeface="Apple SD Gothic Neo"/>
                <a:ea typeface="Apple SD Gothic Neo"/>
                <a:cs typeface="Apple SD Gothic Neo"/>
              </a:defRPr>
            </a:lvl5pPr>
            <a:lvl6pPr>
              <a:buNone/>
              <a:defRPr sz="1800" b="0">
                <a:solidFill>
                  <a:srgbClr val="253650"/>
                </a:solidFill>
                <a:latin typeface="Apple SD Gothic Neo"/>
                <a:ea typeface="Apple SD Gothic Neo"/>
                <a:cs typeface="Apple SD Gothic Neo"/>
              </a:defRPr>
            </a:lvl6pPr>
            <a:lvl7pPr>
              <a:buNone/>
              <a:defRPr sz="1800" b="0">
                <a:solidFill>
                  <a:srgbClr val="253650"/>
                </a:solidFill>
                <a:latin typeface="Apple SD Gothic Neo"/>
                <a:ea typeface="Apple SD Gothic Neo"/>
                <a:cs typeface="Apple SD Gothic Neo"/>
              </a:defRPr>
            </a:lvl7pPr>
            <a:lvl8pPr>
              <a:buNone/>
              <a:defRPr sz="1800" b="0">
                <a:solidFill>
                  <a:srgbClr val="253650"/>
                </a:solidFill>
                <a:latin typeface="Apple SD Gothic Neo"/>
                <a:ea typeface="Apple SD Gothic Neo"/>
                <a:cs typeface="Apple SD Gothic Neo"/>
              </a:defRPr>
            </a:lvl8pPr>
            <a:lvl9pPr>
              <a:buNone/>
              <a:defRPr sz="1800" b="0">
                <a:solidFill>
                  <a:srgbClr val="253650"/>
                </a:solidFill>
                <a:latin typeface="Apple SD Gothic Neo"/>
                <a:ea typeface="Apple SD Gothic Neo"/>
                <a:cs typeface="Apple SD Gothic Neo"/>
              </a:defRPr>
            </a:lvl9pPr>
          </a:lstStyle>
          <a:p xmlns:a="http://schemas.openxmlformats.org/drawingml/2006/main">
            <a:pPr>
              <a:buNone/>
              <a:defRPr sz="1800" b="0">
                <a:solidFill>
                  <a:srgbClr val="253650"/>
                </a:solidFill>
                <a:latin typeface="Apple SD Gothic Neo"/>
                <a:ea typeface="Apple SD Gothic Neo"/>
                <a:cs typeface="Apple SD Gothic Neo"/>
              </a:defRPr>
            </a:pPr>
            <a:r>
              <a:rPr sz="1800" b="0">
                <a:solidFill>
                  <a:srgbClr val="253650"/>
                </a:solidFill>
                <a:latin typeface="Apple SD Gothic Neo"/>
                <a:ea typeface="Apple SD Gothic Neo"/>
                <a:cs typeface="Apple SD Gothic Neo"/>
              </a:rPr>
              <a:t>복수 서비스 계획은 가능했습니다.</a:t>
            </a:r>
          </a:p>
          <a:p xmlns:a="http://schemas.openxmlformats.org/drawingml/2006/main">
            <a:pPr>
              <a:buNone/>
              <a:defRPr sz="1800" b="0">
                <a:solidFill>
                  <a:srgbClr val="253650"/>
                </a:solidFill>
                <a:latin typeface="Apple SD Gothic Neo"/>
                <a:ea typeface="Apple SD Gothic Neo"/>
                <a:cs typeface="Apple SD Gothic Neo"/>
              </a:defRPr>
            </a:pPr>
            <a:r>
              <a:rPr sz="1800" b="0">
                <a:solidFill>
                  <a:srgbClr val="253650"/>
                </a:solidFill>
                <a:latin typeface="Apple SD Gothic Neo"/>
                <a:ea typeface="Apple SD Gothic Neo"/>
                <a:cs typeface="Apple SD Gothic Neo"/>
              </a:rPr>
              <a:t>일부만 계획되면 나머지 대상을 강제로 보완하지 않았습니다.</a:t>
            </a:r>
          </a:p>
        </p:txBody>
      </p:sp>
      <p:sp>
        <p:nvSpPr>
          <p:cNvPr id="11" name="">
            <a:extLst xmlns:a="http://schemas.openxmlformats.org/drawingml/2006/main">
              <a:ext uri="{FF2B5EF4-FFF2-40B4-BE49-F238E27FC236}">
                <a16:creationId xmlns:a16="http://schemas.microsoft.com/office/drawing/2014/main" id="{B2BAB7C0-4067-4F6F-857C-2BD09B25F093}"/>
              </a:ext>
            </a:extLst>
          </p:cNvPr>
          <p:cNvSpPr>
            <a:spLocks xmlns:a="http://schemas.openxmlformats.org/drawingml/2006/main" noGrp="1"/>
          </p:cNvSpPr>
          <p:nvPr/>
        </p:nvSpPr>
        <p:spPr>
          <a:xfrm xmlns:a="http://schemas.openxmlformats.org/drawingml/2006/main">
            <a:off x="4381500" y="1924050"/>
            <a:ext cx="3409950" cy="33337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EEBAB98-658E-42FE-AD43-E42559E21EEC}"/>
              </a:ext>
            </a:extLst>
          </p:cNvPr>
          <p:cNvSpPr>
            <a:spLocks xmlns:a="http://schemas.openxmlformats.org/drawingml/2006/main" noGrp="1"/>
          </p:cNvSpPr>
          <p:nvPr/>
        </p:nvSpPr>
        <p:spPr>
          <a:xfrm xmlns:a="http://schemas.openxmlformats.org/drawingml/2006/main">
            <a:off x="4381500" y="1924050"/>
            <a:ext cx="57150" cy="3333750"/>
          </a:xfrm>
          <a:prstGeom xmlns:a="http://schemas.openxmlformats.org/drawingml/2006/main" prst="rect">
            <a:avLst/>
          </a:prstGeom>
          <a:solidFill xmlns:a="http://schemas.openxmlformats.org/drawingml/2006/main">
            <a:srgbClr val="235ECB"/>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FDC2113-617D-4B5A-9898-5564A6AAFF06}"/>
              </a:ext>
            </a:extLst>
          </p:cNvPr>
          <p:cNvSpPr>
            <a:spLocks xmlns:a="http://schemas.openxmlformats.org/drawingml/2006/main" noGrp="1"/>
          </p:cNvSpPr>
          <p:nvPr/>
        </p:nvSpPr>
        <p:spPr>
          <a:xfrm xmlns:a="http://schemas.openxmlformats.org/drawingml/2006/main">
            <a:off x="4629150" y="2171700"/>
            <a:ext cx="29146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72B4D"/>
                </a:solidFill>
                <a:latin typeface="Apple SD Gothic Neo"/>
                <a:ea typeface="Apple SD Gothic Neo"/>
                <a:cs typeface="Apple SD Gothic Neo"/>
              </a:defRPr>
            </a:defPPr>
            <a:lvl1pPr>
              <a:buNone/>
              <a:defRPr sz="2100" b="1">
                <a:solidFill>
                  <a:srgbClr val="172B4D"/>
                </a:solidFill>
                <a:latin typeface="Apple SD Gothic Neo"/>
                <a:ea typeface="Apple SD Gothic Neo"/>
                <a:cs typeface="Apple SD Gothic Neo"/>
              </a:defRPr>
            </a:lvl1pPr>
            <a:lvl2pPr>
              <a:buNone/>
              <a:defRPr sz="2100" b="1">
                <a:solidFill>
                  <a:srgbClr val="172B4D"/>
                </a:solidFill>
                <a:latin typeface="Apple SD Gothic Neo"/>
                <a:ea typeface="Apple SD Gothic Neo"/>
                <a:cs typeface="Apple SD Gothic Neo"/>
              </a:defRPr>
            </a:lvl2pPr>
            <a:lvl3pPr>
              <a:buNone/>
              <a:defRPr sz="2100" b="1">
                <a:solidFill>
                  <a:srgbClr val="172B4D"/>
                </a:solidFill>
                <a:latin typeface="Apple SD Gothic Neo"/>
                <a:ea typeface="Apple SD Gothic Neo"/>
                <a:cs typeface="Apple SD Gothic Neo"/>
              </a:defRPr>
            </a:lvl3pPr>
            <a:lvl4pPr>
              <a:buNone/>
              <a:defRPr sz="2100" b="1">
                <a:solidFill>
                  <a:srgbClr val="172B4D"/>
                </a:solidFill>
                <a:latin typeface="Apple SD Gothic Neo"/>
                <a:ea typeface="Apple SD Gothic Neo"/>
                <a:cs typeface="Apple SD Gothic Neo"/>
              </a:defRPr>
            </a:lvl4pPr>
            <a:lvl5pPr>
              <a:buNone/>
              <a:defRPr sz="2100" b="1">
                <a:solidFill>
                  <a:srgbClr val="172B4D"/>
                </a:solidFill>
                <a:latin typeface="Apple SD Gothic Neo"/>
                <a:ea typeface="Apple SD Gothic Neo"/>
                <a:cs typeface="Apple SD Gothic Neo"/>
              </a:defRPr>
            </a:lvl5pPr>
            <a:lvl6pPr>
              <a:buNone/>
              <a:defRPr sz="2100" b="1">
                <a:solidFill>
                  <a:srgbClr val="172B4D"/>
                </a:solidFill>
                <a:latin typeface="Apple SD Gothic Neo"/>
                <a:ea typeface="Apple SD Gothic Neo"/>
                <a:cs typeface="Apple SD Gothic Neo"/>
              </a:defRPr>
            </a:lvl6pPr>
            <a:lvl7pPr>
              <a:buNone/>
              <a:defRPr sz="2100" b="1">
                <a:solidFill>
                  <a:srgbClr val="172B4D"/>
                </a:solidFill>
                <a:latin typeface="Apple SD Gothic Neo"/>
                <a:ea typeface="Apple SD Gothic Neo"/>
                <a:cs typeface="Apple SD Gothic Neo"/>
              </a:defRPr>
            </a:lvl7pPr>
            <a:lvl8pPr>
              <a:buNone/>
              <a:defRPr sz="2100" b="1">
                <a:solidFill>
                  <a:srgbClr val="172B4D"/>
                </a:solidFill>
                <a:latin typeface="Apple SD Gothic Neo"/>
                <a:ea typeface="Apple SD Gothic Neo"/>
                <a:cs typeface="Apple SD Gothic Neo"/>
              </a:defRPr>
            </a:lvl8pPr>
            <a:lvl9pPr>
              <a:buNone/>
              <a:defRPr sz="2100" b="1">
                <a:solidFill>
                  <a:srgbClr val="172B4D"/>
                </a:solidFill>
                <a:latin typeface="Apple SD Gothic Neo"/>
                <a:ea typeface="Apple SD Gothic Neo"/>
                <a:cs typeface="Apple SD Gothic Neo"/>
              </a:defRPr>
            </a:lvl9pPr>
          </a:lstStyle>
          <a:p xmlns:a="http://schemas.openxmlformats.org/drawingml/2006/main">
            <a:pPr>
              <a:buNone/>
              <a:defRPr sz="2100" b="1">
                <a:solidFill>
                  <a:srgbClr val="172B4D"/>
                </a:solidFill>
                <a:latin typeface="Apple SD Gothic Neo"/>
                <a:ea typeface="Apple SD Gothic Neo"/>
                <a:cs typeface="Apple SD Gothic Neo"/>
              </a:defRPr>
            </a:pPr>
            <a:r>
              <a:rPr sz="2100" b="1">
                <a:solidFill>
                  <a:srgbClr val="172B4D"/>
                </a:solidFill>
                <a:latin typeface="Apple SD Gothic Neo"/>
                <a:ea typeface="Apple SD Gothic Neo"/>
                <a:cs typeface="Apple SD Gothic Neo"/>
              </a:rPr>
              <a:t>런북 선택</a:t>
            </a:r>
          </a:p>
        </p:txBody>
      </p:sp>
      <p:sp>
        <p:nvSpPr>
          <p:cNvPr id="14" name="">
            <a:extLst xmlns:a="http://schemas.openxmlformats.org/drawingml/2006/main">
              <a:ext uri="{FF2B5EF4-FFF2-40B4-BE49-F238E27FC236}">
                <a16:creationId xmlns:a16="http://schemas.microsoft.com/office/drawing/2014/main" id="{9A071DE9-5FB9-42D3-91DB-8735AF070998}"/>
              </a:ext>
            </a:extLst>
          </p:cNvPr>
          <p:cNvSpPr>
            <a:spLocks xmlns:a="http://schemas.openxmlformats.org/drawingml/2006/main" noGrp="1"/>
          </p:cNvSpPr>
          <p:nvPr/>
        </p:nvSpPr>
        <p:spPr>
          <a:xfrm xmlns:a="http://schemas.openxmlformats.org/drawingml/2006/main">
            <a:off x="4629150" y="2990850"/>
            <a:ext cx="29146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253650"/>
                </a:solidFill>
                <a:latin typeface="Apple SD Gothic Neo"/>
                <a:ea typeface="Apple SD Gothic Neo"/>
                <a:cs typeface="Apple SD Gothic Neo"/>
              </a:defRPr>
            </a:defPPr>
            <a:lvl1pPr>
              <a:buNone/>
              <a:defRPr sz="1800" b="0">
                <a:solidFill>
                  <a:srgbClr val="253650"/>
                </a:solidFill>
                <a:latin typeface="Apple SD Gothic Neo"/>
                <a:ea typeface="Apple SD Gothic Neo"/>
                <a:cs typeface="Apple SD Gothic Neo"/>
              </a:defRPr>
            </a:lvl1pPr>
            <a:lvl2pPr>
              <a:buNone/>
              <a:defRPr sz="1800" b="0">
                <a:solidFill>
                  <a:srgbClr val="253650"/>
                </a:solidFill>
                <a:latin typeface="Apple SD Gothic Neo"/>
                <a:ea typeface="Apple SD Gothic Neo"/>
                <a:cs typeface="Apple SD Gothic Neo"/>
              </a:defRPr>
            </a:lvl2pPr>
            <a:lvl3pPr>
              <a:buNone/>
              <a:defRPr sz="1800" b="0">
                <a:solidFill>
                  <a:srgbClr val="253650"/>
                </a:solidFill>
                <a:latin typeface="Apple SD Gothic Neo"/>
                <a:ea typeface="Apple SD Gothic Neo"/>
                <a:cs typeface="Apple SD Gothic Neo"/>
              </a:defRPr>
            </a:lvl3pPr>
            <a:lvl4pPr>
              <a:buNone/>
              <a:defRPr sz="1800" b="0">
                <a:solidFill>
                  <a:srgbClr val="253650"/>
                </a:solidFill>
                <a:latin typeface="Apple SD Gothic Neo"/>
                <a:ea typeface="Apple SD Gothic Neo"/>
                <a:cs typeface="Apple SD Gothic Neo"/>
              </a:defRPr>
            </a:lvl4pPr>
            <a:lvl5pPr>
              <a:buNone/>
              <a:defRPr sz="1800" b="0">
                <a:solidFill>
                  <a:srgbClr val="253650"/>
                </a:solidFill>
                <a:latin typeface="Apple SD Gothic Neo"/>
                <a:ea typeface="Apple SD Gothic Neo"/>
                <a:cs typeface="Apple SD Gothic Neo"/>
              </a:defRPr>
            </a:lvl5pPr>
            <a:lvl6pPr>
              <a:buNone/>
              <a:defRPr sz="1800" b="0">
                <a:solidFill>
                  <a:srgbClr val="253650"/>
                </a:solidFill>
                <a:latin typeface="Apple SD Gothic Neo"/>
                <a:ea typeface="Apple SD Gothic Neo"/>
                <a:cs typeface="Apple SD Gothic Neo"/>
              </a:defRPr>
            </a:lvl6pPr>
            <a:lvl7pPr>
              <a:buNone/>
              <a:defRPr sz="1800" b="0">
                <a:solidFill>
                  <a:srgbClr val="253650"/>
                </a:solidFill>
                <a:latin typeface="Apple SD Gothic Neo"/>
                <a:ea typeface="Apple SD Gothic Neo"/>
                <a:cs typeface="Apple SD Gothic Neo"/>
              </a:defRPr>
            </a:lvl7pPr>
            <a:lvl8pPr>
              <a:buNone/>
              <a:defRPr sz="1800" b="0">
                <a:solidFill>
                  <a:srgbClr val="253650"/>
                </a:solidFill>
                <a:latin typeface="Apple SD Gothic Neo"/>
                <a:ea typeface="Apple SD Gothic Neo"/>
                <a:cs typeface="Apple SD Gothic Neo"/>
              </a:defRPr>
            </a:lvl8pPr>
            <a:lvl9pPr>
              <a:buNone/>
              <a:defRPr sz="1800" b="0">
                <a:solidFill>
                  <a:srgbClr val="253650"/>
                </a:solidFill>
                <a:latin typeface="Apple SD Gothic Neo"/>
                <a:ea typeface="Apple SD Gothic Neo"/>
                <a:cs typeface="Apple SD Gothic Neo"/>
              </a:defRPr>
            </a:lvl9pPr>
          </a:lstStyle>
          <a:p xmlns:a="http://schemas.openxmlformats.org/drawingml/2006/main">
            <a:pPr>
              <a:buNone/>
              <a:defRPr sz="1800" b="0">
                <a:solidFill>
                  <a:srgbClr val="253650"/>
                </a:solidFill>
                <a:latin typeface="Apple SD Gothic Neo"/>
                <a:ea typeface="Apple SD Gothic Neo"/>
                <a:cs typeface="Apple SD Gothic Neo"/>
              </a:defRPr>
            </a:pPr>
            <a:r>
              <a:rPr sz="1800" b="0">
                <a:solidFill>
                  <a:srgbClr val="253650"/>
                </a:solidFill>
                <a:latin typeface="Apple SD Gothic Neo"/>
                <a:ea typeface="Apple SD Gothic Neo"/>
                <a:cs typeface="Apple SD Gothic Neo"/>
              </a:rPr>
              <a:t>첫 키워드에 맞는 유형 하나를 선택했습니다.</a:t>
            </a:r>
          </a:p>
          <a:p xmlns:a="http://schemas.openxmlformats.org/drawingml/2006/main">
            <a:pPr>
              <a:buNone/>
              <a:defRPr sz="1800" b="0">
                <a:solidFill>
                  <a:srgbClr val="253650"/>
                </a:solidFill>
                <a:latin typeface="Apple SD Gothic Neo"/>
                <a:ea typeface="Apple SD Gothic Neo"/>
                <a:cs typeface="Apple SD Gothic Neo"/>
              </a:defRPr>
            </a:pPr>
            <a:r>
              <a:rPr sz="1800" b="0">
                <a:solidFill>
                  <a:srgbClr val="253650"/>
                </a:solidFill>
                <a:latin typeface="Apple SD Gothic Neo"/>
                <a:ea typeface="Apple SD Gothic Neo"/>
                <a:cs typeface="Apple SD Gothic Neo"/>
              </a:rPr>
              <a:t>독립적인 여러 증상이 빠질 수 있었습니다.</a:t>
            </a:r>
          </a:p>
        </p:txBody>
      </p:sp>
      <p:sp>
        <p:nvSpPr>
          <p:cNvPr id="15" name="">
            <a:extLst xmlns:a="http://schemas.openxmlformats.org/drawingml/2006/main">
              <a:ext uri="{FF2B5EF4-FFF2-40B4-BE49-F238E27FC236}">
                <a16:creationId xmlns:a16="http://schemas.microsoft.com/office/drawing/2014/main" id="{C933607F-2FD7-47A0-AD2C-92BA7CEDD8CC}"/>
              </a:ext>
            </a:extLst>
          </p:cNvPr>
          <p:cNvSpPr>
            <a:spLocks xmlns:a="http://schemas.openxmlformats.org/drawingml/2006/main" noGrp="1"/>
          </p:cNvSpPr>
          <p:nvPr/>
        </p:nvSpPr>
        <p:spPr>
          <a:xfrm xmlns:a="http://schemas.openxmlformats.org/drawingml/2006/main">
            <a:off x="8153400" y="1924050"/>
            <a:ext cx="3409950" cy="33337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19AC765-2B0C-4544-BE77-E449706BB464}"/>
              </a:ext>
            </a:extLst>
          </p:cNvPr>
          <p:cNvSpPr>
            <a:spLocks xmlns:a="http://schemas.openxmlformats.org/drawingml/2006/main" noGrp="1"/>
          </p:cNvSpPr>
          <p:nvPr/>
        </p:nvSpPr>
        <p:spPr>
          <a:xfrm xmlns:a="http://schemas.openxmlformats.org/drawingml/2006/main">
            <a:off x="8153400" y="1924050"/>
            <a:ext cx="57150" cy="3333750"/>
          </a:xfrm>
          <a:prstGeom xmlns:a="http://schemas.openxmlformats.org/drawingml/2006/main" prst="rect">
            <a:avLst/>
          </a:prstGeom>
          <a:solidFill xmlns:a="http://schemas.openxmlformats.org/drawingml/2006/main">
            <a:srgbClr val="235ECB"/>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500579C-A554-44AA-B5DA-B917666C0943}"/>
              </a:ext>
            </a:extLst>
          </p:cNvPr>
          <p:cNvSpPr>
            <a:spLocks xmlns:a="http://schemas.openxmlformats.org/drawingml/2006/main" noGrp="1"/>
          </p:cNvSpPr>
          <p:nvPr/>
        </p:nvSpPr>
        <p:spPr>
          <a:xfrm xmlns:a="http://schemas.openxmlformats.org/drawingml/2006/main">
            <a:off x="8401050" y="2171700"/>
            <a:ext cx="29146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72B4D"/>
                </a:solidFill>
                <a:latin typeface="Apple SD Gothic Neo"/>
                <a:ea typeface="Apple SD Gothic Neo"/>
                <a:cs typeface="Apple SD Gothic Neo"/>
              </a:defRPr>
            </a:defPPr>
            <a:lvl1pPr>
              <a:buNone/>
              <a:defRPr sz="2100" b="1">
                <a:solidFill>
                  <a:srgbClr val="172B4D"/>
                </a:solidFill>
                <a:latin typeface="Apple SD Gothic Neo"/>
                <a:ea typeface="Apple SD Gothic Neo"/>
                <a:cs typeface="Apple SD Gothic Neo"/>
              </a:defRPr>
            </a:lvl1pPr>
            <a:lvl2pPr>
              <a:buNone/>
              <a:defRPr sz="2100" b="1">
                <a:solidFill>
                  <a:srgbClr val="172B4D"/>
                </a:solidFill>
                <a:latin typeface="Apple SD Gothic Neo"/>
                <a:ea typeface="Apple SD Gothic Neo"/>
                <a:cs typeface="Apple SD Gothic Neo"/>
              </a:defRPr>
            </a:lvl2pPr>
            <a:lvl3pPr>
              <a:buNone/>
              <a:defRPr sz="2100" b="1">
                <a:solidFill>
                  <a:srgbClr val="172B4D"/>
                </a:solidFill>
                <a:latin typeface="Apple SD Gothic Neo"/>
                <a:ea typeface="Apple SD Gothic Neo"/>
                <a:cs typeface="Apple SD Gothic Neo"/>
              </a:defRPr>
            </a:lvl3pPr>
            <a:lvl4pPr>
              <a:buNone/>
              <a:defRPr sz="2100" b="1">
                <a:solidFill>
                  <a:srgbClr val="172B4D"/>
                </a:solidFill>
                <a:latin typeface="Apple SD Gothic Neo"/>
                <a:ea typeface="Apple SD Gothic Neo"/>
                <a:cs typeface="Apple SD Gothic Neo"/>
              </a:defRPr>
            </a:lvl4pPr>
            <a:lvl5pPr>
              <a:buNone/>
              <a:defRPr sz="2100" b="1">
                <a:solidFill>
                  <a:srgbClr val="172B4D"/>
                </a:solidFill>
                <a:latin typeface="Apple SD Gothic Neo"/>
                <a:ea typeface="Apple SD Gothic Neo"/>
                <a:cs typeface="Apple SD Gothic Neo"/>
              </a:defRPr>
            </a:lvl5pPr>
            <a:lvl6pPr>
              <a:buNone/>
              <a:defRPr sz="2100" b="1">
                <a:solidFill>
                  <a:srgbClr val="172B4D"/>
                </a:solidFill>
                <a:latin typeface="Apple SD Gothic Neo"/>
                <a:ea typeface="Apple SD Gothic Neo"/>
                <a:cs typeface="Apple SD Gothic Neo"/>
              </a:defRPr>
            </a:lvl6pPr>
            <a:lvl7pPr>
              <a:buNone/>
              <a:defRPr sz="2100" b="1">
                <a:solidFill>
                  <a:srgbClr val="172B4D"/>
                </a:solidFill>
                <a:latin typeface="Apple SD Gothic Neo"/>
                <a:ea typeface="Apple SD Gothic Neo"/>
                <a:cs typeface="Apple SD Gothic Neo"/>
              </a:defRPr>
            </a:lvl7pPr>
            <a:lvl8pPr>
              <a:buNone/>
              <a:defRPr sz="2100" b="1">
                <a:solidFill>
                  <a:srgbClr val="172B4D"/>
                </a:solidFill>
                <a:latin typeface="Apple SD Gothic Neo"/>
                <a:ea typeface="Apple SD Gothic Neo"/>
                <a:cs typeface="Apple SD Gothic Neo"/>
              </a:defRPr>
            </a:lvl8pPr>
            <a:lvl9pPr>
              <a:buNone/>
              <a:defRPr sz="2100" b="1">
                <a:solidFill>
                  <a:srgbClr val="172B4D"/>
                </a:solidFill>
                <a:latin typeface="Apple SD Gothic Neo"/>
                <a:ea typeface="Apple SD Gothic Neo"/>
                <a:cs typeface="Apple SD Gothic Neo"/>
              </a:defRPr>
            </a:lvl9pPr>
          </a:lstStyle>
          <a:p xmlns:a="http://schemas.openxmlformats.org/drawingml/2006/main">
            <a:pPr>
              <a:buNone/>
              <a:defRPr sz="2100" b="1">
                <a:solidFill>
                  <a:srgbClr val="172B4D"/>
                </a:solidFill>
                <a:latin typeface="Apple SD Gothic Neo"/>
                <a:ea typeface="Apple SD Gothic Neo"/>
                <a:cs typeface="Apple SD Gothic Neo"/>
              </a:defRPr>
            </a:pPr>
            <a:r>
              <a:rPr sz="2100" b="1">
                <a:solidFill>
                  <a:srgbClr val="172B4D"/>
                </a:solidFill>
                <a:latin typeface="Apple SD Gothic Neo"/>
                <a:ea typeface="Apple SD Gothic Neo"/>
                <a:cs typeface="Apple SD Gothic Neo"/>
              </a:rPr>
              <a:t>답변 검수</a:t>
            </a:r>
          </a:p>
        </p:txBody>
      </p:sp>
      <p:sp>
        <p:nvSpPr>
          <p:cNvPr id="18" name="">
            <a:extLst xmlns:a="http://schemas.openxmlformats.org/drawingml/2006/main">
              <a:ext uri="{FF2B5EF4-FFF2-40B4-BE49-F238E27FC236}">
                <a16:creationId xmlns:a16="http://schemas.microsoft.com/office/drawing/2014/main" id="{279F1613-3A3E-4CB1-8595-5C901068E2E8}"/>
              </a:ext>
            </a:extLst>
          </p:cNvPr>
          <p:cNvSpPr>
            <a:spLocks xmlns:a="http://schemas.openxmlformats.org/drawingml/2006/main" noGrp="1"/>
          </p:cNvSpPr>
          <p:nvPr/>
        </p:nvSpPr>
        <p:spPr>
          <a:xfrm xmlns:a="http://schemas.openxmlformats.org/drawingml/2006/main">
            <a:off x="8401050" y="2990850"/>
            <a:ext cx="29146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253650"/>
                </a:solidFill>
                <a:latin typeface="Apple SD Gothic Neo"/>
                <a:ea typeface="Apple SD Gothic Neo"/>
                <a:cs typeface="Apple SD Gothic Neo"/>
              </a:defRPr>
            </a:defPPr>
            <a:lvl1pPr>
              <a:buNone/>
              <a:defRPr sz="1800" b="0">
                <a:solidFill>
                  <a:srgbClr val="253650"/>
                </a:solidFill>
                <a:latin typeface="Apple SD Gothic Neo"/>
                <a:ea typeface="Apple SD Gothic Neo"/>
                <a:cs typeface="Apple SD Gothic Neo"/>
              </a:defRPr>
            </a:lvl1pPr>
            <a:lvl2pPr>
              <a:buNone/>
              <a:defRPr sz="1800" b="0">
                <a:solidFill>
                  <a:srgbClr val="253650"/>
                </a:solidFill>
                <a:latin typeface="Apple SD Gothic Neo"/>
                <a:ea typeface="Apple SD Gothic Neo"/>
                <a:cs typeface="Apple SD Gothic Neo"/>
              </a:defRPr>
            </a:lvl2pPr>
            <a:lvl3pPr>
              <a:buNone/>
              <a:defRPr sz="1800" b="0">
                <a:solidFill>
                  <a:srgbClr val="253650"/>
                </a:solidFill>
                <a:latin typeface="Apple SD Gothic Neo"/>
                <a:ea typeface="Apple SD Gothic Neo"/>
                <a:cs typeface="Apple SD Gothic Neo"/>
              </a:defRPr>
            </a:lvl3pPr>
            <a:lvl4pPr>
              <a:buNone/>
              <a:defRPr sz="1800" b="0">
                <a:solidFill>
                  <a:srgbClr val="253650"/>
                </a:solidFill>
                <a:latin typeface="Apple SD Gothic Neo"/>
                <a:ea typeface="Apple SD Gothic Neo"/>
                <a:cs typeface="Apple SD Gothic Neo"/>
              </a:defRPr>
            </a:lvl4pPr>
            <a:lvl5pPr>
              <a:buNone/>
              <a:defRPr sz="1800" b="0">
                <a:solidFill>
                  <a:srgbClr val="253650"/>
                </a:solidFill>
                <a:latin typeface="Apple SD Gothic Neo"/>
                <a:ea typeface="Apple SD Gothic Neo"/>
                <a:cs typeface="Apple SD Gothic Neo"/>
              </a:defRPr>
            </a:lvl5pPr>
            <a:lvl6pPr>
              <a:buNone/>
              <a:defRPr sz="1800" b="0">
                <a:solidFill>
                  <a:srgbClr val="253650"/>
                </a:solidFill>
                <a:latin typeface="Apple SD Gothic Neo"/>
                <a:ea typeface="Apple SD Gothic Neo"/>
                <a:cs typeface="Apple SD Gothic Neo"/>
              </a:defRPr>
            </a:lvl6pPr>
            <a:lvl7pPr>
              <a:buNone/>
              <a:defRPr sz="1800" b="0">
                <a:solidFill>
                  <a:srgbClr val="253650"/>
                </a:solidFill>
                <a:latin typeface="Apple SD Gothic Neo"/>
                <a:ea typeface="Apple SD Gothic Neo"/>
                <a:cs typeface="Apple SD Gothic Neo"/>
              </a:defRPr>
            </a:lvl7pPr>
            <a:lvl8pPr>
              <a:buNone/>
              <a:defRPr sz="1800" b="0">
                <a:solidFill>
                  <a:srgbClr val="253650"/>
                </a:solidFill>
                <a:latin typeface="Apple SD Gothic Neo"/>
                <a:ea typeface="Apple SD Gothic Neo"/>
                <a:cs typeface="Apple SD Gothic Neo"/>
              </a:defRPr>
            </a:lvl8pPr>
            <a:lvl9pPr>
              <a:buNone/>
              <a:defRPr sz="1800" b="0">
                <a:solidFill>
                  <a:srgbClr val="253650"/>
                </a:solidFill>
                <a:latin typeface="Apple SD Gothic Neo"/>
                <a:ea typeface="Apple SD Gothic Neo"/>
                <a:cs typeface="Apple SD Gothic Neo"/>
              </a:defRPr>
            </a:lvl9pPr>
          </a:lstStyle>
          <a:p xmlns:a="http://schemas.openxmlformats.org/drawingml/2006/main">
            <a:pPr>
              <a:buNone/>
              <a:defRPr sz="1800" b="0">
                <a:solidFill>
                  <a:srgbClr val="253650"/>
                </a:solidFill>
                <a:latin typeface="Apple SD Gothic Neo"/>
                <a:ea typeface="Apple SD Gothic Neo"/>
                <a:cs typeface="Apple SD Gothic Neo"/>
              </a:defRPr>
            </a:pPr>
            <a:r>
              <a:rPr sz="1800" b="0">
                <a:solidFill>
                  <a:srgbClr val="253650"/>
                </a:solidFill>
                <a:latin typeface="Apple SD Gothic Neo"/>
                <a:ea typeface="Apple SD Gothic Neo"/>
                <a:cs typeface="Apple SD Gothic Neo"/>
              </a:rPr>
              <a:t>길이와 번호 형식만 검사했습니다.</a:t>
            </a:r>
          </a:p>
          <a:p xmlns:a="http://schemas.openxmlformats.org/drawingml/2006/main">
            <a:pPr>
              <a:buNone/>
              <a:defRPr sz="1800" b="0">
                <a:solidFill>
                  <a:srgbClr val="253650"/>
                </a:solidFill>
                <a:latin typeface="Apple SD Gothic Neo"/>
                <a:ea typeface="Apple SD Gothic Neo"/>
                <a:cs typeface="Apple SD Gothic Neo"/>
              </a:defRPr>
            </a:pPr>
            <a:r>
              <a:rPr sz="1800" b="0">
                <a:solidFill>
                  <a:srgbClr val="253650"/>
                </a:solidFill>
                <a:latin typeface="Apple SD Gothic Neo"/>
                <a:ea typeface="Apple SD Gothic Neo"/>
                <a:cs typeface="Apple SD Gothic Neo"/>
              </a:rPr>
              <a:t>세 번째 실패는 강제 통과했습니다.</a:t>
            </a:r>
          </a:p>
        </p:txBody>
      </p:sp>
    </p:spTree>
    <p:extLst>
      <p:ext uri="{BB962C8B-B14F-4D97-AF65-F5344CB8AC3E}">
        <p14:creationId xmlns:p14="http://schemas.microsoft.com/office/powerpoint/2010/main" val="344155225"/>
      </p:ext>
    </p:extLst>
  </p:cSld>
</p:sld>
</file>

<file path=ppt/slides/slide3.xml><?xml version="1.0" encoding="utf-8"?>
<p:sld xmlns:p="http://schemas.openxmlformats.org/presentationml/2006/main">
  <p:cSld>
    <p:bg>
      <p:bgPr>
        <a:solidFill xmlns:a="http://schemas.openxmlformats.org/drawingml/2006/main">
          <a:srgbClr val="F4F6FA"/>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39647E57-9E7F-4BCE-96AB-5CF867D647C0}"/>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35EC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37294A0-B54B-40F9-A3A6-7809FFCB942E}"/>
              </a:ext>
            </a:extLst>
          </p:cNvPr>
          <p:cNvSpPr>
            <a:spLocks xmlns:a="http://schemas.openxmlformats.org/drawingml/2006/main" noGrp="1"/>
          </p:cNvSpPr>
          <p:nvPr/>
        </p:nvSpPr>
        <p:spPr>
          <a:xfrm xmlns:a="http://schemas.openxmlformats.org/drawingml/2006/main">
            <a:off x="609600" y="38100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235ECB"/>
                </a:solidFill>
                <a:latin typeface="Apple SD Gothic Neo"/>
                <a:ea typeface="Apple SD Gothic Neo"/>
                <a:cs typeface="Apple SD Gothic Neo"/>
              </a:defRPr>
            </a:defPPr>
            <a:lvl1pPr>
              <a:buNone/>
              <a:defRPr sz="1275" b="1">
                <a:solidFill>
                  <a:srgbClr val="235ECB"/>
                </a:solidFill>
                <a:latin typeface="Apple SD Gothic Neo"/>
                <a:ea typeface="Apple SD Gothic Neo"/>
                <a:cs typeface="Apple SD Gothic Neo"/>
              </a:defRPr>
            </a:lvl1pPr>
            <a:lvl2pPr>
              <a:buNone/>
              <a:defRPr sz="1275" b="1">
                <a:solidFill>
                  <a:srgbClr val="235ECB"/>
                </a:solidFill>
                <a:latin typeface="Apple SD Gothic Neo"/>
                <a:ea typeface="Apple SD Gothic Neo"/>
                <a:cs typeface="Apple SD Gothic Neo"/>
              </a:defRPr>
            </a:lvl2pPr>
            <a:lvl3pPr>
              <a:buNone/>
              <a:defRPr sz="1275" b="1">
                <a:solidFill>
                  <a:srgbClr val="235ECB"/>
                </a:solidFill>
                <a:latin typeface="Apple SD Gothic Neo"/>
                <a:ea typeface="Apple SD Gothic Neo"/>
                <a:cs typeface="Apple SD Gothic Neo"/>
              </a:defRPr>
            </a:lvl3pPr>
            <a:lvl4pPr>
              <a:buNone/>
              <a:defRPr sz="1275" b="1">
                <a:solidFill>
                  <a:srgbClr val="235ECB"/>
                </a:solidFill>
                <a:latin typeface="Apple SD Gothic Neo"/>
                <a:ea typeface="Apple SD Gothic Neo"/>
                <a:cs typeface="Apple SD Gothic Neo"/>
              </a:defRPr>
            </a:lvl4pPr>
            <a:lvl5pPr>
              <a:buNone/>
              <a:defRPr sz="1275" b="1">
                <a:solidFill>
                  <a:srgbClr val="235ECB"/>
                </a:solidFill>
                <a:latin typeface="Apple SD Gothic Neo"/>
                <a:ea typeface="Apple SD Gothic Neo"/>
                <a:cs typeface="Apple SD Gothic Neo"/>
              </a:defRPr>
            </a:lvl5pPr>
            <a:lvl6pPr>
              <a:buNone/>
              <a:defRPr sz="1275" b="1">
                <a:solidFill>
                  <a:srgbClr val="235ECB"/>
                </a:solidFill>
                <a:latin typeface="Apple SD Gothic Neo"/>
                <a:ea typeface="Apple SD Gothic Neo"/>
                <a:cs typeface="Apple SD Gothic Neo"/>
              </a:defRPr>
            </a:lvl6pPr>
            <a:lvl7pPr>
              <a:buNone/>
              <a:defRPr sz="1275" b="1">
                <a:solidFill>
                  <a:srgbClr val="235ECB"/>
                </a:solidFill>
                <a:latin typeface="Apple SD Gothic Neo"/>
                <a:ea typeface="Apple SD Gothic Neo"/>
                <a:cs typeface="Apple SD Gothic Neo"/>
              </a:defRPr>
            </a:lvl7pPr>
            <a:lvl8pPr>
              <a:buNone/>
              <a:defRPr sz="1275" b="1">
                <a:solidFill>
                  <a:srgbClr val="235ECB"/>
                </a:solidFill>
                <a:latin typeface="Apple SD Gothic Neo"/>
                <a:ea typeface="Apple SD Gothic Neo"/>
                <a:cs typeface="Apple SD Gothic Neo"/>
              </a:defRPr>
            </a:lvl8pPr>
            <a:lvl9pPr>
              <a:buNone/>
              <a:defRPr sz="1275" b="1">
                <a:solidFill>
                  <a:srgbClr val="235ECB"/>
                </a:solidFill>
                <a:latin typeface="Apple SD Gothic Neo"/>
                <a:ea typeface="Apple SD Gothic Neo"/>
                <a:cs typeface="Apple SD Gothic Neo"/>
              </a:defRPr>
            </a:lvl9pPr>
          </a:lstStyle>
          <a:p xmlns:a="http://schemas.openxmlformats.org/drawingml/2006/main">
            <a:pPr>
              <a:buNone/>
              <a:defRPr sz="1275" b="1">
                <a:solidFill>
                  <a:srgbClr val="235ECB"/>
                </a:solidFill>
                <a:latin typeface="Apple SD Gothic Neo"/>
                <a:ea typeface="Apple SD Gothic Neo"/>
                <a:cs typeface="Apple SD Gothic Neo"/>
              </a:defRPr>
            </a:pPr>
            <a:r>
              <a:rPr sz="1275" b="1">
                <a:solidFill>
                  <a:srgbClr val="235ECB"/>
                </a:solidFill>
                <a:latin typeface="Apple SD Gothic Neo"/>
                <a:ea typeface="Apple SD Gothic Neo"/>
                <a:cs typeface="Apple SD Gothic Neo"/>
              </a:rPr>
              <a:t>2. 아키텍처</a:t>
            </a:r>
          </a:p>
        </p:txBody>
      </p:sp>
      <p:sp>
        <p:nvSpPr>
          <p:cNvPr id="3" name="">
            <a:extLst xmlns:a="http://schemas.openxmlformats.org/drawingml/2006/main">
              <a:ext uri="{FF2B5EF4-FFF2-40B4-BE49-F238E27FC236}">
                <a16:creationId xmlns:a16="http://schemas.microsoft.com/office/drawing/2014/main" id="{B58FB408-4A47-4452-A138-20D65ED75185}"/>
              </a:ext>
            </a:extLst>
          </p:cNvPr>
          <p:cNvSpPr>
            <a:spLocks xmlns:a="http://schemas.openxmlformats.org/drawingml/2006/main" noGrp="1"/>
          </p:cNvSpPr>
          <p:nvPr/>
        </p:nvSpPr>
        <p:spPr>
          <a:xfrm xmlns:a="http://schemas.openxmlformats.org/drawingml/2006/main">
            <a:off x="609600" y="838200"/>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172B4D"/>
                </a:solidFill>
                <a:latin typeface="Apple SD Gothic Neo"/>
                <a:ea typeface="Apple SD Gothic Neo"/>
                <a:cs typeface="Apple SD Gothic Neo"/>
              </a:defRPr>
            </a:defPPr>
            <a:lvl1pPr>
              <a:buNone/>
              <a:defRPr sz="2850" b="1">
                <a:solidFill>
                  <a:srgbClr val="172B4D"/>
                </a:solidFill>
                <a:latin typeface="Apple SD Gothic Neo"/>
                <a:ea typeface="Apple SD Gothic Neo"/>
                <a:cs typeface="Apple SD Gothic Neo"/>
              </a:defRPr>
            </a:lvl1pPr>
            <a:lvl2pPr>
              <a:buNone/>
              <a:defRPr sz="2850" b="1">
                <a:solidFill>
                  <a:srgbClr val="172B4D"/>
                </a:solidFill>
                <a:latin typeface="Apple SD Gothic Neo"/>
                <a:ea typeface="Apple SD Gothic Neo"/>
                <a:cs typeface="Apple SD Gothic Neo"/>
              </a:defRPr>
            </a:lvl2pPr>
            <a:lvl3pPr>
              <a:buNone/>
              <a:defRPr sz="2850" b="1">
                <a:solidFill>
                  <a:srgbClr val="172B4D"/>
                </a:solidFill>
                <a:latin typeface="Apple SD Gothic Neo"/>
                <a:ea typeface="Apple SD Gothic Neo"/>
                <a:cs typeface="Apple SD Gothic Neo"/>
              </a:defRPr>
            </a:lvl3pPr>
            <a:lvl4pPr>
              <a:buNone/>
              <a:defRPr sz="2850" b="1">
                <a:solidFill>
                  <a:srgbClr val="172B4D"/>
                </a:solidFill>
                <a:latin typeface="Apple SD Gothic Neo"/>
                <a:ea typeface="Apple SD Gothic Neo"/>
                <a:cs typeface="Apple SD Gothic Neo"/>
              </a:defRPr>
            </a:lvl4pPr>
            <a:lvl5pPr>
              <a:buNone/>
              <a:defRPr sz="2850" b="1">
                <a:solidFill>
                  <a:srgbClr val="172B4D"/>
                </a:solidFill>
                <a:latin typeface="Apple SD Gothic Neo"/>
                <a:ea typeface="Apple SD Gothic Neo"/>
                <a:cs typeface="Apple SD Gothic Neo"/>
              </a:defRPr>
            </a:lvl5pPr>
            <a:lvl6pPr>
              <a:buNone/>
              <a:defRPr sz="2850" b="1">
                <a:solidFill>
                  <a:srgbClr val="172B4D"/>
                </a:solidFill>
                <a:latin typeface="Apple SD Gothic Neo"/>
                <a:ea typeface="Apple SD Gothic Neo"/>
                <a:cs typeface="Apple SD Gothic Neo"/>
              </a:defRPr>
            </a:lvl6pPr>
            <a:lvl7pPr>
              <a:buNone/>
              <a:defRPr sz="2850" b="1">
                <a:solidFill>
                  <a:srgbClr val="172B4D"/>
                </a:solidFill>
                <a:latin typeface="Apple SD Gothic Neo"/>
                <a:ea typeface="Apple SD Gothic Neo"/>
                <a:cs typeface="Apple SD Gothic Neo"/>
              </a:defRPr>
            </a:lvl7pPr>
            <a:lvl8pPr>
              <a:buNone/>
              <a:defRPr sz="2850" b="1">
                <a:solidFill>
                  <a:srgbClr val="172B4D"/>
                </a:solidFill>
                <a:latin typeface="Apple SD Gothic Neo"/>
                <a:ea typeface="Apple SD Gothic Neo"/>
                <a:cs typeface="Apple SD Gothic Neo"/>
              </a:defRPr>
            </a:lvl8pPr>
            <a:lvl9pPr>
              <a:buNone/>
              <a:defRPr sz="2850" b="1">
                <a:solidFill>
                  <a:srgbClr val="172B4D"/>
                </a:solidFill>
                <a:latin typeface="Apple SD Gothic Neo"/>
                <a:ea typeface="Apple SD Gothic Neo"/>
                <a:cs typeface="Apple SD Gothic Neo"/>
              </a:defRPr>
            </a:lvl9pPr>
          </a:lstStyle>
          <a:p xmlns:a="http://schemas.openxmlformats.org/drawingml/2006/main">
            <a:pPr>
              <a:buNone/>
              <a:defRPr sz="2850" b="1">
                <a:solidFill>
                  <a:srgbClr val="172B4D"/>
                </a:solidFill>
                <a:latin typeface="Apple SD Gothic Neo"/>
                <a:ea typeface="Apple SD Gothic Neo"/>
                <a:cs typeface="Apple SD Gothic Neo"/>
              </a:defRPr>
            </a:pPr>
            <a:r>
              <a:rPr sz="2850" b="1">
                <a:solidFill>
                  <a:srgbClr val="172B4D"/>
                </a:solidFill>
                <a:latin typeface="Apple SD Gothic Neo"/>
                <a:ea typeface="Apple SD Gothic Neo"/>
                <a:cs typeface="Apple SD Gothic Neo"/>
              </a:rPr>
              <a:t>기존 기반을 유지하고 검사 단계를 강화했습니다</a:t>
            </a:r>
          </a:p>
        </p:txBody>
      </p:sp>
      <p:sp>
        <p:nvSpPr>
          <p:cNvPr id="4" name="">
            <a:extLst xmlns:a="http://schemas.openxmlformats.org/drawingml/2006/main">
              <a:ext uri="{FF2B5EF4-FFF2-40B4-BE49-F238E27FC236}">
                <a16:creationId xmlns:a16="http://schemas.microsoft.com/office/drawing/2014/main" id="{42E05E5A-3733-4192-BCA1-A64C24A44EFC}"/>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7E0E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A26F385-B0F4-4CD7-BC77-CA037EA67713}"/>
              </a:ext>
            </a:extLst>
          </p:cNvPr>
          <p:cNvSpPr>
            <a:spLocks xmlns:a="http://schemas.openxmlformats.org/drawingml/2006/main" noGrp="1"/>
          </p:cNvSpPr>
          <p:nvPr/>
        </p:nvSpPr>
        <p:spPr>
          <a:xfrm xmlns:a="http://schemas.openxmlformats.org/drawingml/2006/main">
            <a:off x="609600" y="63436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5D6D84"/>
                </a:solidFill>
                <a:latin typeface="Apple SD Gothic Neo"/>
                <a:ea typeface="Apple SD Gothic Neo"/>
                <a:cs typeface="Apple SD Gothic Neo"/>
              </a:defRPr>
            </a:defPPr>
            <a:lvl1pPr>
              <a:buNone/>
              <a:defRPr sz="975" b="0">
                <a:solidFill>
                  <a:srgbClr val="5D6D84"/>
                </a:solidFill>
                <a:latin typeface="Apple SD Gothic Neo"/>
                <a:ea typeface="Apple SD Gothic Neo"/>
                <a:cs typeface="Apple SD Gothic Neo"/>
              </a:defRPr>
            </a:lvl1pPr>
            <a:lvl2pPr>
              <a:buNone/>
              <a:defRPr sz="975" b="0">
                <a:solidFill>
                  <a:srgbClr val="5D6D84"/>
                </a:solidFill>
                <a:latin typeface="Apple SD Gothic Neo"/>
                <a:ea typeface="Apple SD Gothic Neo"/>
                <a:cs typeface="Apple SD Gothic Neo"/>
              </a:defRPr>
            </a:lvl2pPr>
            <a:lvl3pPr>
              <a:buNone/>
              <a:defRPr sz="975" b="0">
                <a:solidFill>
                  <a:srgbClr val="5D6D84"/>
                </a:solidFill>
                <a:latin typeface="Apple SD Gothic Neo"/>
                <a:ea typeface="Apple SD Gothic Neo"/>
                <a:cs typeface="Apple SD Gothic Neo"/>
              </a:defRPr>
            </a:lvl3pPr>
            <a:lvl4pPr>
              <a:buNone/>
              <a:defRPr sz="975" b="0">
                <a:solidFill>
                  <a:srgbClr val="5D6D84"/>
                </a:solidFill>
                <a:latin typeface="Apple SD Gothic Neo"/>
                <a:ea typeface="Apple SD Gothic Neo"/>
                <a:cs typeface="Apple SD Gothic Neo"/>
              </a:defRPr>
            </a:lvl4pPr>
            <a:lvl5pPr>
              <a:buNone/>
              <a:defRPr sz="975" b="0">
                <a:solidFill>
                  <a:srgbClr val="5D6D84"/>
                </a:solidFill>
                <a:latin typeface="Apple SD Gothic Neo"/>
                <a:ea typeface="Apple SD Gothic Neo"/>
                <a:cs typeface="Apple SD Gothic Neo"/>
              </a:defRPr>
            </a:lvl5pPr>
            <a:lvl6pPr>
              <a:buNone/>
              <a:defRPr sz="975" b="0">
                <a:solidFill>
                  <a:srgbClr val="5D6D84"/>
                </a:solidFill>
                <a:latin typeface="Apple SD Gothic Neo"/>
                <a:ea typeface="Apple SD Gothic Neo"/>
                <a:cs typeface="Apple SD Gothic Neo"/>
              </a:defRPr>
            </a:lvl6pPr>
            <a:lvl7pPr>
              <a:buNone/>
              <a:defRPr sz="975" b="0">
                <a:solidFill>
                  <a:srgbClr val="5D6D84"/>
                </a:solidFill>
                <a:latin typeface="Apple SD Gothic Neo"/>
                <a:ea typeface="Apple SD Gothic Neo"/>
                <a:cs typeface="Apple SD Gothic Neo"/>
              </a:defRPr>
            </a:lvl7pPr>
            <a:lvl8pPr>
              <a:buNone/>
              <a:defRPr sz="975" b="0">
                <a:solidFill>
                  <a:srgbClr val="5D6D84"/>
                </a:solidFill>
                <a:latin typeface="Apple SD Gothic Neo"/>
                <a:ea typeface="Apple SD Gothic Neo"/>
                <a:cs typeface="Apple SD Gothic Neo"/>
              </a:defRPr>
            </a:lvl8pPr>
            <a:lvl9pPr>
              <a:buNone/>
              <a:defRPr sz="975" b="0">
                <a:solidFill>
                  <a:srgbClr val="5D6D84"/>
                </a:solidFill>
                <a:latin typeface="Apple SD Gothic Neo"/>
                <a:ea typeface="Apple SD Gothic Neo"/>
                <a:cs typeface="Apple SD Gothic Neo"/>
              </a:defRPr>
            </a:lvl9pPr>
          </a:lstStyle>
          <a:p xmlns:a="http://schemas.openxmlformats.org/drawingml/2006/main">
            <a:pPr>
              <a:buNone/>
              <a:defRPr sz="975" b="0">
                <a:solidFill>
                  <a:srgbClr val="5D6D84"/>
                </a:solidFill>
                <a:latin typeface="Apple SD Gothic Neo"/>
                <a:ea typeface="Apple SD Gothic Neo"/>
                <a:cs typeface="Apple SD Gothic Neo"/>
              </a:defRPr>
            </a:pPr>
            <a:r>
              <a:rPr sz="975" b="0">
                <a:solidFill>
                  <a:srgbClr val="5D6D84"/>
                </a:solidFill>
                <a:latin typeface="Apple SD Gothic Neo"/>
                <a:ea typeface="Apple SD Gothic Neo"/>
                <a:cs typeface="Apple SD Gothic Neo"/>
              </a:rPr>
              <a:t>근거: agent/graph.py, request_context.py, SupervisorDeps</a:t>
            </a:r>
          </a:p>
        </p:txBody>
      </p:sp>
      <p:sp>
        <p:nvSpPr>
          <p:cNvPr id="6" name="">
            <a:extLst xmlns:a="http://schemas.openxmlformats.org/drawingml/2006/main">
              <a:ext uri="{FF2B5EF4-FFF2-40B4-BE49-F238E27FC236}">
                <a16:creationId xmlns:a16="http://schemas.microsoft.com/office/drawing/2014/main" id="{50BB4F79-5643-44DE-96E1-186396FD0098}"/>
              </a:ext>
            </a:extLst>
          </p:cNvPr>
          <p:cNvSpPr>
            <a:spLocks xmlns:a="http://schemas.openxmlformats.org/drawingml/2006/main" noGrp="1"/>
          </p:cNvSpPr>
          <p:nvPr/>
        </p:nvSpPr>
        <p:spPr>
          <a:xfrm xmlns:a="http://schemas.openxmlformats.org/drawingml/2006/main">
            <a:off x="11049000" y="633412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5D6D84"/>
                </a:solidFill>
                <a:latin typeface="Apple SD Gothic Neo"/>
                <a:ea typeface="Apple SD Gothic Neo"/>
                <a:cs typeface="Apple SD Gothic Neo"/>
              </a:defRPr>
            </a:defPPr>
            <a:lvl1pPr>
              <a:buNone/>
              <a:defRPr sz="1125" b="1">
                <a:solidFill>
                  <a:srgbClr val="5D6D84"/>
                </a:solidFill>
                <a:latin typeface="Apple SD Gothic Neo"/>
                <a:ea typeface="Apple SD Gothic Neo"/>
                <a:cs typeface="Apple SD Gothic Neo"/>
              </a:defRPr>
            </a:lvl1pPr>
            <a:lvl2pPr>
              <a:buNone/>
              <a:defRPr sz="1125" b="1">
                <a:solidFill>
                  <a:srgbClr val="5D6D84"/>
                </a:solidFill>
                <a:latin typeface="Apple SD Gothic Neo"/>
                <a:ea typeface="Apple SD Gothic Neo"/>
                <a:cs typeface="Apple SD Gothic Neo"/>
              </a:defRPr>
            </a:lvl2pPr>
            <a:lvl3pPr>
              <a:buNone/>
              <a:defRPr sz="1125" b="1">
                <a:solidFill>
                  <a:srgbClr val="5D6D84"/>
                </a:solidFill>
                <a:latin typeface="Apple SD Gothic Neo"/>
                <a:ea typeface="Apple SD Gothic Neo"/>
                <a:cs typeface="Apple SD Gothic Neo"/>
              </a:defRPr>
            </a:lvl3pPr>
            <a:lvl4pPr>
              <a:buNone/>
              <a:defRPr sz="1125" b="1">
                <a:solidFill>
                  <a:srgbClr val="5D6D84"/>
                </a:solidFill>
                <a:latin typeface="Apple SD Gothic Neo"/>
                <a:ea typeface="Apple SD Gothic Neo"/>
                <a:cs typeface="Apple SD Gothic Neo"/>
              </a:defRPr>
            </a:lvl4pPr>
            <a:lvl5pPr>
              <a:buNone/>
              <a:defRPr sz="1125" b="1">
                <a:solidFill>
                  <a:srgbClr val="5D6D84"/>
                </a:solidFill>
                <a:latin typeface="Apple SD Gothic Neo"/>
                <a:ea typeface="Apple SD Gothic Neo"/>
                <a:cs typeface="Apple SD Gothic Neo"/>
              </a:defRPr>
            </a:lvl5pPr>
            <a:lvl6pPr>
              <a:buNone/>
              <a:defRPr sz="1125" b="1">
                <a:solidFill>
                  <a:srgbClr val="5D6D84"/>
                </a:solidFill>
                <a:latin typeface="Apple SD Gothic Neo"/>
                <a:ea typeface="Apple SD Gothic Neo"/>
                <a:cs typeface="Apple SD Gothic Neo"/>
              </a:defRPr>
            </a:lvl6pPr>
            <a:lvl7pPr>
              <a:buNone/>
              <a:defRPr sz="1125" b="1">
                <a:solidFill>
                  <a:srgbClr val="5D6D84"/>
                </a:solidFill>
                <a:latin typeface="Apple SD Gothic Neo"/>
                <a:ea typeface="Apple SD Gothic Neo"/>
                <a:cs typeface="Apple SD Gothic Neo"/>
              </a:defRPr>
            </a:lvl7pPr>
            <a:lvl8pPr>
              <a:buNone/>
              <a:defRPr sz="1125" b="1">
                <a:solidFill>
                  <a:srgbClr val="5D6D84"/>
                </a:solidFill>
                <a:latin typeface="Apple SD Gothic Neo"/>
                <a:ea typeface="Apple SD Gothic Neo"/>
                <a:cs typeface="Apple SD Gothic Neo"/>
              </a:defRPr>
            </a:lvl8pPr>
            <a:lvl9pPr>
              <a:buNone/>
              <a:defRPr sz="1125" b="1">
                <a:solidFill>
                  <a:srgbClr val="5D6D84"/>
                </a:solidFill>
                <a:latin typeface="Apple SD Gothic Neo"/>
                <a:ea typeface="Apple SD Gothic Neo"/>
                <a:cs typeface="Apple SD Gothic Neo"/>
              </a:defRPr>
            </a:lvl9pPr>
          </a:lstStyle>
          <a:p xmlns:a="http://schemas.openxmlformats.org/drawingml/2006/main">
            <a:pPr>
              <a:buNone/>
              <a:defRPr sz="1125" b="1">
                <a:solidFill>
                  <a:srgbClr val="5D6D84"/>
                </a:solidFill>
                <a:latin typeface="Apple SD Gothic Neo"/>
                <a:ea typeface="Apple SD Gothic Neo"/>
                <a:cs typeface="Apple SD Gothic Neo"/>
              </a:defRPr>
            </a:pPr>
            <a:r>
              <a:rPr sz="1125" b="1">
                <a:solidFill>
                  <a:srgbClr val="5D6D84"/>
                </a:solidFill>
                <a:latin typeface="Apple SD Gothic Neo"/>
                <a:ea typeface="Apple SD Gothic Neo"/>
                <a:cs typeface="Apple SD Gothic Neo"/>
              </a:rPr>
              <a:t>03</a:t>
            </a:r>
          </a:p>
        </p:txBody>
      </p:sp>
      <p:sp>
        <p:nvSpPr>
          <p:cNvPr id="7" name="">
            <a:extLst xmlns:a="http://schemas.openxmlformats.org/drawingml/2006/main">
              <a:ext uri="{FF2B5EF4-FFF2-40B4-BE49-F238E27FC236}">
                <a16:creationId xmlns:a16="http://schemas.microsoft.com/office/drawing/2014/main" id="{B64D9B2F-BBF5-4789-B056-A98EDEB1DE9C}"/>
              </a:ext>
            </a:extLst>
          </p:cNvPr>
          <p:cNvSpPr>
            <a:spLocks xmlns:a="http://schemas.openxmlformats.org/drawingml/2006/main" noGrp="1"/>
          </p:cNvSpPr>
          <p:nvPr/>
        </p:nvSpPr>
        <p:spPr>
          <a:xfrm xmlns:a="http://schemas.openxmlformats.org/drawingml/2006/main">
            <a:off x="609600" y="2171700"/>
            <a:ext cx="2057400" cy="20383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EC23701-9550-4461-9FAF-17F512D59C5F}"/>
              </a:ext>
            </a:extLst>
          </p:cNvPr>
          <p:cNvSpPr>
            <a:spLocks xmlns:a="http://schemas.openxmlformats.org/drawingml/2006/main" noGrp="1"/>
          </p:cNvSpPr>
          <p:nvPr/>
        </p:nvSpPr>
        <p:spPr>
          <a:xfrm xmlns:a="http://schemas.openxmlformats.org/drawingml/2006/main">
            <a:off x="781050" y="2343150"/>
            <a:ext cx="161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235ECB"/>
                </a:solidFill>
                <a:latin typeface="Apple SD Gothic Neo"/>
                <a:ea typeface="Apple SD Gothic Neo"/>
                <a:cs typeface="Apple SD Gothic Neo"/>
              </a:defRPr>
            </a:defPPr>
            <a:lvl1pPr>
              <a:buNone/>
              <a:defRPr sz="2100" b="1">
                <a:solidFill>
                  <a:srgbClr val="235ECB"/>
                </a:solidFill>
                <a:latin typeface="Apple SD Gothic Neo"/>
                <a:ea typeface="Apple SD Gothic Neo"/>
                <a:cs typeface="Apple SD Gothic Neo"/>
              </a:defRPr>
            </a:lvl1pPr>
            <a:lvl2pPr>
              <a:buNone/>
              <a:defRPr sz="2100" b="1">
                <a:solidFill>
                  <a:srgbClr val="235ECB"/>
                </a:solidFill>
                <a:latin typeface="Apple SD Gothic Neo"/>
                <a:ea typeface="Apple SD Gothic Neo"/>
                <a:cs typeface="Apple SD Gothic Neo"/>
              </a:defRPr>
            </a:lvl2pPr>
            <a:lvl3pPr>
              <a:buNone/>
              <a:defRPr sz="2100" b="1">
                <a:solidFill>
                  <a:srgbClr val="235ECB"/>
                </a:solidFill>
                <a:latin typeface="Apple SD Gothic Neo"/>
                <a:ea typeface="Apple SD Gothic Neo"/>
                <a:cs typeface="Apple SD Gothic Neo"/>
              </a:defRPr>
            </a:lvl3pPr>
            <a:lvl4pPr>
              <a:buNone/>
              <a:defRPr sz="2100" b="1">
                <a:solidFill>
                  <a:srgbClr val="235ECB"/>
                </a:solidFill>
                <a:latin typeface="Apple SD Gothic Neo"/>
                <a:ea typeface="Apple SD Gothic Neo"/>
                <a:cs typeface="Apple SD Gothic Neo"/>
              </a:defRPr>
            </a:lvl4pPr>
            <a:lvl5pPr>
              <a:buNone/>
              <a:defRPr sz="2100" b="1">
                <a:solidFill>
                  <a:srgbClr val="235ECB"/>
                </a:solidFill>
                <a:latin typeface="Apple SD Gothic Neo"/>
                <a:ea typeface="Apple SD Gothic Neo"/>
                <a:cs typeface="Apple SD Gothic Neo"/>
              </a:defRPr>
            </a:lvl5pPr>
            <a:lvl6pPr>
              <a:buNone/>
              <a:defRPr sz="2100" b="1">
                <a:solidFill>
                  <a:srgbClr val="235ECB"/>
                </a:solidFill>
                <a:latin typeface="Apple SD Gothic Neo"/>
                <a:ea typeface="Apple SD Gothic Neo"/>
                <a:cs typeface="Apple SD Gothic Neo"/>
              </a:defRPr>
            </a:lvl6pPr>
            <a:lvl7pPr>
              <a:buNone/>
              <a:defRPr sz="2100" b="1">
                <a:solidFill>
                  <a:srgbClr val="235ECB"/>
                </a:solidFill>
                <a:latin typeface="Apple SD Gothic Neo"/>
                <a:ea typeface="Apple SD Gothic Neo"/>
                <a:cs typeface="Apple SD Gothic Neo"/>
              </a:defRPr>
            </a:lvl7pPr>
            <a:lvl8pPr>
              <a:buNone/>
              <a:defRPr sz="2100" b="1">
                <a:solidFill>
                  <a:srgbClr val="235ECB"/>
                </a:solidFill>
                <a:latin typeface="Apple SD Gothic Neo"/>
                <a:ea typeface="Apple SD Gothic Neo"/>
                <a:cs typeface="Apple SD Gothic Neo"/>
              </a:defRPr>
            </a:lvl8pPr>
            <a:lvl9pPr>
              <a:buNone/>
              <a:defRPr sz="2100" b="1">
                <a:solidFill>
                  <a:srgbClr val="235ECB"/>
                </a:solidFill>
                <a:latin typeface="Apple SD Gothic Neo"/>
                <a:ea typeface="Apple SD Gothic Neo"/>
                <a:cs typeface="Apple SD Gothic Neo"/>
              </a:defRPr>
            </a:lvl9pPr>
          </a:lstStyle>
          <a:p xmlns:a="http://schemas.openxmlformats.org/drawingml/2006/main">
            <a:pPr>
              <a:buNone/>
              <a:defRPr sz="2100" b="1">
                <a:solidFill>
                  <a:srgbClr val="235ECB"/>
                </a:solidFill>
                <a:latin typeface="Apple SD Gothic Neo"/>
                <a:ea typeface="Apple SD Gothic Neo"/>
                <a:cs typeface="Apple SD Gothic Neo"/>
              </a:defRPr>
            </a:pPr>
            <a:r>
              <a:rPr sz="2100" b="1">
                <a:solidFill>
                  <a:srgbClr val="235ECB"/>
                </a:solidFill>
                <a:latin typeface="Apple SD Gothic Neo"/>
                <a:ea typeface="Apple SD Gothic Neo"/>
                <a:cs typeface="Apple SD Gothic Neo"/>
              </a:rPr>
              <a:t>1</a:t>
            </a:r>
          </a:p>
        </p:txBody>
      </p:sp>
      <p:sp>
        <p:nvSpPr>
          <p:cNvPr id="9" name="">
            <a:extLst xmlns:a="http://schemas.openxmlformats.org/drawingml/2006/main">
              <a:ext uri="{FF2B5EF4-FFF2-40B4-BE49-F238E27FC236}">
                <a16:creationId xmlns:a16="http://schemas.microsoft.com/office/drawing/2014/main" id="{560B1CEF-40FE-4F55-91DE-714D6AA09792}"/>
              </a:ext>
            </a:extLst>
          </p:cNvPr>
          <p:cNvSpPr>
            <a:spLocks xmlns:a="http://schemas.openxmlformats.org/drawingml/2006/main" noGrp="1"/>
          </p:cNvSpPr>
          <p:nvPr/>
        </p:nvSpPr>
        <p:spPr>
          <a:xfrm xmlns:a="http://schemas.openxmlformats.org/drawingml/2006/main">
            <a:off x="781050" y="2800350"/>
            <a:ext cx="171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72B4D"/>
                </a:solidFill>
                <a:latin typeface="Apple SD Gothic Neo"/>
                <a:ea typeface="Apple SD Gothic Neo"/>
                <a:cs typeface="Apple SD Gothic Neo"/>
              </a:defRPr>
            </a:defPPr>
            <a:lvl1pPr>
              <a:buNone/>
              <a:defRPr sz="1875" b="1">
                <a:solidFill>
                  <a:srgbClr val="172B4D"/>
                </a:solidFill>
                <a:latin typeface="Apple SD Gothic Neo"/>
                <a:ea typeface="Apple SD Gothic Neo"/>
                <a:cs typeface="Apple SD Gothic Neo"/>
              </a:defRPr>
            </a:lvl1pPr>
            <a:lvl2pPr>
              <a:buNone/>
              <a:defRPr sz="1875" b="1">
                <a:solidFill>
                  <a:srgbClr val="172B4D"/>
                </a:solidFill>
                <a:latin typeface="Apple SD Gothic Neo"/>
                <a:ea typeface="Apple SD Gothic Neo"/>
                <a:cs typeface="Apple SD Gothic Neo"/>
              </a:defRPr>
            </a:lvl2pPr>
            <a:lvl3pPr>
              <a:buNone/>
              <a:defRPr sz="1875" b="1">
                <a:solidFill>
                  <a:srgbClr val="172B4D"/>
                </a:solidFill>
                <a:latin typeface="Apple SD Gothic Neo"/>
                <a:ea typeface="Apple SD Gothic Neo"/>
                <a:cs typeface="Apple SD Gothic Neo"/>
              </a:defRPr>
            </a:lvl3pPr>
            <a:lvl4pPr>
              <a:buNone/>
              <a:defRPr sz="1875" b="1">
                <a:solidFill>
                  <a:srgbClr val="172B4D"/>
                </a:solidFill>
                <a:latin typeface="Apple SD Gothic Neo"/>
                <a:ea typeface="Apple SD Gothic Neo"/>
                <a:cs typeface="Apple SD Gothic Neo"/>
              </a:defRPr>
            </a:lvl4pPr>
            <a:lvl5pPr>
              <a:buNone/>
              <a:defRPr sz="1875" b="1">
                <a:solidFill>
                  <a:srgbClr val="172B4D"/>
                </a:solidFill>
                <a:latin typeface="Apple SD Gothic Neo"/>
                <a:ea typeface="Apple SD Gothic Neo"/>
                <a:cs typeface="Apple SD Gothic Neo"/>
              </a:defRPr>
            </a:lvl5pPr>
            <a:lvl6pPr>
              <a:buNone/>
              <a:defRPr sz="1875" b="1">
                <a:solidFill>
                  <a:srgbClr val="172B4D"/>
                </a:solidFill>
                <a:latin typeface="Apple SD Gothic Neo"/>
                <a:ea typeface="Apple SD Gothic Neo"/>
                <a:cs typeface="Apple SD Gothic Neo"/>
              </a:defRPr>
            </a:lvl6pPr>
            <a:lvl7pPr>
              <a:buNone/>
              <a:defRPr sz="1875" b="1">
                <a:solidFill>
                  <a:srgbClr val="172B4D"/>
                </a:solidFill>
                <a:latin typeface="Apple SD Gothic Neo"/>
                <a:ea typeface="Apple SD Gothic Neo"/>
                <a:cs typeface="Apple SD Gothic Neo"/>
              </a:defRPr>
            </a:lvl7pPr>
            <a:lvl8pPr>
              <a:buNone/>
              <a:defRPr sz="1875" b="1">
                <a:solidFill>
                  <a:srgbClr val="172B4D"/>
                </a:solidFill>
                <a:latin typeface="Apple SD Gothic Neo"/>
                <a:ea typeface="Apple SD Gothic Neo"/>
                <a:cs typeface="Apple SD Gothic Neo"/>
              </a:defRPr>
            </a:lvl8pPr>
            <a:lvl9pPr>
              <a:buNone/>
              <a:defRPr sz="1875" b="1">
                <a:solidFill>
                  <a:srgbClr val="172B4D"/>
                </a:solidFill>
                <a:latin typeface="Apple SD Gothic Neo"/>
                <a:ea typeface="Apple SD Gothic Neo"/>
                <a:cs typeface="Apple SD Gothic Neo"/>
              </a:defRPr>
            </a:lvl9pPr>
          </a:lstStyle>
          <a:p xmlns:a="http://schemas.openxmlformats.org/drawingml/2006/main">
            <a:pPr>
              <a:buNone/>
              <a:defRPr sz="1875" b="1">
                <a:solidFill>
                  <a:srgbClr val="172B4D"/>
                </a:solidFill>
                <a:latin typeface="Apple SD Gothic Neo"/>
                <a:ea typeface="Apple SD Gothic Neo"/>
                <a:cs typeface="Apple SD Gothic Neo"/>
              </a:defRPr>
            </a:pPr>
            <a:r>
              <a:rPr sz="1875" b="1">
                <a:solidFill>
                  <a:srgbClr val="172B4D"/>
                </a:solidFill>
                <a:latin typeface="Apple SD Gothic Neo"/>
                <a:ea typeface="Apple SD Gothic Neo"/>
                <a:cs typeface="Apple SD Gothic Neo"/>
              </a:rPr>
              <a:t>대상 연결</a:t>
            </a:r>
          </a:p>
        </p:txBody>
      </p:sp>
      <p:sp>
        <p:nvSpPr>
          <p:cNvPr id="10" name="">
            <a:extLst xmlns:a="http://schemas.openxmlformats.org/drawingml/2006/main">
              <a:ext uri="{FF2B5EF4-FFF2-40B4-BE49-F238E27FC236}">
                <a16:creationId xmlns:a16="http://schemas.microsoft.com/office/drawing/2014/main" id="{E59C460B-F8DF-43BA-83E8-E7E8A8161316}"/>
              </a:ext>
            </a:extLst>
          </p:cNvPr>
          <p:cNvSpPr>
            <a:spLocks xmlns:a="http://schemas.openxmlformats.org/drawingml/2006/main" noGrp="1"/>
          </p:cNvSpPr>
          <p:nvPr/>
        </p:nvSpPr>
        <p:spPr>
          <a:xfrm xmlns:a="http://schemas.openxmlformats.org/drawingml/2006/main">
            <a:off x="781050" y="3495675"/>
            <a:ext cx="1714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D6D84"/>
                </a:solidFill>
                <a:latin typeface="Apple SD Gothic Neo"/>
                <a:ea typeface="Apple SD Gothic Neo"/>
                <a:cs typeface="Apple SD Gothic Neo"/>
              </a:defRPr>
            </a:defPPr>
            <a:lvl1pPr>
              <a:buNone/>
              <a:defRPr sz="1425" b="0">
                <a:solidFill>
                  <a:srgbClr val="5D6D84"/>
                </a:solidFill>
                <a:latin typeface="Apple SD Gothic Neo"/>
                <a:ea typeface="Apple SD Gothic Neo"/>
                <a:cs typeface="Apple SD Gothic Neo"/>
              </a:defRPr>
            </a:lvl1pPr>
            <a:lvl2pPr>
              <a:buNone/>
              <a:defRPr sz="1425" b="0">
                <a:solidFill>
                  <a:srgbClr val="5D6D84"/>
                </a:solidFill>
                <a:latin typeface="Apple SD Gothic Neo"/>
                <a:ea typeface="Apple SD Gothic Neo"/>
                <a:cs typeface="Apple SD Gothic Neo"/>
              </a:defRPr>
            </a:lvl2pPr>
            <a:lvl3pPr>
              <a:buNone/>
              <a:defRPr sz="1425" b="0">
                <a:solidFill>
                  <a:srgbClr val="5D6D84"/>
                </a:solidFill>
                <a:latin typeface="Apple SD Gothic Neo"/>
                <a:ea typeface="Apple SD Gothic Neo"/>
                <a:cs typeface="Apple SD Gothic Neo"/>
              </a:defRPr>
            </a:lvl3pPr>
            <a:lvl4pPr>
              <a:buNone/>
              <a:defRPr sz="1425" b="0">
                <a:solidFill>
                  <a:srgbClr val="5D6D84"/>
                </a:solidFill>
                <a:latin typeface="Apple SD Gothic Neo"/>
                <a:ea typeface="Apple SD Gothic Neo"/>
                <a:cs typeface="Apple SD Gothic Neo"/>
              </a:defRPr>
            </a:lvl4pPr>
            <a:lvl5pPr>
              <a:buNone/>
              <a:defRPr sz="1425" b="0">
                <a:solidFill>
                  <a:srgbClr val="5D6D84"/>
                </a:solidFill>
                <a:latin typeface="Apple SD Gothic Neo"/>
                <a:ea typeface="Apple SD Gothic Neo"/>
                <a:cs typeface="Apple SD Gothic Neo"/>
              </a:defRPr>
            </a:lvl5pPr>
            <a:lvl6pPr>
              <a:buNone/>
              <a:defRPr sz="1425" b="0">
                <a:solidFill>
                  <a:srgbClr val="5D6D84"/>
                </a:solidFill>
                <a:latin typeface="Apple SD Gothic Neo"/>
                <a:ea typeface="Apple SD Gothic Neo"/>
                <a:cs typeface="Apple SD Gothic Neo"/>
              </a:defRPr>
            </a:lvl6pPr>
            <a:lvl7pPr>
              <a:buNone/>
              <a:defRPr sz="1425" b="0">
                <a:solidFill>
                  <a:srgbClr val="5D6D84"/>
                </a:solidFill>
                <a:latin typeface="Apple SD Gothic Neo"/>
                <a:ea typeface="Apple SD Gothic Neo"/>
                <a:cs typeface="Apple SD Gothic Neo"/>
              </a:defRPr>
            </a:lvl7pPr>
            <a:lvl8pPr>
              <a:buNone/>
              <a:defRPr sz="1425" b="0">
                <a:solidFill>
                  <a:srgbClr val="5D6D84"/>
                </a:solidFill>
                <a:latin typeface="Apple SD Gothic Neo"/>
                <a:ea typeface="Apple SD Gothic Neo"/>
                <a:cs typeface="Apple SD Gothic Neo"/>
              </a:defRPr>
            </a:lvl8pPr>
            <a:lvl9pPr>
              <a:buNone/>
              <a:defRPr sz="1425" b="0">
                <a:solidFill>
                  <a:srgbClr val="5D6D84"/>
                </a:solidFill>
                <a:latin typeface="Apple SD Gothic Neo"/>
                <a:ea typeface="Apple SD Gothic Neo"/>
                <a:cs typeface="Apple SD Gothic Neo"/>
              </a:defRPr>
            </a:lvl9pPr>
          </a:lstStyle>
          <a:p xmlns:a="http://schemas.openxmlformats.org/drawingml/2006/main">
            <a:pPr>
              <a:buNone/>
              <a:defRPr sz="1425" b="0">
                <a:solidFill>
                  <a:srgbClr val="5D6D84"/>
                </a:solidFill>
                <a:latin typeface="Apple SD Gothic Neo"/>
                <a:ea typeface="Apple SD Gothic Neo"/>
                <a:cs typeface="Apple SD Gothic Neo"/>
              </a:defRPr>
            </a:pPr>
            <a:r>
              <a:rPr sz="1425" b="0">
                <a:solidFill>
                  <a:srgbClr val="5D6D84"/>
                </a:solidFill>
                <a:latin typeface="Apple SD Gothic Neo"/>
                <a:ea typeface="Apple SD Gothic Neo"/>
                <a:cs typeface="Apple SD Gothic Neo"/>
              </a:rPr>
              <a:t>모호하면 추가 질문</a:t>
            </a:r>
          </a:p>
        </p:txBody>
      </p:sp>
      <p:sp>
        <p:nvSpPr>
          <p:cNvPr id="11" name="">
            <a:extLst xmlns:a="http://schemas.openxmlformats.org/drawingml/2006/main">
              <a:ext uri="{FF2B5EF4-FFF2-40B4-BE49-F238E27FC236}">
                <a16:creationId xmlns:a16="http://schemas.microsoft.com/office/drawing/2014/main" id="{2021E017-5D3D-4F5A-88F9-6FF93A98B086}"/>
              </a:ext>
            </a:extLst>
          </p:cNvPr>
          <p:cNvSpPr>
            <a:spLocks xmlns:a="http://schemas.openxmlformats.org/drawingml/2006/main" noGrp="1"/>
          </p:cNvSpPr>
          <p:nvPr/>
        </p:nvSpPr>
        <p:spPr>
          <a:xfrm xmlns:a="http://schemas.openxmlformats.org/drawingml/2006/main">
            <a:off x="2828925" y="2171700"/>
            <a:ext cx="2057400" cy="20383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AE9A6EA-265F-444E-9E4D-D50303B29557}"/>
              </a:ext>
            </a:extLst>
          </p:cNvPr>
          <p:cNvSpPr>
            <a:spLocks xmlns:a="http://schemas.openxmlformats.org/drawingml/2006/main" noGrp="1"/>
          </p:cNvSpPr>
          <p:nvPr/>
        </p:nvSpPr>
        <p:spPr>
          <a:xfrm xmlns:a="http://schemas.openxmlformats.org/drawingml/2006/main">
            <a:off x="3000375" y="2343150"/>
            <a:ext cx="161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235ECB"/>
                </a:solidFill>
                <a:latin typeface="Apple SD Gothic Neo"/>
                <a:ea typeface="Apple SD Gothic Neo"/>
                <a:cs typeface="Apple SD Gothic Neo"/>
              </a:defRPr>
            </a:defPPr>
            <a:lvl1pPr>
              <a:buNone/>
              <a:defRPr sz="2100" b="1">
                <a:solidFill>
                  <a:srgbClr val="235ECB"/>
                </a:solidFill>
                <a:latin typeface="Apple SD Gothic Neo"/>
                <a:ea typeface="Apple SD Gothic Neo"/>
                <a:cs typeface="Apple SD Gothic Neo"/>
              </a:defRPr>
            </a:lvl1pPr>
            <a:lvl2pPr>
              <a:buNone/>
              <a:defRPr sz="2100" b="1">
                <a:solidFill>
                  <a:srgbClr val="235ECB"/>
                </a:solidFill>
                <a:latin typeface="Apple SD Gothic Neo"/>
                <a:ea typeface="Apple SD Gothic Neo"/>
                <a:cs typeface="Apple SD Gothic Neo"/>
              </a:defRPr>
            </a:lvl2pPr>
            <a:lvl3pPr>
              <a:buNone/>
              <a:defRPr sz="2100" b="1">
                <a:solidFill>
                  <a:srgbClr val="235ECB"/>
                </a:solidFill>
                <a:latin typeface="Apple SD Gothic Neo"/>
                <a:ea typeface="Apple SD Gothic Neo"/>
                <a:cs typeface="Apple SD Gothic Neo"/>
              </a:defRPr>
            </a:lvl3pPr>
            <a:lvl4pPr>
              <a:buNone/>
              <a:defRPr sz="2100" b="1">
                <a:solidFill>
                  <a:srgbClr val="235ECB"/>
                </a:solidFill>
                <a:latin typeface="Apple SD Gothic Neo"/>
                <a:ea typeface="Apple SD Gothic Neo"/>
                <a:cs typeface="Apple SD Gothic Neo"/>
              </a:defRPr>
            </a:lvl4pPr>
            <a:lvl5pPr>
              <a:buNone/>
              <a:defRPr sz="2100" b="1">
                <a:solidFill>
                  <a:srgbClr val="235ECB"/>
                </a:solidFill>
                <a:latin typeface="Apple SD Gothic Neo"/>
                <a:ea typeface="Apple SD Gothic Neo"/>
                <a:cs typeface="Apple SD Gothic Neo"/>
              </a:defRPr>
            </a:lvl5pPr>
            <a:lvl6pPr>
              <a:buNone/>
              <a:defRPr sz="2100" b="1">
                <a:solidFill>
                  <a:srgbClr val="235ECB"/>
                </a:solidFill>
                <a:latin typeface="Apple SD Gothic Neo"/>
                <a:ea typeface="Apple SD Gothic Neo"/>
                <a:cs typeface="Apple SD Gothic Neo"/>
              </a:defRPr>
            </a:lvl6pPr>
            <a:lvl7pPr>
              <a:buNone/>
              <a:defRPr sz="2100" b="1">
                <a:solidFill>
                  <a:srgbClr val="235ECB"/>
                </a:solidFill>
                <a:latin typeface="Apple SD Gothic Neo"/>
                <a:ea typeface="Apple SD Gothic Neo"/>
                <a:cs typeface="Apple SD Gothic Neo"/>
              </a:defRPr>
            </a:lvl7pPr>
            <a:lvl8pPr>
              <a:buNone/>
              <a:defRPr sz="2100" b="1">
                <a:solidFill>
                  <a:srgbClr val="235ECB"/>
                </a:solidFill>
                <a:latin typeface="Apple SD Gothic Neo"/>
                <a:ea typeface="Apple SD Gothic Neo"/>
                <a:cs typeface="Apple SD Gothic Neo"/>
              </a:defRPr>
            </a:lvl8pPr>
            <a:lvl9pPr>
              <a:buNone/>
              <a:defRPr sz="2100" b="1">
                <a:solidFill>
                  <a:srgbClr val="235ECB"/>
                </a:solidFill>
                <a:latin typeface="Apple SD Gothic Neo"/>
                <a:ea typeface="Apple SD Gothic Neo"/>
                <a:cs typeface="Apple SD Gothic Neo"/>
              </a:defRPr>
            </a:lvl9pPr>
          </a:lstStyle>
          <a:p xmlns:a="http://schemas.openxmlformats.org/drawingml/2006/main">
            <a:pPr>
              <a:buNone/>
              <a:defRPr sz="2100" b="1">
                <a:solidFill>
                  <a:srgbClr val="235ECB"/>
                </a:solidFill>
                <a:latin typeface="Apple SD Gothic Neo"/>
                <a:ea typeface="Apple SD Gothic Neo"/>
                <a:cs typeface="Apple SD Gothic Neo"/>
              </a:defRPr>
            </a:pPr>
            <a:r>
              <a:rPr sz="2100" b="1">
                <a:solidFill>
                  <a:srgbClr val="235ECB"/>
                </a:solidFill>
                <a:latin typeface="Apple SD Gothic Neo"/>
                <a:ea typeface="Apple SD Gothic Neo"/>
                <a:cs typeface="Apple SD Gothic Neo"/>
              </a:rPr>
              <a:t>2</a:t>
            </a:r>
          </a:p>
        </p:txBody>
      </p:sp>
      <p:sp>
        <p:nvSpPr>
          <p:cNvPr id="13" name="">
            <a:extLst xmlns:a="http://schemas.openxmlformats.org/drawingml/2006/main">
              <a:ext uri="{FF2B5EF4-FFF2-40B4-BE49-F238E27FC236}">
                <a16:creationId xmlns:a16="http://schemas.microsoft.com/office/drawing/2014/main" id="{D23B71CF-FA9B-4375-9172-D9D8E6BE0104}"/>
              </a:ext>
            </a:extLst>
          </p:cNvPr>
          <p:cNvSpPr>
            <a:spLocks xmlns:a="http://schemas.openxmlformats.org/drawingml/2006/main" noGrp="1"/>
          </p:cNvSpPr>
          <p:nvPr/>
        </p:nvSpPr>
        <p:spPr>
          <a:xfrm xmlns:a="http://schemas.openxmlformats.org/drawingml/2006/main">
            <a:off x="3000375" y="2800350"/>
            <a:ext cx="171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72B4D"/>
                </a:solidFill>
                <a:latin typeface="Apple SD Gothic Neo"/>
                <a:ea typeface="Apple SD Gothic Neo"/>
                <a:cs typeface="Apple SD Gothic Neo"/>
              </a:defRPr>
            </a:defPPr>
            <a:lvl1pPr>
              <a:buNone/>
              <a:defRPr sz="1875" b="1">
                <a:solidFill>
                  <a:srgbClr val="172B4D"/>
                </a:solidFill>
                <a:latin typeface="Apple SD Gothic Neo"/>
                <a:ea typeface="Apple SD Gothic Neo"/>
                <a:cs typeface="Apple SD Gothic Neo"/>
              </a:defRPr>
            </a:lvl1pPr>
            <a:lvl2pPr>
              <a:buNone/>
              <a:defRPr sz="1875" b="1">
                <a:solidFill>
                  <a:srgbClr val="172B4D"/>
                </a:solidFill>
                <a:latin typeface="Apple SD Gothic Neo"/>
                <a:ea typeface="Apple SD Gothic Neo"/>
                <a:cs typeface="Apple SD Gothic Neo"/>
              </a:defRPr>
            </a:lvl2pPr>
            <a:lvl3pPr>
              <a:buNone/>
              <a:defRPr sz="1875" b="1">
                <a:solidFill>
                  <a:srgbClr val="172B4D"/>
                </a:solidFill>
                <a:latin typeface="Apple SD Gothic Neo"/>
                <a:ea typeface="Apple SD Gothic Neo"/>
                <a:cs typeface="Apple SD Gothic Neo"/>
              </a:defRPr>
            </a:lvl3pPr>
            <a:lvl4pPr>
              <a:buNone/>
              <a:defRPr sz="1875" b="1">
                <a:solidFill>
                  <a:srgbClr val="172B4D"/>
                </a:solidFill>
                <a:latin typeface="Apple SD Gothic Neo"/>
                <a:ea typeface="Apple SD Gothic Neo"/>
                <a:cs typeface="Apple SD Gothic Neo"/>
              </a:defRPr>
            </a:lvl4pPr>
            <a:lvl5pPr>
              <a:buNone/>
              <a:defRPr sz="1875" b="1">
                <a:solidFill>
                  <a:srgbClr val="172B4D"/>
                </a:solidFill>
                <a:latin typeface="Apple SD Gothic Neo"/>
                <a:ea typeface="Apple SD Gothic Neo"/>
                <a:cs typeface="Apple SD Gothic Neo"/>
              </a:defRPr>
            </a:lvl5pPr>
            <a:lvl6pPr>
              <a:buNone/>
              <a:defRPr sz="1875" b="1">
                <a:solidFill>
                  <a:srgbClr val="172B4D"/>
                </a:solidFill>
                <a:latin typeface="Apple SD Gothic Neo"/>
                <a:ea typeface="Apple SD Gothic Neo"/>
                <a:cs typeface="Apple SD Gothic Neo"/>
              </a:defRPr>
            </a:lvl6pPr>
            <a:lvl7pPr>
              <a:buNone/>
              <a:defRPr sz="1875" b="1">
                <a:solidFill>
                  <a:srgbClr val="172B4D"/>
                </a:solidFill>
                <a:latin typeface="Apple SD Gothic Neo"/>
                <a:ea typeface="Apple SD Gothic Neo"/>
                <a:cs typeface="Apple SD Gothic Neo"/>
              </a:defRPr>
            </a:lvl7pPr>
            <a:lvl8pPr>
              <a:buNone/>
              <a:defRPr sz="1875" b="1">
                <a:solidFill>
                  <a:srgbClr val="172B4D"/>
                </a:solidFill>
                <a:latin typeface="Apple SD Gothic Neo"/>
                <a:ea typeface="Apple SD Gothic Neo"/>
                <a:cs typeface="Apple SD Gothic Neo"/>
              </a:defRPr>
            </a:lvl8pPr>
            <a:lvl9pPr>
              <a:buNone/>
              <a:defRPr sz="1875" b="1">
                <a:solidFill>
                  <a:srgbClr val="172B4D"/>
                </a:solidFill>
                <a:latin typeface="Apple SD Gothic Neo"/>
                <a:ea typeface="Apple SD Gothic Neo"/>
                <a:cs typeface="Apple SD Gothic Neo"/>
              </a:defRPr>
            </a:lvl9pPr>
          </a:lstStyle>
          <a:p xmlns:a="http://schemas.openxmlformats.org/drawingml/2006/main">
            <a:pPr>
              <a:buNone/>
              <a:defRPr sz="1875" b="1">
                <a:solidFill>
                  <a:srgbClr val="172B4D"/>
                </a:solidFill>
                <a:latin typeface="Apple SD Gothic Neo"/>
                <a:ea typeface="Apple SD Gothic Neo"/>
                <a:cs typeface="Apple SD Gothic Neo"/>
              </a:defRPr>
            </a:pPr>
            <a:r>
              <a:rPr sz="1875" b="1">
                <a:solidFill>
                  <a:srgbClr val="172B4D"/>
                </a:solidFill>
                <a:latin typeface="Apple SD Gothic Neo"/>
                <a:ea typeface="Apple SD Gothic Neo"/>
                <a:cs typeface="Apple SD Gothic Neo"/>
              </a:rPr>
              <a:t>계획·MCP 조회</a:t>
            </a:r>
          </a:p>
        </p:txBody>
      </p:sp>
      <p:sp>
        <p:nvSpPr>
          <p:cNvPr id="14" name="">
            <a:extLst xmlns:a="http://schemas.openxmlformats.org/drawingml/2006/main">
              <a:ext uri="{FF2B5EF4-FFF2-40B4-BE49-F238E27FC236}">
                <a16:creationId xmlns:a16="http://schemas.microsoft.com/office/drawing/2014/main" id="{31F3F39A-5027-46C7-9DE7-60F1CB582FDF}"/>
              </a:ext>
            </a:extLst>
          </p:cNvPr>
          <p:cNvSpPr>
            <a:spLocks xmlns:a="http://schemas.openxmlformats.org/drawingml/2006/main" noGrp="1"/>
          </p:cNvSpPr>
          <p:nvPr/>
        </p:nvSpPr>
        <p:spPr>
          <a:xfrm xmlns:a="http://schemas.openxmlformats.org/drawingml/2006/main">
            <a:off x="3000375" y="3495675"/>
            <a:ext cx="1714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D6D84"/>
                </a:solidFill>
                <a:latin typeface="Apple SD Gothic Neo"/>
                <a:ea typeface="Apple SD Gothic Neo"/>
                <a:cs typeface="Apple SD Gothic Neo"/>
              </a:defRPr>
            </a:defPPr>
            <a:lvl1pPr>
              <a:buNone/>
              <a:defRPr sz="1425" b="0">
                <a:solidFill>
                  <a:srgbClr val="5D6D84"/>
                </a:solidFill>
                <a:latin typeface="Apple SD Gothic Neo"/>
                <a:ea typeface="Apple SD Gothic Neo"/>
                <a:cs typeface="Apple SD Gothic Neo"/>
              </a:defRPr>
            </a:lvl1pPr>
            <a:lvl2pPr>
              <a:buNone/>
              <a:defRPr sz="1425" b="0">
                <a:solidFill>
                  <a:srgbClr val="5D6D84"/>
                </a:solidFill>
                <a:latin typeface="Apple SD Gothic Neo"/>
                <a:ea typeface="Apple SD Gothic Neo"/>
                <a:cs typeface="Apple SD Gothic Neo"/>
              </a:defRPr>
            </a:lvl2pPr>
            <a:lvl3pPr>
              <a:buNone/>
              <a:defRPr sz="1425" b="0">
                <a:solidFill>
                  <a:srgbClr val="5D6D84"/>
                </a:solidFill>
                <a:latin typeface="Apple SD Gothic Neo"/>
                <a:ea typeface="Apple SD Gothic Neo"/>
                <a:cs typeface="Apple SD Gothic Neo"/>
              </a:defRPr>
            </a:lvl3pPr>
            <a:lvl4pPr>
              <a:buNone/>
              <a:defRPr sz="1425" b="0">
                <a:solidFill>
                  <a:srgbClr val="5D6D84"/>
                </a:solidFill>
                <a:latin typeface="Apple SD Gothic Neo"/>
                <a:ea typeface="Apple SD Gothic Neo"/>
                <a:cs typeface="Apple SD Gothic Neo"/>
              </a:defRPr>
            </a:lvl4pPr>
            <a:lvl5pPr>
              <a:buNone/>
              <a:defRPr sz="1425" b="0">
                <a:solidFill>
                  <a:srgbClr val="5D6D84"/>
                </a:solidFill>
                <a:latin typeface="Apple SD Gothic Neo"/>
                <a:ea typeface="Apple SD Gothic Neo"/>
                <a:cs typeface="Apple SD Gothic Neo"/>
              </a:defRPr>
            </a:lvl5pPr>
            <a:lvl6pPr>
              <a:buNone/>
              <a:defRPr sz="1425" b="0">
                <a:solidFill>
                  <a:srgbClr val="5D6D84"/>
                </a:solidFill>
                <a:latin typeface="Apple SD Gothic Neo"/>
                <a:ea typeface="Apple SD Gothic Neo"/>
                <a:cs typeface="Apple SD Gothic Neo"/>
              </a:defRPr>
            </a:lvl6pPr>
            <a:lvl7pPr>
              <a:buNone/>
              <a:defRPr sz="1425" b="0">
                <a:solidFill>
                  <a:srgbClr val="5D6D84"/>
                </a:solidFill>
                <a:latin typeface="Apple SD Gothic Neo"/>
                <a:ea typeface="Apple SD Gothic Neo"/>
                <a:cs typeface="Apple SD Gothic Neo"/>
              </a:defRPr>
            </a:lvl7pPr>
            <a:lvl8pPr>
              <a:buNone/>
              <a:defRPr sz="1425" b="0">
                <a:solidFill>
                  <a:srgbClr val="5D6D84"/>
                </a:solidFill>
                <a:latin typeface="Apple SD Gothic Neo"/>
                <a:ea typeface="Apple SD Gothic Neo"/>
                <a:cs typeface="Apple SD Gothic Neo"/>
              </a:defRPr>
            </a:lvl8pPr>
            <a:lvl9pPr>
              <a:buNone/>
              <a:defRPr sz="1425" b="0">
                <a:solidFill>
                  <a:srgbClr val="5D6D84"/>
                </a:solidFill>
                <a:latin typeface="Apple SD Gothic Neo"/>
                <a:ea typeface="Apple SD Gothic Neo"/>
                <a:cs typeface="Apple SD Gothic Neo"/>
              </a:defRPr>
            </a:lvl9pPr>
          </a:lstStyle>
          <a:p xmlns:a="http://schemas.openxmlformats.org/drawingml/2006/main">
            <a:pPr>
              <a:buNone/>
              <a:defRPr sz="1425" b="0">
                <a:solidFill>
                  <a:srgbClr val="5D6D84"/>
                </a:solidFill>
                <a:latin typeface="Apple SD Gothic Neo"/>
                <a:ea typeface="Apple SD Gothic Neo"/>
                <a:cs typeface="Apple SD Gothic Neo"/>
              </a:defRPr>
            </a:pPr>
            <a:r>
              <a:rPr sz="1425" b="0">
                <a:solidFill>
                  <a:srgbClr val="5D6D84"/>
                </a:solidFill>
                <a:latin typeface="Apple SD Gothic Neo"/>
                <a:ea typeface="Apple SD Gothic Neo"/>
                <a:cs typeface="Apple SD Gothic Neo"/>
              </a:rPr>
              <a:t>요청 대상 누락 검사</a:t>
            </a:r>
          </a:p>
        </p:txBody>
      </p:sp>
      <p:sp>
        <p:nvSpPr>
          <p:cNvPr id="15" name="">
            <a:extLst xmlns:a="http://schemas.openxmlformats.org/drawingml/2006/main">
              <a:ext uri="{FF2B5EF4-FFF2-40B4-BE49-F238E27FC236}">
                <a16:creationId xmlns:a16="http://schemas.microsoft.com/office/drawing/2014/main" id="{B074E422-B10A-4E87-B46E-55EC1E5ED2C6}"/>
              </a:ext>
            </a:extLst>
          </p:cNvPr>
          <p:cNvSpPr>
            <a:spLocks xmlns:a="http://schemas.openxmlformats.org/drawingml/2006/main" noGrp="1"/>
          </p:cNvSpPr>
          <p:nvPr/>
        </p:nvSpPr>
        <p:spPr>
          <a:xfrm xmlns:a="http://schemas.openxmlformats.org/drawingml/2006/main">
            <a:off x="5048250" y="2171700"/>
            <a:ext cx="2057400" cy="20383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9BB46D9-4AC7-4390-A487-E18D2C6A6187}"/>
              </a:ext>
            </a:extLst>
          </p:cNvPr>
          <p:cNvSpPr>
            <a:spLocks xmlns:a="http://schemas.openxmlformats.org/drawingml/2006/main" noGrp="1"/>
          </p:cNvSpPr>
          <p:nvPr/>
        </p:nvSpPr>
        <p:spPr>
          <a:xfrm xmlns:a="http://schemas.openxmlformats.org/drawingml/2006/main">
            <a:off x="5219700" y="2343150"/>
            <a:ext cx="161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235ECB"/>
                </a:solidFill>
                <a:latin typeface="Apple SD Gothic Neo"/>
                <a:ea typeface="Apple SD Gothic Neo"/>
                <a:cs typeface="Apple SD Gothic Neo"/>
              </a:defRPr>
            </a:defPPr>
            <a:lvl1pPr>
              <a:buNone/>
              <a:defRPr sz="2100" b="1">
                <a:solidFill>
                  <a:srgbClr val="235ECB"/>
                </a:solidFill>
                <a:latin typeface="Apple SD Gothic Neo"/>
                <a:ea typeface="Apple SD Gothic Neo"/>
                <a:cs typeface="Apple SD Gothic Neo"/>
              </a:defRPr>
            </a:lvl1pPr>
            <a:lvl2pPr>
              <a:buNone/>
              <a:defRPr sz="2100" b="1">
                <a:solidFill>
                  <a:srgbClr val="235ECB"/>
                </a:solidFill>
                <a:latin typeface="Apple SD Gothic Neo"/>
                <a:ea typeface="Apple SD Gothic Neo"/>
                <a:cs typeface="Apple SD Gothic Neo"/>
              </a:defRPr>
            </a:lvl2pPr>
            <a:lvl3pPr>
              <a:buNone/>
              <a:defRPr sz="2100" b="1">
                <a:solidFill>
                  <a:srgbClr val="235ECB"/>
                </a:solidFill>
                <a:latin typeface="Apple SD Gothic Neo"/>
                <a:ea typeface="Apple SD Gothic Neo"/>
                <a:cs typeface="Apple SD Gothic Neo"/>
              </a:defRPr>
            </a:lvl3pPr>
            <a:lvl4pPr>
              <a:buNone/>
              <a:defRPr sz="2100" b="1">
                <a:solidFill>
                  <a:srgbClr val="235ECB"/>
                </a:solidFill>
                <a:latin typeface="Apple SD Gothic Neo"/>
                <a:ea typeface="Apple SD Gothic Neo"/>
                <a:cs typeface="Apple SD Gothic Neo"/>
              </a:defRPr>
            </a:lvl4pPr>
            <a:lvl5pPr>
              <a:buNone/>
              <a:defRPr sz="2100" b="1">
                <a:solidFill>
                  <a:srgbClr val="235ECB"/>
                </a:solidFill>
                <a:latin typeface="Apple SD Gothic Neo"/>
                <a:ea typeface="Apple SD Gothic Neo"/>
                <a:cs typeface="Apple SD Gothic Neo"/>
              </a:defRPr>
            </a:lvl5pPr>
            <a:lvl6pPr>
              <a:buNone/>
              <a:defRPr sz="2100" b="1">
                <a:solidFill>
                  <a:srgbClr val="235ECB"/>
                </a:solidFill>
                <a:latin typeface="Apple SD Gothic Neo"/>
                <a:ea typeface="Apple SD Gothic Neo"/>
                <a:cs typeface="Apple SD Gothic Neo"/>
              </a:defRPr>
            </a:lvl6pPr>
            <a:lvl7pPr>
              <a:buNone/>
              <a:defRPr sz="2100" b="1">
                <a:solidFill>
                  <a:srgbClr val="235ECB"/>
                </a:solidFill>
                <a:latin typeface="Apple SD Gothic Neo"/>
                <a:ea typeface="Apple SD Gothic Neo"/>
                <a:cs typeface="Apple SD Gothic Neo"/>
              </a:defRPr>
            </a:lvl7pPr>
            <a:lvl8pPr>
              <a:buNone/>
              <a:defRPr sz="2100" b="1">
                <a:solidFill>
                  <a:srgbClr val="235ECB"/>
                </a:solidFill>
                <a:latin typeface="Apple SD Gothic Neo"/>
                <a:ea typeface="Apple SD Gothic Neo"/>
                <a:cs typeface="Apple SD Gothic Neo"/>
              </a:defRPr>
            </a:lvl8pPr>
            <a:lvl9pPr>
              <a:buNone/>
              <a:defRPr sz="2100" b="1">
                <a:solidFill>
                  <a:srgbClr val="235ECB"/>
                </a:solidFill>
                <a:latin typeface="Apple SD Gothic Neo"/>
                <a:ea typeface="Apple SD Gothic Neo"/>
                <a:cs typeface="Apple SD Gothic Neo"/>
              </a:defRPr>
            </a:lvl9pPr>
          </a:lstStyle>
          <a:p xmlns:a="http://schemas.openxmlformats.org/drawingml/2006/main">
            <a:pPr>
              <a:buNone/>
              <a:defRPr sz="2100" b="1">
                <a:solidFill>
                  <a:srgbClr val="235ECB"/>
                </a:solidFill>
                <a:latin typeface="Apple SD Gothic Neo"/>
                <a:ea typeface="Apple SD Gothic Neo"/>
                <a:cs typeface="Apple SD Gothic Neo"/>
              </a:defRPr>
            </a:pPr>
            <a:r>
              <a:rPr sz="2100" b="1">
                <a:solidFill>
                  <a:srgbClr val="235ECB"/>
                </a:solidFill>
                <a:latin typeface="Apple SD Gothic Neo"/>
                <a:ea typeface="Apple SD Gothic Neo"/>
                <a:cs typeface="Apple SD Gothic Neo"/>
              </a:rPr>
              <a:t>3</a:t>
            </a:r>
          </a:p>
        </p:txBody>
      </p:sp>
      <p:sp>
        <p:nvSpPr>
          <p:cNvPr id="17" name="">
            <a:extLst xmlns:a="http://schemas.openxmlformats.org/drawingml/2006/main">
              <a:ext uri="{FF2B5EF4-FFF2-40B4-BE49-F238E27FC236}">
                <a16:creationId xmlns:a16="http://schemas.microsoft.com/office/drawing/2014/main" id="{F98357EC-C12B-413D-A47E-88A9957C2E37}"/>
              </a:ext>
            </a:extLst>
          </p:cNvPr>
          <p:cNvSpPr>
            <a:spLocks xmlns:a="http://schemas.openxmlformats.org/drawingml/2006/main" noGrp="1"/>
          </p:cNvSpPr>
          <p:nvPr/>
        </p:nvSpPr>
        <p:spPr>
          <a:xfrm xmlns:a="http://schemas.openxmlformats.org/drawingml/2006/main">
            <a:off x="5219700" y="2800350"/>
            <a:ext cx="171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72B4D"/>
                </a:solidFill>
                <a:latin typeface="Apple SD Gothic Neo"/>
                <a:ea typeface="Apple SD Gothic Neo"/>
                <a:cs typeface="Apple SD Gothic Neo"/>
              </a:defRPr>
            </a:defPPr>
            <a:lvl1pPr>
              <a:buNone/>
              <a:defRPr sz="1875" b="1">
                <a:solidFill>
                  <a:srgbClr val="172B4D"/>
                </a:solidFill>
                <a:latin typeface="Apple SD Gothic Neo"/>
                <a:ea typeface="Apple SD Gothic Neo"/>
                <a:cs typeface="Apple SD Gothic Neo"/>
              </a:defRPr>
            </a:lvl1pPr>
            <a:lvl2pPr>
              <a:buNone/>
              <a:defRPr sz="1875" b="1">
                <a:solidFill>
                  <a:srgbClr val="172B4D"/>
                </a:solidFill>
                <a:latin typeface="Apple SD Gothic Neo"/>
                <a:ea typeface="Apple SD Gothic Neo"/>
                <a:cs typeface="Apple SD Gothic Neo"/>
              </a:defRPr>
            </a:lvl2pPr>
            <a:lvl3pPr>
              <a:buNone/>
              <a:defRPr sz="1875" b="1">
                <a:solidFill>
                  <a:srgbClr val="172B4D"/>
                </a:solidFill>
                <a:latin typeface="Apple SD Gothic Neo"/>
                <a:ea typeface="Apple SD Gothic Neo"/>
                <a:cs typeface="Apple SD Gothic Neo"/>
              </a:defRPr>
            </a:lvl3pPr>
            <a:lvl4pPr>
              <a:buNone/>
              <a:defRPr sz="1875" b="1">
                <a:solidFill>
                  <a:srgbClr val="172B4D"/>
                </a:solidFill>
                <a:latin typeface="Apple SD Gothic Neo"/>
                <a:ea typeface="Apple SD Gothic Neo"/>
                <a:cs typeface="Apple SD Gothic Neo"/>
              </a:defRPr>
            </a:lvl4pPr>
            <a:lvl5pPr>
              <a:buNone/>
              <a:defRPr sz="1875" b="1">
                <a:solidFill>
                  <a:srgbClr val="172B4D"/>
                </a:solidFill>
                <a:latin typeface="Apple SD Gothic Neo"/>
                <a:ea typeface="Apple SD Gothic Neo"/>
                <a:cs typeface="Apple SD Gothic Neo"/>
              </a:defRPr>
            </a:lvl5pPr>
            <a:lvl6pPr>
              <a:buNone/>
              <a:defRPr sz="1875" b="1">
                <a:solidFill>
                  <a:srgbClr val="172B4D"/>
                </a:solidFill>
                <a:latin typeface="Apple SD Gothic Neo"/>
                <a:ea typeface="Apple SD Gothic Neo"/>
                <a:cs typeface="Apple SD Gothic Neo"/>
              </a:defRPr>
            </a:lvl6pPr>
            <a:lvl7pPr>
              <a:buNone/>
              <a:defRPr sz="1875" b="1">
                <a:solidFill>
                  <a:srgbClr val="172B4D"/>
                </a:solidFill>
                <a:latin typeface="Apple SD Gothic Neo"/>
                <a:ea typeface="Apple SD Gothic Neo"/>
                <a:cs typeface="Apple SD Gothic Neo"/>
              </a:defRPr>
            </a:lvl7pPr>
            <a:lvl8pPr>
              <a:buNone/>
              <a:defRPr sz="1875" b="1">
                <a:solidFill>
                  <a:srgbClr val="172B4D"/>
                </a:solidFill>
                <a:latin typeface="Apple SD Gothic Neo"/>
                <a:ea typeface="Apple SD Gothic Neo"/>
                <a:cs typeface="Apple SD Gothic Neo"/>
              </a:defRPr>
            </a:lvl8pPr>
            <a:lvl9pPr>
              <a:buNone/>
              <a:defRPr sz="1875" b="1">
                <a:solidFill>
                  <a:srgbClr val="172B4D"/>
                </a:solidFill>
                <a:latin typeface="Apple SD Gothic Neo"/>
                <a:ea typeface="Apple SD Gothic Neo"/>
                <a:cs typeface="Apple SD Gothic Neo"/>
              </a:defRPr>
            </a:lvl9pPr>
          </a:lstStyle>
          <a:p xmlns:a="http://schemas.openxmlformats.org/drawingml/2006/main">
            <a:pPr>
              <a:buNone/>
              <a:defRPr sz="1875" b="1">
                <a:solidFill>
                  <a:srgbClr val="172B4D"/>
                </a:solidFill>
                <a:latin typeface="Apple SD Gothic Neo"/>
                <a:ea typeface="Apple SD Gothic Neo"/>
                <a:cs typeface="Apple SD Gothic Neo"/>
              </a:defRPr>
            </a:pPr>
            <a:r>
              <a:rPr sz="1875" b="1">
                <a:solidFill>
                  <a:srgbClr val="172B4D"/>
                </a:solidFill>
                <a:latin typeface="Apple SD Gothic Neo"/>
                <a:ea typeface="Apple SD Gothic Neo"/>
                <a:cs typeface="Apple SD Gothic Neo"/>
              </a:rPr>
              <a:t>런북 RAG</a:t>
            </a:r>
          </a:p>
        </p:txBody>
      </p:sp>
      <p:sp>
        <p:nvSpPr>
          <p:cNvPr id="18" name="">
            <a:extLst xmlns:a="http://schemas.openxmlformats.org/drawingml/2006/main">
              <a:ext uri="{FF2B5EF4-FFF2-40B4-BE49-F238E27FC236}">
                <a16:creationId xmlns:a16="http://schemas.microsoft.com/office/drawing/2014/main" id="{19921A65-178E-4E97-9358-1C94C4F68E65}"/>
              </a:ext>
            </a:extLst>
          </p:cNvPr>
          <p:cNvSpPr>
            <a:spLocks xmlns:a="http://schemas.openxmlformats.org/drawingml/2006/main" noGrp="1"/>
          </p:cNvSpPr>
          <p:nvPr/>
        </p:nvSpPr>
        <p:spPr>
          <a:xfrm xmlns:a="http://schemas.openxmlformats.org/drawingml/2006/main">
            <a:off x="5219700" y="3495675"/>
            <a:ext cx="1714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D6D84"/>
                </a:solidFill>
                <a:latin typeface="Apple SD Gothic Neo"/>
                <a:ea typeface="Apple SD Gothic Neo"/>
                <a:cs typeface="Apple SD Gothic Neo"/>
              </a:defRPr>
            </a:defPPr>
            <a:lvl1pPr>
              <a:buNone/>
              <a:defRPr sz="1425" b="0">
                <a:solidFill>
                  <a:srgbClr val="5D6D84"/>
                </a:solidFill>
                <a:latin typeface="Apple SD Gothic Neo"/>
                <a:ea typeface="Apple SD Gothic Neo"/>
                <a:cs typeface="Apple SD Gothic Neo"/>
              </a:defRPr>
            </a:lvl1pPr>
            <a:lvl2pPr>
              <a:buNone/>
              <a:defRPr sz="1425" b="0">
                <a:solidFill>
                  <a:srgbClr val="5D6D84"/>
                </a:solidFill>
                <a:latin typeface="Apple SD Gothic Neo"/>
                <a:ea typeface="Apple SD Gothic Neo"/>
                <a:cs typeface="Apple SD Gothic Neo"/>
              </a:defRPr>
            </a:lvl2pPr>
            <a:lvl3pPr>
              <a:buNone/>
              <a:defRPr sz="1425" b="0">
                <a:solidFill>
                  <a:srgbClr val="5D6D84"/>
                </a:solidFill>
                <a:latin typeface="Apple SD Gothic Neo"/>
                <a:ea typeface="Apple SD Gothic Neo"/>
                <a:cs typeface="Apple SD Gothic Neo"/>
              </a:defRPr>
            </a:lvl3pPr>
            <a:lvl4pPr>
              <a:buNone/>
              <a:defRPr sz="1425" b="0">
                <a:solidFill>
                  <a:srgbClr val="5D6D84"/>
                </a:solidFill>
                <a:latin typeface="Apple SD Gothic Neo"/>
                <a:ea typeface="Apple SD Gothic Neo"/>
                <a:cs typeface="Apple SD Gothic Neo"/>
              </a:defRPr>
            </a:lvl4pPr>
            <a:lvl5pPr>
              <a:buNone/>
              <a:defRPr sz="1425" b="0">
                <a:solidFill>
                  <a:srgbClr val="5D6D84"/>
                </a:solidFill>
                <a:latin typeface="Apple SD Gothic Neo"/>
                <a:ea typeface="Apple SD Gothic Neo"/>
                <a:cs typeface="Apple SD Gothic Neo"/>
              </a:defRPr>
            </a:lvl5pPr>
            <a:lvl6pPr>
              <a:buNone/>
              <a:defRPr sz="1425" b="0">
                <a:solidFill>
                  <a:srgbClr val="5D6D84"/>
                </a:solidFill>
                <a:latin typeface="Apple SD Gothic Neo"/>
                <a:ea typeface="Apple SD Gothic Neo"/>
                <a:cs typeface="Apple SD Gothic Neo"/>
              </a:defRPr>
            </a:lvl6pPr>
            <a:lvl7pPr>
              <a:buNone/>
              <a:defRPr sz="1425" b="0">
                <a:solidFill>
                  <a:srgbClr val="5D6D84"/>
                </a:solidFill>
                <a:latin typeface="Apple SD Gothic Neo"/>
                <a:ea typeface="Apple SD Gothic Neo"/>
                <a:cs typeface="Apple SD Gothic Neo"/>
              </a:defRPr>
            </a:lvl7pPr>
            <a:lvl8pPr>
              <a:buNone/>
              <a:defRPr sz="1425" b="0">
                <a:solidFill>
                  <a:srgbClr val="5D6D84"/>
                </a:solidFill>
                <a:latin typeface="Apple SD Gothic Neo"/>
                <a:ea typeface="Apple SD Gothic Neo"/>
                <a:cs typeface="Apple SD Gothic Neo"/>
              </a:defRPr>
            </a:lvl8pPr>
            <a:lvl9pPr>
              <a:buNone/>
              <a:defRPr sz="1425" b="0">
                <a:solidFill>
                  <a:srgbClr val="5D6D84"/>
                </a:solidFill>
                <a:latin typeface="Apple SD Gothic Neo"/>
                <a:ea typeface="Apple SD Gothic Neo"/>
                <a:cs typeface="Apple SD Gothic Neo"/>
              </a:defRPr>
            </a:lvl9pPr>
          </a:lstStyle>
          <a:p xmlns:a="http://schemas.openxmlformats.org/drawingml/2006/main">
            <a:pPr>
              <a:buNone/>
              <a:defRPr sz="1425" b="0">
                <a:solidFill>
                  <a:srgbClr val="5D6D84"/>
                </a:solidFill>
                <a:latin typeface="Apple SD Gothic Neo"/>
                <a:ea typeface="Apple SD Gothic Neo"/>
                <a:cs typeface="Apple SD Gothic Neo"/>
              </a:defRPr>
            </a:pPr>
            <a:r>
              <a:rPr sz="1425" b="0">
                <a:solidFill>
                  <a:srgbClr val="5D6D84"/>
                </a:solidFill>
                <a:latin typeface="Apple SD Gothic Neo"/>
                <a:ea typeface="Apple SD Gothic Neo"/>
                <a:cs typeface="Apple SD Gothic Neo"/>
              </a:rPr>
              <a:t>관련성·원문 대조</a:t>
            </a:r>
          </a:p>
        </p:txBody>
      </p:sp>
      <p:sp>
        <p:nvSpPr>
          <p:cNvPr id="19" name="">
            <a:extLst xmlns:a="http://schemas.openxmlformats.org/drawingml/2006/main">
              <a:ext uri="{FF2B5EF4-FFF2-40B4-BE49-F238E27FC236}">
                <a16:creationId xmlns:a16="http://schemas.microsoft.com/office/drawing/2014/main" id="{4353BC33-0145-4F9E-97AC-67A7C7A2B18E}"/>
              </a:ext>
            </a:extLst>
          </p:cNvPr>
          <p:cNvSpPr>
            <a:spLocks xmlns:a="http://schemas.openxmlformats.org/drawingml/2006/main" noGrp="1"/>
          </p:cNvSpPr>
          <p:nvPr/>
        </p:nvSpPr>
        <p:spPr>
          <a:xfrm xmlns:a="http://schemas.openxmlformats.org/drawingml/2006/main">
            <a:off x="7267575" y="2171700"/>
            <a:ext cx="2057400" cy="20383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B84E28F0-440F-4048-B1FD-BB10CD48B225}"/>
              </a:ext>
            </a:extLst>
          </p:cNvPr>
          <p:cNvSpPr>
            <a:spLocks xmlns:a="http://schemas.openxmlformats.org/drawingml/2006/main" noGrp="1"/>
          </p:cNvSpPr>
          <p:nvPr/>
        </p:nvSpPr>
        <p:spPr>
          <a:xfrm xmlns:a="http://schemas.openxmlformats.org/drawingml/2006/main">
            <a:off x="7439025" y="2343150"/>
            <a:ext cx="161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235ECB"/>
                </a:solidFill>
                <a:latin typeface="Apple SD Gothic Neo"/>
                <a:ea typeface="Apple SD Gothic Neo"/>
                <a:cs typeface="Apple SD Gothic Neo"/>
              </a:defRPr>
            </a:defPPr>
            <a:lvl1pPr>
              <a:buNone/>
              <a:defRPr sz="2100" b="1">
                <a:solidFill>
                  <a:srgbClr val="235ECB"/>
                </a:solidFill>
                <a:latin typeface="Apple SD Gothic Neo"/>
                <a:ea typeface="Apple SD Gothic Neo"/>
                <a:cs typeface="Apple SD Gothic Neo"/>
              </a:defRPr>
            </a:lvl1pPr>
            <a:lvl2pPr>
              <a:buNone/>
              <a:defRPr sz="2100" b="1">
                <a:solidFill>
                  <a:srgbClr val="235ECB"/>
                </a:solidFill>
                <a:latin typeface="Apple SD Gothic Neo"/>
                <a:ea typeface="Apple SD Gothic Neo"/>
                <a:cs typeface="Apple SD Gothic Neo"/>
              </a:defRPr>
            </a:lvl2pPr>
            <a:lvl3pPr>
              <a:buNone/>
              <a:defRPr sz="2100" b="1">
                <a:solidFill>
                  <a:srgbClr val="235ECB"/>
                </a:solidFill>
                <a:latin typeface="Apple SD Gothic Neo"/>
                <a:ea typeface="Apple SD Gothic Neo"/>
                <a:cs typeface="Apple SD Gothic Neo"/>
              </a:defRPr>
            </a:lvl3pPr>
            <a:lvl4pPr>
              <a:buNone/>
              <a:defRPr sz="2100" b="1">
                <a:solidFill>
                  <a:srgbClr val="235ECB"/>
                </a:solidFill>
                <a:latin typeface="Apple SD Gothic Neo"/>
                <a:ea typeface="Apple SD Gothic Neo"/>
                <a:cs typeface="Apple SD Gothic Neo"/>
              </a:defRPr>
            </a:lvl4pPr>
            <a:lvl5pPr>
              <a:buNone/>
              <a:defRPr sz="2100" b="1">
                <a:solidFill>
                  <a:srgbClr val="235ECB"/>
                </a:solidFill>
                <a:latin typeface="Apple SD Gothic Neo"/>
                <a:ea typeface="Apple SD Gothic Neo"/>
                <a:cs typeface="Apple SD Gothic Neo"/>
              </a:defRPr>
            </a:lvl5pPr>
            <a:lvl6pPr>
              <a:buNone/>
              <a:defRPr sz="2100" b="1">
                <a:solidFill>
                  <a:srgbClr val="235ECB"/>
                </a:solidFill>
                <a:latin typeface="Apple SD Gothic Neo"/>
                <a:ea typeface="Apple SD Gothic Neo"/>
                <a:cs typeface="Apple SD Gothic Neo"/>
              </a:defRPr>
            </a:lvl6pPr>
            <a:lvl7pPr>
              <a:buNone/>
              <a:defRPr sz="2100" b="1">
                <a:solidFill>
                  <a:srgbClr val="235ECB"/>
                </a:solidFill>
                <a:latin typeface="Apple SD Gothic Neo"/>
                <a:ea typeface="Apple SD Gothic Neo"/>
                <a:cs typeface="Apple SD Gothic Neo"/>
              </a:defRPr>
            </a:lvl7pPr>
            <a:lvl8pPr>
              <a:buNone/>
              <a:defRPr sz="2100" b="1">
                <a:solidFill>
                  <a:srgbClr val="235ECB"/>
                </a:solidFill>
                <a:latin typeface="Apple SD Gothic Neo"/>
                <a:ea typeface="Apple SD Gothic Neo"/>
                <a:cs typeface="Apple SD Gothic Neo"/>
              </a:defRPr>
            </a:lvl8pPr>
            <a:lvl9pPr>
              <a:buNone/>
              <a:defRPr sz="2100" b="1">
                <a:solidFill>
                  <a:srgbClr val="235ECB"/>
                </a:solidFill>
                <a:latin typeface="Apple SD Gothic Neo"/>
                <a:ea typeface="Apple SD Gothic Neo"/>
                <a:cs typeface="Apple SD Gothic Neo"/>
              </a:defRPr>
            </a:lvl9pPr>
          </a:lstStyle>
          <a:p xmlns:a="http://schemas.openxmlformats.org/drawingml/2006/main">
            <a:pPr>
              <a:buNone/>
              <a:defRPr sz="2100" b="1">
                <a:solidFill>
                  <a:srgbClr val="235ECB"/>
                </a:solidFill>
                <a:latin typeface="Apple SD Gothic Neo"/>
                <a:ea typeface="Apple SD Gothic Neo"/>
                <a:cs typeface="Apple SD Gothic Neo"/>
              </a:defRPr>
            </a:pPr>
            <a:r>
              <a:rPr sz="2100" b="1">
                <a:solidFill>
                  <a:srgbClr val="235ECB"/>
                </a:solidFill>
                <a:latin typeface="Apple SD Gothic Neo"/>
                <a:ea typeface="Apple SD Gothic Neo"/>
                <a:cs typeface="Apple SD Gothic Neo"/>
              </a:rPr>
              <a:t>4</a:t>
            </a:r>
          </a:p>
        </p:txBody>
      </p:sp>
      <p:sp>
        <p:nvSpPr>
          <p:cNvPr id="21" name="">
            <a:extLst xmlns:a="http://schemas.openxmlformats.org/drawingml/2006/main">
              <a:ext uri="{FF2B5EF4-FFF2-40B4-BE49-F238E27FC236}">
                <a16:creationId xmlns:a16="http://schemas.microsoft.com/office/drawing/2014/main" id="{4CD43FF3-FF1D-4DC3-BF2A-C73D5EFBCE6C}"/>
              </a:ext>
            </a:extLst>
          </p:cNvPr>
          <p:cNvSpPr>
            <a:spLocks xmlns:a="http://schemas.openxmlformats.org/drawingml/2006/main" noGrp="1"/>
          </p:cNvSpPr>
          <p:nvPr/>
        </p:nvSpPr>
        <p:spPr>
          <a:xfrm xmlns:a="http://schemas.openxmlformats.org/drawingml/2006/main">
            <a:off x="7439025" y="2800350"/>
            <a:ext cx="171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72B4D"/>
                </a:solidFill>
                <a:latin typeface="Apple SD Gothic Neo"/>
                <a:ea typeface="Apple SD Gothic Neo"/>
                <a:cs typeface="Apple SD Gothic Neo"/>
              </a:defRPr>
            </a:defPPr>
            <a:lvl1pPr>
              <a:buNone/>
              <a:defRPr sz="1875" b="1">
                <a:solidFill>
                  <a:srgbClr val="172B4D"/>
                </a:solidFill>
                <a:latin typeface="Apple SD Gothic Neo"/>
                <a:ea typeface="Apple SD Gothic Neo"/>
                <a:cs typeface="Apple SD Gothic Neo"/>
              </a:defRPr>
            </a:lvl1pPr>
            <a:lvl2pPr>
              <a:buNone/>
              <a:defRPr sz="1875" b="1">
                <a:solidFill>
                  <a:srgbClr val="172B4D"/>
                </a:solidFill>
                <a:latin typeface="Apple SD Gothic Neo"/>
                <a:ea typeface="Apple SD Gothic Neo"/>
                <a:cs typeface="Apple SD Gothic Neo"/>
              </a:defRPr>
            </a:lvl2pPr>
            <a:lvl3pPr>
              <a:buNone/>
              <a:defRPr sz="1875" b="1">
                <a:solidFill>
                  <a:srgbClr val="172B4D"/>
                </a:solidFill>
                <a:latin typeface="Apple SD Gothic Neo"/>
                <a:ea typeface="Apple SD Gothic Neo"/>
                <a:cs typeface="Apple SD Gothic Neo"/>
              </a:defRPr>
            </a:lvl3pPr>
            <a:lvl4pPr>
              <a:buNone/>
              <a:defRPr sz="1875" b="1">
                <a:solidFill>
                  <a:srgbClr val="172B4D"/>
                </a:solidFill>
                <a:latin typeface="Apple SD Gothic Neo"/>
                <a:ea typeface="Apple SD Gothic Neo"/>
                <a:cs typeface="Apple SD Gothic Neo"/>
              </a:defRPr>
            </a:lvl4pPr>
            <a:lvl5pPr>
              <a:buNone/>
              <a:defRPr sz="1875" b="1">
                <a:solidFill>
                  <a:srgbClr val="172B4D"/>
                </a:solidFill>
                <a:latin typeface="Apple SD Gothic Neo"/>
                <a:ea typeface="Apple SD Gothic Neo"/>
                <a:cs typeface="Apple SD Gothic Neo"/>
              </a:defRPr>
            </a:lvl5pPr>
            <a:lvl6pPr>
              <a:buNone/>
              <a:defRPr sz="1875" b="1">
                <a:solidFill>
                  <a:srgbClr val="172B4D"/>
                </a:solidFill>
                <a:latin typeface="Apple SD Gothic Neo"/>
                <a:ea typeface="Apple SD Gothic Neo"/>
                <a:cs typeface="Apple SD Gothic Neo"/>
              </a:defRPr>
            </a:lvl6pPr>
            <a:lvl7pPr>
              <a:buNone/>
              <a:defRPr sz="1875" b="1">
                <a:solidFill>
                  <a:srgbClr val="172B4D"/>
                </a:solidFill>
                <a:latin typeface="Apple SD Gothic Neo"/>
                <a:ea typeface="Apple SD Gothic Neo"/>
                <a:cs typeface="Apple SD Gothic Neo"/>
              </a:defRPr>
            </a:lvl7pPr>
            <a:lvl8pPr>
              <a:buNone/>
              <a:defRPr sz="1875" b="1">
                <a:solidFill>
                  <a:srgbClr val="172B4D"/>
                </a:solidFill>
                <a:latin typeface="Apple SD Gothic Neo"/>
                <a:ea typeface="Apple SD Gothic Neo"/>
                <a:cs typeface="Apple SD Gothic Neo"/>
              </a:defRPr>
            </a:lvl8pPr>
            <a:lvl9pPr>
              <a:buNone/>
              <a:defRPr sz="1875" b="1">
                <a:solidFill>
                  <a:srgbClr val="172B4D"/>
                </a:solidFill>
                <a:latin typeface="Apple SD Gothic Neo"/>
                <a:ea typeface="Apple SD Gothic Neo"/>
                <a:cs typeface="Apple SD Gothic Neo"/>
              </a:defRPr>
            </a:lvl9pPr>
          </a:lstStyle>
          <a:p xmlns:a="http://schemas.openxmlformats.org/drawingml/2006/main">
            <a:pPr>
              <a:buNone/>
              <a:defRPr sz="1875" b="1">
                <a:solidFill>
                  <a:srgbClr val="172B4D"/>
                </a:solidFill>
                <a:latin typeface="Apple SD Gothic Neo"/>
                <a:ea typeface="Apple SD Gothic Neo"/>
                <a:cs typeface="Apple SD Gothic Neo"/>
              </a:defRPr>
            </a:pPr>
            <a:r>
              <a:rPr sz="1875" b="1">
                <a:solidFill>
                  <a:srgbClr val="172B4D"/>
                </a:solidFill>
                <a:latin typeface="Apple SD Gothic Neo"/>
                <a:ea typeface="Apple SD Gothic Neo"/>
                <a:cs typeface="Apple SD Gothic Neo"/>
              </a:rPr>
              <a:t>작성·코드 검수</a:t>
            </a:r>
          </a:p>
        </p:txBody>
      </p:sp>
      <p:sp>
        <p:nvSpPr>
          <p:cNvPr id="22" name="">
            <a:extLst xmlns:a="http://schemas.openxmlformats.org/drawingml/2006/main">
              <a:ext uri="{FF2B5EF4-FFF2-40B4-BE49-F238E27FC236}">
                <a16:creationId xmlns:a16="http://schemas.microsoft.com/office/drawing/2014/main" id="{3929371C-2CCF-4D29-A583-08AA2A3BF20F}"/>
              </a:ext>
            </a:extLst>
          </p:cNvPr>
          <p:cNvSpPr>
            <a:spLocks xmlns:a="http://schemas.openxmlformats.org/drawingml/2006/main" noGrp="1"/>
          </p:cNvSpPr>
          <p:nvPr/>
        </p:nvSpPr>
        <p:spPr>
          <a:xfrm xmlns:a="http://schemas.openxmlformats.org/drawingml/2006/main">
            <a:off x="7439025" y="3495675"/>
            <a:ext cx="1714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D6D84"/>
                </a:solidFill>
                <a:latin typeface="Apple SD Gothic Neo"/>
                <a:ea typeface="Apple SD Gothic Neo"/>
                <a:cs typeface="Apple SD Gothic Neo"/>
              </a:defRPr>
            </a:defPPr>
            <a:lvl1pPr>
              <a:buNone/>
              <a:defRPr sz="1425" b="0">
                <a:solidFill>
                  <a:srgbClr val="5D6D84"/>
                </a:solidFill>
                <a:latin typeface="Apple SD Gothic Neo"/>
                <a:ea typeface="Apple SD Gothic Neo"/>
                <a:cs typeface="Apple SD Gothic Neo"/>
              </a:defRPr>
            </a:lvl1pPr>
            <a:lvl2pPr>
              <a:buNone/>
              <a:defRPr sz="1425" b="0">
                <a:solidFill>
                  <a:srgbClr val="5D6D84"/>
                </a:solidFill>
                <a:latin typeface="Apple SD Gothic Neo"/>
                <a:ea typeface="Apple SD Gothic Neo"/>
                <a:cs typeface="Apple SD Gothic Neo"/>
              </a:defRPr>
            </a:lvl2pPr>
            <a:lvl3pPr>
              <a:buNone/>
              <a:defRPr sz="1425" b="0">
                <a:solidFill>
                  <a:srgbClr val="5D6D84"/>
                </a:solidFill>
                <a:latin typeface="Apple SD Gothic Neo"/>
                <a:ea typeface="Apple SD Gothic Neo"/>
                <a:cs typeface="Apple SD Gothic Neo"/>
              </a:defRPr>
            </a:lvl3pPr>
            <a:lvl4pPr>
              <a:buNone/>
              <a:defRPr sz="1425" b="0">
                <a:solidFill>
                  <a:srgbClr val="5D6D84"/>
                </a:solidFill>
                <a:latin typeface="Apple SD Gothic Neo"/>
                <a:ea typeface="Apple SD Gothic Neo"/>
                <a:cs typeface="Apple SD Gothic Neo"/>
              </a:defRPr>
            </a:lvl4pPr>
            <a:lvl5pPr>
              <a:buNone/>
              <a:defRPr sz="1425" b="0">
                <a:solidFill>
                  <a:srgbClr val="5D6D84"/>
                </a:solidFill>
                <a:latin typeface="Apple SD Gothic Neo"/>
                <a:ea typeface="Apple SD Gothic Neo"/>
                <a:cs typeface="Apple SD Gothic Neo"/>
              </a:defRPr>
            </a:lvl5pPr>
            <a:lvl6pPr>
              <a:buNone/>
              <a:defRPr sz="1425" b="0">
                <a:solidFill>
                  <a:srgbClr val="5D6D84"/>
                </a:solidFill>
                <a:latin typeface="Apple SD Gothic Neo"/>
                <a:ea typeface="Apple SD Gothic Neo"/>
                <a:cs typeface="Apple SD Gothic Neo"/>
              </a:defRPr>
            </a:lvl6pPr>
            <a:lvl7pPr>
              <a:buNone/>
              <a:defRPr sz="1425" b="0">
                <a:solidFill>
                  <a:srgbClr val="5D6D84"/>
                </a:solidFill>
                <a:latin typeface="Apple SD Gothic Neo"/>
                <a:ea typeface="Apple SD Gothic Neo"/>
                <a:cs typeface="Apple SD Gothic Neo"/>
              </a:defRPr>
            </a:lvl7pPr>
            <a:lvl8pPr>
              <a:buNone/>
              <a:defRPr sz="1425" b="0">
                <a:solidFill>
                  <a:srgbClr val="5D6D84"/>
                </a:solidFill>
                <a:latin typeface="Apple SD Gothic Neo"/>
                <a:ea typeface="Apple SD Gothic Neo"/>
                <a:cs typeface="Apple SD Gothic Neo"/>
              </a:defRPr>
            </a:lvl8pPr>
            <a:lvl9pPr>
              <a:buNone/>
              <a:defRPr sz="1425" b="0">
                <a:solidFill>
                  <a:srgbClr val="5D6D84"/>
                </a:solidFill>
                <a:latin typeface="Apple SD Gothic Neo"/>
                <a:ea typeface="Apple SD Gothic Neo"/>
                <a:cs typeface="Apple SD Gothic Neo"/>
              </a:defRPr>
            </a:lvl9pPr>
          </a:lstStyle>
          <a:p xmlns:a="http://schemas.openxmlformats.org/drawingml/2006/main">
            <a:pPr>
              <a:buNone/>
              <a:defRPr sz="1425" b="0">
                <a:solidFill>
                  <a:srgbClr val="5D6D84"/>
                </a:solidFill>
                <a:latin typeface="Apple SD Gothic Neo"/>
                <a:ea typeface="Apple SD Gothic Neo"/>
                <a:cs typeface="Apple SD Gothic Neo"/>
              </a:defRPr>
            </a:pPr>
            <a:r>
              <a:rPr sz="1425" b="0">
                <a:solidFill>
                  <a:srgbClr val="5D6D84"/>
                </a:solidFill>
                <a:latin typeface="Apple SD Gothic Neo"/>
                <a:ea typeface="Apple SD Gothic Neo"/>
                <a:cs typeface="Apple SD Gothic Neo"/>
              </a:rPr>
              <a:t>ID·수치·조건 검사</a:t>
            </a:r>
          </a:p>
        </p:txBody>
      </p:sp>
      <p:sp>
        <p:nvSpPr>
          <p:cNvPr id="23" name="">
            <a:extLst xmlns:a="http://schemas.openxmlformats.org/drawingml/2006/main">
              <a:ext uri="{FF2B5EF4-FFF2-40B4-BE49-F238E27FC236}">
                <a16:creationId xmlns:a16="http://schemas.microsoft.com/office/drawing/2014/main" id="{8AEF792A-5AA8-4731-B74C-90CDC4BFA7FA}"/>
              </a:ext>
            </a:extLst>
          </p:cNvPr>
          <p:cNvSpPr>
            <a:spLocks xmlns:a="http://schemas.openxmlformats.org/drawingml/2006/main" noGrp="1"/>
          </p:cNvSpPr>
          <p:nvPr/>
        </p:nvSpPr>
        <p:spPr>
          <a:xfrm xmlns:a="http://schemas.openxmlformats.org/drawingml/2006/main">
            <a:off x="9486900" y="2171700"/>
            <a:ext cx="2057400" cy="20383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899A420E-9984-4D1B-9FA1-B8D69ECBC994}"/>
              </a:ext>
            </a:extLst>
          </p:cNvPr>
          <p:cNvSpPr>
            <a:spLocks xmlns:a="http://schemas.openxmlformats.org/drawingml/2006/main" noGrp="1"/>
          </p:cNvSpPr>
          <p:nvPr/>
        </p:nvSpPr>
        <p:spPr>
          <a:xfrm xmlns:a="http://schemas.openxmlformats.org/drawingml/2006/main">
            <a:off x="9658350" y="2343150"/>
            <a:ext cx="161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235ECB"/>
                </a:solidFill>
                <a:latin typeface="Apple SD Gothic Neo"/>
                <a:ea typeface="Apple SD Gothic Neo"/>
                <a:cs typeface="Apple SD Gothic Neo"/>
              </a:defRPr>
            </a:defPPr>
            <a:lvl1pPr>
              <a:buNone/>
              <a:defRPr sz="2100" b="1">
                <a:solidFill>
                  <a:srgbClr val="235ECB"/>
                </a:solidFill>
                <a:latin typeface="Apple SD Gothic Neo"/>
                <a:ea typeface="Apple SD Gothic Neo"/>
                <a:cs typeface="Apple SD Gothic Neo"/>
              </a:defRPr>
            </a:lvl1pPr>
            <a:lvl2pPr>
              <a:buNone/>
              <a:defRPr sz="2100" b="1">
                <a:solidFill>
                  <a:srgbClr val="235ECB"/>
                </a:solidFill>
                <a:latin typeface="Apple SD Gothic Neo"/>
                <a:ea typeface="Apple SD Gothic Neo"/>
                <a:cs typeface="Apple SD Gothic Neo"/>
              </a:defRPr>
            </a:lvl2pPr>
            <a:lvl3pPr>
              <a:buNone/>
              <a:defRPr sz="2100" b="1">
                <a:solidFill>
                  <a:srgbClr val="235ECB"/>
                </a:solidFill>
                <a:latin typeface="Apple SD Gothic Neo"/>
                <a:ea typeface="Apple SD Gothic Neo"/>
                <a:cs typeface="Apple SD Gothic Neo"/>
              </a:defRPr>
            </a:lvl3pPr>
            <a:lvl4pPr>
              <a:buNone/>
              <a:defRPr sz="2100" b="1">
                <a:solidFill>
                  <a:srgbClr val="235ECB"/>
                </a:solidFill>
                <a:latin typeface="Apple SD Gothic Neo"/>
                <a:ea typeface="Apple SD Gothic Neo"/>
                <a:cs typeface="Apple SD Gothic Neo"/>
              </a:defRPr>
            </a:lvl4pPr>
            <a:lvl5pPr>
              <a:buNone/>
              <a:defRPr sz="2100" b="1">
                <a:solidFill>
                  <a:srgbClr val="235ECB"/>
                </a:solidFill>
                <a:latin typeface="Apple SD Gothic Neo"/>
                <a:ea typeface="Apple SD Gothic Neo"/>
                <a:cs typeface="Apple SD Gothic Neo"/>
              </a:defRPr>
            </a:lvl5pPr>
            <a:lvl6pPr>
              <a:buNone/>
              <a:defRPr sz="2100" b="1">
                <a:solidFill>
                  <a:srgbClr val="235ECB"/>
                </a:solidFill>
                <a:latin typeface="Apple SD Gothic Neo"/>
                <a:ea typeface="Apple SD Gothic Neo"/>
                <a:cs typeface="Apple SD Gothic Neo"/>
              </a:defRPr>
            </a:lvl6pPr>
            <a:lvl7pPr>
              <a:buNone/>
              <a:defRPr sz="2100" b="1">
                <a:solidFill>
                  <a:srgbClr val="235ECB"/>
                </a:solidFill>
                <a:latin typeface="Apple SD Gothic Neo"/>
                <a:ea typeface="Apple SD Gothic Neo"/>
                <a:cs typeface="Apple SD Gothic Neo"/>
              </a:defRPr>
            </a:lvl7pPr>
            <a:lvl8pPr>
              <a:buNone/>
              <a:defRPr sz="2100" b="1">
                <a:solidFill>
                  <a:srgbClr val="235ECB"/>
                </a:solidFill>
                <a:latin typeface="Apple SD Gothic Neo"/>
                <a:ea typeface="Apple SD Gothic Neo"/>
                <a:cs typeface="Apple SD Gothic Neo"/>
              </a:defRPr>
            </a:lvl8pPr>
            <a:lvl9pPr>
              <a:buNone/>
              <a:defRPr sz="2100" b="1">
                <a:solidFill>
                  <a:srgbClr val="235ECB"/>
                </a:solidFill>
                <a:latin typeface="Apple SD Gothic Neo"/>
                <a:ea typeface="Apple SD Gothic Neo"/>
                <a:cs typeface="Apple SD Gothic Neo"/>
              </a:defRPr>
            </a:lvl9pPr>
          </a:lstStyle>
          <a:p xmlns:a="http://schemas.openxmlformats.org/drawingml/2006/main">
            <a:pPr>
              <a:buNone/>
              <a:defRPr sz="2100" b="1">
                <a:solidFill>
                  <a:srgbClr val="235ECB"/>
                </a:solidFill>
                <a:latin typeface="Apple SD Gothic Neo"/>
                <a:ea typeface="Apple SD Gothic Neo"/>
                <a:cs typeface="Apple SD Gothic Neo"/>
              </a:defRPr>
            </a:pPr>
            <a:r>
              <a:rPr sz="2100" b="1">
                <a:solidFill>
                  <a:srgbClr val="235ECB"/>
                </a:solidFill>
                <a:latin typeface="Apple SD Gothic Neo"/>
                <a:ea typeface="Apple SD Gothic Neo"/>
                <a:cs typeface="Apple SD Gothic Neo"/>
              </a:rPr>
              <a:t>5</a:t>
            </a:r>
          </a:p>
        </p:txBody>
      </p:sp>
      <p:sp>
        <p:nvSpPr>
          <p:cNvPr id="25" name="">
            <a:extLst xmlns:a="http://schemas.openxmlformats.org/drawingml/2006/main">
              <a:ext uri="{FF2B5EF4-FFF2-40B4-BE49-F238E27FC236}">
                <a16:creationId xmlns:a16="http://schemas.microsoft.com/office/drawing/2014/main" id="{78AF7B41-0117-43FA-9C8D-DC962D1ABA4F}"/>
              </a:ext>
            </a:extLst>
          </p:cNvPr>
          <p:cNvSpPr>
            <a:spLocks xmlns:a="http://schemas.openxmlformats.org/drawingml/2006/main" noGrp="1"/>
          </p:cNvSpPr>
          <p:nvPr/>
        </p:nvSpPr>
        <p:spPr>
          <a:xfrm xmlns:a="http://schemas.openxmlformats.org/drawingml/2006/main">
            <a:off x="9658350" y="2800350"/>
            <a:ext cx="171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72B4D"/>
                </a:solidFill>
                <a:latin typeface="Apple SD Gothic Neo"/>
                <a:ea typeface="Apple SD Gothic Neo"/>
                <a:cs typeface="Apple SD Gothic Neo"/>
              </a:defRPr>
            </a:defPPr>
            <a:lvl1pPr>
              <a:buNone/>
              <a:defRPr sz="1875" b="1">
                <a:solidFill>
                  <a:srgbClr val="172B4D"/>
                </a:solidFill>
                <a:latin typeface="Apple SD Gothic Neo"/>
                <a:ea typeface="Apple SD Gothic Neo"/>
                <a:cs typeface="Apple SD Gothic Neo"/>
              </a:defRPr>
            </a:lvl1pPr>
            <a:lvl2pPr>
              <a:buNone/>
              <a:defRPr sz="1875" b="1">
                <a:solidFill>
                  <a:srgbClr val="172B4D"/>
                </a:solidFill>
                <a:latin typeface="Apple SD Gothic Neo"/>
                <a:ea typeface="Apple SD Gothic Neo"/>
                <a:cs typeface="Apple SD Gothic Neo"/>
              </a:defRPr>
            </a:lvl2pPr>
            <a:lvl3pPr>
              <a:buNone/>
              <a:defRPr sz="1875" b="1">
                <a:solidFill>
                  <a:srgbClr val="172B4D"/>
                </a:solidFill>
                <a:latin typeface="Apple SD Gothic Neo"/>
                <a:ea typeface="Apple SD Gothic Neo"/>
                <a:cs typeface="Apple SD Gothic Neo"/>
              </a:defRPr>
            </a:lvl3pPr>
            <a:lvl4pPr>
              <a:buNone/>
              <a:defRPr sz="1875" b="1">
                <a:solidFill>
                  <a:srgbClr val="172B4D"/>
                </a:solidFill>
                <a:latin typeface="Apple SD Gothic Neo"/>
                <a:ea typeface="Apple SD Gothic Neo"/>
                <a:cs typeface="Apple SD Gothic Neo"/>
              </a:defRPr>
            </a:lvl4pPr>
            <a:lvl5pPr>
              <a:buNone/>
              <a:defRPr sz="1875" b="1">
                <a:solidFill>
                  <a:srgbClr val="172B4D"/>
                </a:solidFill>
                <a:latin typeface="Apple SD Gothic Neo"/>
                <a:ea typeface="Apple SD Gothic Neo"/>
                <a:cs typeface="Apple SD Gothic Neo"/>
              </a:defRPr>
            </a:lvl5pPr>
            <a:lvl6pPr>
              <a:buNone/>
              <a:defRPr sz="1875" b="1">
                <a:solidFill>
                  <a:srgbClr val="172B4D"/>
                </a:solidFill>
                <a:latin typeface="Apple SD Gothic Neo"/>
                <a:ea typeface="Apple SD Gothic Neo"/>
                <a:cs typeface="Apple SD Gothic Neo"/>
              </a:defRPr>
            </a:lvl6pPr>
            <a:lvl7pPr>
              <a:buNone/>
              <a:defRPr sz="1875" b="1">
                <a:solidFill>
                  <a:srgbClr val="172B4D"/>
                </a:solidFill>
                <a:latin typeface="Apple SD Gothic Neo"/>
                <a:ea typeface="Apple SD Gothic Neo"/>
                <a:cs typeface="Apple SD Gothic Neo"/>
              </a:defRPr>
            </a:lvl7pPr>
            <a:lvl8pPr>
              <a:buNone/>
              <a:defRPr sz="1875" b="1">
                <a:solidFill>
                  <a:srgbClr val="172B4D"/>
                </a:solidFill>
                <a:latin typeface="Apple SD Gothic Neo"/>
                <a:ea typeface="Apple SD Gothic Neo"/>
                <a:cs typeface="Apple SD Gothic Neo"/>
              </a:defRPr>
            </a:lvl8pPr>
            <a:lvl9pPr>
              <a:buNone/>
              <a:defRPr sz="1875" b="1">
                <a:solidFill>
                  <a:srgbClr val="172B4D"/>
                </a:solidFill>
                <a:latin typeface="Apple SD Gothic Neo"/>
                <a:ea typeface="Apple SD Gothic Neo"/>
                <a:cs typeface="Apple SD Gothic Neo"/>
              </a:defRPr>
            </a:lvl9pPr>
          </a:lstStyle>
          <a:p xmlns:a="http://schemas.openxmlformats.org/drawingml/2006/main">
            <a:pPr>
              <a:buNone/>
              <a:defRPr sz="1875" b="1">
                <a:solidFill>
                  <a:srgbClr val="172B4D"/>
                </a:solidFill>
                <a:latin typeface="Apple SD Gothic Neo"/>
                <a:ea typeface="Apple SD Gothic Neo"/>
                <a:cs typeface="Apple SD Gothic Neo"/>
              </a:defRPr>
            </a:pPr>
            <a:r>
              <a:rPr sz="1875" b="1">
                <a:solidFill>
                  <a:srgbClr val="172B4D"/>
                </a:solidFill>
                <a:latin typeface="Apple SD Gothic Neo"/>
                <a:ea typeface="Apple SD Gothic Neo"/>
                <a:cs typeface="Apple SD Gothic Neo"/>
              </a:rPr>
              <a:t>선택적 Reviewer</a:t>
            </a:r>
          </a:p>
        </p:txBody>
      </p:sp>
      <p:sp>
        <p:nvSpPr>
          <p:cNvPr id="26" name="">
            <a:extLst xmlns:a="http://schemas.openxmlformats.org/drawingml/2006/main">
              <a:ext uri="{FF2B5EF4-FFF2-40B4-BE49-F238E27FC236}">
                <a16:creationId xmlns:a16="http://schemas.microsoft.com/office/drawing/2014/main" id="{2149567B-C431-4CE4-93AA-66E93E03E435}"/>
              </a:ext>
            </a:extLst>
          </p:cNvPr>
          <p:cNvSpPr>
            <a:spLocks xmlns:a="http://schemas.openxmlformats.org/drawingml/2006/main" noGrp="1"/>
          </p:cNvSpPr>
          <p:nvPr/>
        </p:nvSpPr>
        <p:spPr>
          <a:xfrm xmlns:a="http://schemas.openxmlformats.org/drawingml/2006/main">
            <a:off x="9658350" y="3495675"/>
            <a:ext cx="1714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D6D84"/>
                </a:solidFill>
                <a:latin typeface="Apple SD Gothic Neo"/>
                <a:ea typeface="Apple SD Gothic Neo"/>
                <a:cs typeface="Apple SD Gothic Neo"/>
              </a:defRPr>
            </a:defPPr>
            <a:lvl1pPr>
              <a:buNone/>
              <a:defRPr sz="1425" b="0">
                <a:solidFill>
                  <a:srgbClr val="5D6D84"/>
                </a:solidFill>
                <a:latin typeface="Apple SD Gothic Neo"/>
                <a:ea typeface="Apple SD Gothic Neo"/>
                <a:cs typeface="Apple SD Gothic Neo"/>
              </a:defRPr>
            </a:lvl1pPr>
            <a:lvl2pPr>
              <a:buNone/>
              <a:defRPr sz="1425" b="0">
                <a:solidFill>
                  <a:srgbClr val="5D6D84"/>
                </a:solidFill>
                <a:latin typeface="Apple SD Gothic Neo"/>
                <a:ea typeface="Apple SD Gothic Neo"/>
                <a:cs typeface="Apple SD Gothic Neo"/>
              </a:defRPr>
            </a:lvl2pPr>
            <a:lvl3pPr>
              <a:buNone/>
              <a:defRPr sz="1425" b="0">
                <a:solidFill>
                  <a:srgbClr val="5D6D84"/>
                </a:solidFill>
                <a:latin typeface="Apple SD Gothic Neo"/>
                <a:ea typeface="Apple SD Gothic Neo"/>
                <a:cs typeface="Apple SD Gothic Neo"/>
              </a:defRPr>
            </a:lvl3pPr>
            <a:lvl4pPr>
              <a:buNone/>
              <a:defRPr sz="1425" b="0">
                <a:solidFill>
                  <a:srgbClr val="5D6D84"/>
                </a:solidFill>
                <a:latin typeface="Apple SD Gothic Neo"/>
                <a:ea typeface="Apple SD Gothic Neo"/>
                <a:cs typeface="Apple SD Gothic Neo"/>
              </a:defRPr>
            </a:lvl4pPr>
            <a:lvl5pPr>
              <a:buNone/>
              <a:defRPr sz="1425" b="0">
                <a:solidFill>
                  <a:srgbClr val="5D6D84"/>
                </a:solidFill>
                <a:latin typeface="Apple SD Gothic Neo"/>
                <a:ea typeface="Apple SD Gothic Neo"/>
                <a:cs typeface="Apple SD Gothic Neo"/>
              </a:defRPr>
            </a:lvl5pPr>
            <a:lvl6pPr>
              <a:buNone/>
              <a:defRPr sz="1425" b="0">
                <a:solidFill>
                  <a:srgbClr val="5D6D84"/>
                </a:solidFill>
                <a:latin typeface="Apple SD Gothic Neo"/>
                <a:ea typeface="Apple SD Gothic Neo"/>
                <a:cs typeface="Apple SD Gothic Neo"/>
              </a:defRPr>
            </a:lvl6pPr>
            <a:lvl7pPr>
              <a:buNone/>
              <a:defRPr sz="1425" b="0">
                <a:solidFill>
                  <a:srgbClr val="5D6D84"/>
                </a:solidFill>
                <a:latin typeface="Apple SD Gothic Neo"/>
                <a:ea typeface="Apple SD Gothic Neo"/>
                <a:cs typeface="Apple SD Gothic Neo"/>
              </a:defRPr>
            </a:lvl7pPr>
            <a:lvl8pPr>
              <a:buNone/>
              <a:defRPr sz="1425" b="0">
                <a:solidFill>
                  <a:srgbClr val="5D6D84"/>
                </a:solidFill>
                <a:latin typeface="Apple SD Gothic Neo"/>
                <a:ea typeface="Apple SD Gothic Neo"/>
                <a:cs typeface="Apple SD Gothic Neo"/>
              </a:defRPr>
            </a:lvl8pPr>
            <a:lvl9pPr>
              <a:buNone/>
              <a:defRPr sz="1425" b="0">
                <a:solidFill>
                  <a:srgbClr val="5D6D84"/>
                </a:solidFill>
                <a:latin typeface="Apple SD Gothic Neo"/>
                <a:ea typeface="Apple SD Gothic Neo"/>
                <a:cs typeface="Apple SD Gothic Neo"/>
              </a:defRPr>
            </a:lvl9pPr>
          </a:lstStyle>
          <a:p xmlns:a="http://schemas.openxmlformats.org/drawingml/2006/main">
            <a:pPr>
              <a:buNone/>
              <a:defRPr sz="1425" b="0">
                <a:solidFill>
                  <a:srgbClr val="5D6D84"/>
                </a:solidFill>
                <a:latin typeface="Apple SD Gothic Neo"/>
                <a:ea typeface="Apple SD Gothic Neo"/>
                <a:cs typeface="Apple SD Gothic Neo"/>
              </a:defRPr>
            </a:pPr>
            <a:r>
              <a:rPr sz="1425" b="0">
                <a:solidFill>
                  <a:srgbClr val="5D6D84"/>
                </a:solidFill>
                <a:latin typeface="Apple SD Gothic Neo"/>
                <a:ea typeface="Apple SD Gothic Neo"/>
                <a:cs typeface="Apple SD Gothic Neo"/>
              </a:rPr>
              <a:t>복잡한 요청만 검토</a:t>
            </a:r>
          </a:p>
        </p:txBody>
      </p:sp>
      <p:sp>
        <p:nvSpPr>
          <p:cNvPr id="27" name="">
            <a:extLst xmlns:a="http://schemas.openxmlformats.org/drawingml/2006/main">
              <a:ext uri="{FF2B5EF4-FFF2-40B4-BE49-F238E27FC236}">
                <a16:creationId xmlns:a16="http://schemas.microsoft.com/office/drawing/2014/main" id="{0501980E-F275-4F7D-8736-8B36A0E4BDDC}"/>
              </a:ext>
            </a:extLst>
          </p:cNvPr>
          <p:cNvSpPr>
            <a:spLocks xmlns:a="http://schemas.openxmlformats.org/drawingml/2006/main" noGrp="1"/>
          </p:cNvSpPr>
          <p:nvPr/>
        </p:nvSpPr>
        <p:spPr>
          <a:xfrm xmlns:a="http://schemas.openxmlformats.org/drawingml/2006/main">
            <a:off x="609600" y="4714875"/>
            <a:ext cx="10972800" cy="895350"/>
          </a:xfrm>
          <a:prstGeom xmlns:a="http://schemas.openxmlformats.org/drawingml/2006/main" prst="rect">
            <a:avLst/>
          </a:prstGeom>
          <a:solidFill xmlns:a="http://schemas.openxmlformats.org/drawingml/2006/main">
            <a:srgbClr val="E7F3F0"/>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488A5784-64E2-4F4A-A967-6230E2DE177A}"/>
              </a:ext>
            </a:extLst>
          </p:cNvPr>
          <p:cNvSpPr>
            <a:spLocks xmlns:a="http://schemas.openxmlformats.org/drawingml/2006/main" noGrp="1"/>
          </p:cNvSpPr>
          <p:nvPr/>
        </p:nvSpPr>
        <p:spPr>
          <a:xfrm xmlns:a="http://schemas.openxmlformats.org/drawingml/2006/main">
            <a:off x="857250" y="49339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E7267"/>
                </a:solidFill>
                <a:latin typeface="Apple SD Gothic Neo"/>
                <a:ea typeface="Apple SD Gothic Neo"/>
                <a:cs typeface="Apple SD Gothic Neo"/>
              </a:defRPr>
            </a:defPPr>
            <a:lvl1pPr>
              <a:buNone/>
              <a:defRPr sz="1875" b="1">
                <a:solidFill>
                  <a:srgbClr val="0E7267"/>
                </a:solidFill>
                <a:latin typeface="Apple SD Gothic Neo"/>
                <a:ea typeface="Apple SD Gothic Neo"/>
                <a:cs typeface="Apple SD Gothic Neo"/>
              </a:defRPr>
            </a:lvl1pPr>
            <a:lvl2pPr>
              <a:buNone/>
              <a:defRPr sz="1875" b="1">
                <a:solidFill>
                  <a:srgbClr val="0E7267"/>
                </a:solidFill>
                <a:latin typeface="Apple SD Gothic Neo"/>
                <a:ea typeface="Apple SD Gothic Neo"/>
                <a:cs typeface="Apple SD Gothic Neo"/>
              </a:defRPr>
            </a:lvl2pPr>
            <a:lvl3pPr>
              <a:buNone/>
              <a:defRPr sz="1875" b="1">
                <a:solidFill>
                  <a:srgbClr val="0E7267"/>
                </a:solidFill>
                <a:latin typeface="Apple SD Gothic Neo"/>
                <a:ea typeface="Apple SD Gothic Neo"/>
                <a:cs typeface="Apple SD Gothic Neo"/>
              </a:defRPr>
            </a:lvl3pPr>
            <a:lvl4pPr>
              <a:buNone/>
              <a:defRPr sz="1875" b="1">
                <a:solidFill>
                  <a:srgbClr val="0E7267"/>
                </a:solidFill>
                <a:latin typeface="Apple SD Gothic Neo"/>
                <a:ea typeface="Apple SD Gothic Neo"/>
                <a:cs typeface="Apple SD Gothic Neo"/>
              </a:defRPr>
            </a:lvl4pPr>
            <a:lvl5pPr>
              <a:buNone/>
              <a:defRPr sz="1875" b="1">
                <a:solidFill>
                  <a:srgbClr val="0E7267"/>
                </a:solidFill>
                <a:latin typeface="Apple SD Gothic Neo"/>
                <a:ea typeface="Apple SD Gothic Neo"/>
                <a:cs typeface="Apple SD Gothic Neo"/>
              </a:defRPr>
            </a:lvl5pPr>
            <a:lvl6pPr>
              <a:buNone/>
              <a:defRPr sz="1875" b="1">
                <a:solidFill>
                  <a:srgbClr val="0E7267"/>
                </a:solidFill>
                <a:latin typeface="Apple SD Gothic Neo"/>
                <a:ea typeface="Apple SD Gothic Neo"/>
                <a:cs typeface="Apple SD Gothic Neo"/>
              </a:defRPr>
            </a:lvl6pPr>
            <a:lvl7pPr>
              <a:buNone/>
              <a:defRPr sz="1875" b="1">
                <a:solidFill>
                  <a:srgbClr val="0E7267"/>
                </a:solidFill>
                <a:latin typeface="Apple SD Gothic Neo"/>
                <a:ea typeface="Apple SD Gothic Neo"/>
                <a:cs typeface="Apple SD Gothic Neo"/>
              </a:defRPr>
            </a:lvl7pPr>
            <a:lvl8pPr>
              <a:buNone/>
              <a:defRPr sz="1875" b="1">
                <a:solidFill>
                  <a:srgbClr val="0E7267"/>
                </a:solidFill>
                <a:latin typeface="Apple SD Gothic Neo"/>
                <a:ea typeface="Apple SD Gothic Neo"/>
                <a:cs typeface="Apple SD Gothic Neo"/>
              </a:defRPr>
            </a:lvl8pPr>
            <a:lvl9pPr>
              <a:buNone/>
              <a:defRPr sz="1875" b="1">
                <a:solidFill>
                  <a:srgbClr val="0E7267"/>
                </a:solidFill>
                <a:latin typeface="Apple SD Gothic Neo"/>
                <a:ea typeface="Apple SD Gothic Neo"/>
                <a:cs typeface="Apple SD Gothic Neo"/>
              </a:defRPr>
            </a:lvl9pPr>
          </a:lstStyle>
          <a:p xmlns:a="http://schemas.openxmlformats.org/drawingml/2006/main">
            <a:pPr>
              <a:buNone/>
              <a:defRPr sz="1875" b="1">
                <a:solidFill>
                  <a:srgbClr val="0E7267"/>
                </a:solidFill>
                <a:latin typeface="Apple SD Gothic Neo"/>
                <a:ea typeface="Apple SD Gothic Neo"/>
                <a:cs typeface="Apple SD Gothic Neo"/>
              </a:defRPr>
            </a:pPr>
            <a:r>
              <a:rPr sz="1875" b="1">
                <a:solidFill>
                  <a:srgbClr val="0E7267"/>
                </a:solidFill>
                <a:latin typeface="Apple SD Gothic Neo"/>
                <a:ea typeface="Apple SD Gothic Neo"/>
                <a:cs typeface="Apple SD Gothic Neo"/>
              </a:rPr>
              <a:t>기존 기반 유지: FastAPI lifespan, MCP, DI, SQLite, LangGraph, LangSmith</a:t>
            </a:r>
          </a:p>
        </p:txBody>
      </p:sp>
    </p:spTree>
    <p:extLst>
      <p:ext uri="{BB962C8B-B14F-4D97-AF65-F5344CB8AC3E}">
        <p14:creationId xmlns:p14="http://schemas.microsoft.com/office/powerpoint/2010/main" val="208605483"/>
      </p:ext>
    </p:extLst>
  </p:cSld>
</p:sld>
</file>

<file path=ppt/slides/slide4.xml><?xml version="1.0" encoding="utf-8"?>
<p:sld xmlns:p="http://schemas.openxmlformats.org/presentationml/2006/main">
  <p:cSld>
    <p:bg>
      <p:bgPr>
        <a:solidFill xmlns:a="http://schemas.openxmlformats.org/drawingml/2006/main">
          <a:srgbClr val="F4F6F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BB7CE3B-3667-4AAB-B9B4-C09C73C1CC8A}"/>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35EC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48AF8EA-525B-4B2A-AFAD-EBF53DCBFBCF}"/>
              </a:ext>
            </a:extLst>
          </p:cNvPr>
          <p:cNvSpPr>
            <a:spLocks xmlns:a="http://schemas.openxmlformats.org/drawingml/2006/main" noGrp="1"/>
          </p:cNvSpPr>
          <p:nvPr/>
        </p:nvSpPr>
        <p:spPr>
          <a:xfrm xmlns:a="http://schemas.openxmlformats.org/drawingml/2006/main">
            <a:off x="609600" y="38100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235ECB"/>
                </a:solidFill>
                <a:latin typeface="Apple SD Gothic Neo"/>
                <a:ea typeface="Apple SD Gothic Neo"/>
                <a:cs typeface="Apple SD Gothic Neo"/>
              </a:defRPr>
            </a:defPPr>
            <a:lvl1pPr>
              <a:buNone/>
              <a:defRPr sz="1275" b="1">
                <a:solidFill>
                  <a:srgbClr val="235ECB"/>
                </a:solidFill>
                <a:latin typeface="Apple SD Gothic Neo"/>
                <a:ea typeface="Apple SD Gothic Neo"/>
                <a:cs typeface="Apple SD Gothic Neo"/>
              </a:defRPr>
            </a:lvl1pPr>
            <a:lvl2pPr>
              <a:buNone/>
              <a:defRPr sz="1275" b="1">
                <a:solidFill>
                  <a:srgbClr val="235ECB"/>
                </a:solidFill>
                <a:latin typeface="Apple SD Gothic Neo"/>
                <a:ea typeface="Apple SD Gothic Neo"/>
                <a:cs typeface="Apple SD Gothic Neo"/>
              </a:defRPr>
            </a:lvl2pPr>
            <a:lvl3pPr>
              <a:buNone/>
              <a:defRPr sz="1275" b="1">
                <a:solidFill>
                  <a:srgbClr val="235ECB"/>
                </a:solidFill>
                <a:latin typeface="Apple SD Gothic Neo"/>
                <a:ea typeface="Apple SD Gothic Neo"/>
                <a:cs typeface="Apple SD Gothic Neo"/>
              </a:defRPr>
            </a:lvl3pPr>
            <a:lvl4pPr>
              <a:buNone/>
              <a:defRPr sz="1275" b="1">
                <a:solidFill>
                  <a:srgbClr val="235ECB"/>
                </a:solidFill>
                <a:latin typeface="Apple SD Gothic Neo"/>
                <a:ea typeface="Apple SD Gothic Neo"/>
                <a:cs typeface="Apple SD Gothic Neo"/>
              </a:defRPr>
            </a:lvl4pPr>
            <a:lvl5pPr>
              <a:buNone/>
              <a:defRPr sz="1275" b="1">
                <a:solidFill>
                  <a:srgbClr val="235ECB"/>
                </a:solidFill>
                <a:latin typeface="Apple SD Gothic Neo"/>
                <a:ea typeface="Apple SD Gothic Neo"/>
                <a:cs typeface="Apple SD Gothic Neo"/>
              </a:defRPr>
            </a:lvl5pPr>
            <a:lvl6pPr>
              <a:buNone/>
              <a:defRPr sz="1275" b="1">
                <a:solidFill>
                  <a:srgbClr val="235ECB"/>
                </a:solidFill>
                <a:latin typeface="Apple SD Gothic Neo"/>
                <a:ea typeface="Apple SD Gothic Neo"/>
                <a:cs typeface="Apple SD Gothic Neo"/>
              </a:defRPr>
            </a:lvl6pPr>
            <a:lvl7pPr>
              <a:buNone/>
              <a:defRPr sz="1275" b="1">
                <a:solidFill>
                  <a:srgbClr val="235ECB"/>
                </a:solidFill>
                <a:latin typeface="Apple SD Gothic Neo"/>
                <a:ea typeface="Apple SD Gothic Neo"/>
                <a:cs typeface="Apple SD Gothic Neo"/>
              </a:defRPr>
            </a:lvl7pPr>
            <a:lvl8pPr>
              <a:buNone/>
              <a:defRPr sz="1275" b="1">
                <a:solidFill>
                  <a:srgbClr val="235ECB"/>
                </a:solidFill>
                <a:latin typeface="Apple SD Gothic Neo"/>
                <a:ea typeface="Apple SD Gothic Neo"/>
                <a:cs typeface="Apple SD Gothic Neo"/>
              </a:defRPr>
            </a:lvl8pPr>
            <a:lvl9pPr>
              <a:buNone/>
              <a:defRPr sz="1275" b="1">
                <a:solidFill>
                  <a:srgbClr val="235ECB"/>
                </a:solidFill>
                <a:latin typeface="Apple SD Gothic Neo"/>
                <a:ea typeface="Apple SD Gothic Neo"/>
                <a:cs typeface="Apple SD Gothic Neo"/>
              </a:defRPr>
            </a:lvl9pPr>
          </a:lstStyle>
          <a:p xmlns:a="http://schemas.openxmlformats.org/drawingml/2006/main">
            <a:pPr>
              <a:buNone/>
              <a:defRPr sz="1275" b="1">
                <a:solidFill>
                  <a:srgbClr val="235ECB"/>
                </a:solidFill>
                <a:latin typeface="Apple SD Gothic Neo"/>
                <a:ea typeface="Apple SD Gothic Neo"/>
                <a:cs typeface="Apple SD Gothic Neo"/>
              </a:defRPr>
            </a:pPr>
            <a:r>
              <a:rPr sz="1275" b="1">
                <a:solidFill>
                  <a:srgbClr val="235ECB"/>
                </a:solidFill>
                <a:latin typeface="Apple SD Gothic Neo"/>
                <a:ea typeface="Apple SD Gothic Neo"/>
                <a:cs typeface="Apple SD Gothic Neo"/>
              </a:rPr>
              <a:t>3. 핵심 코드 / 검색</a:t>
            </a:r>
          </a:p>
        </p:txBody>
      </p:sp>
      <p:sp>
        <p:nvSpPr>
          <p:cNvPr id="3" name="">
            <a:extLst xmlns:a="http://schemas.openxmlformats.org/drawingml/2006/main">
              <a:ext uri="{FF2B5EF4-FFF2-40B4-BE49-F238E27FC236}">
                <a16:creationId xmlns:a16="http://schemas.microsoft.com/office/drawing/2014/main" id="{64E5B0A4-0A2C-4AA8-A6FE-AA5209856924}"/>
              </a:ext>
            </a:extLst>
          </p:cNvPr>
          <p:cNvSpPr>
            <a:spLocks xmlns:a="http://schemas.openxmlformats.org/drawingml/2006/main" noGrp="1"/>
          </p:cNvSpPr>
          <p:nvPr/>
        </p:nvSpPr>
        <p:spPr>
          <a:xfrm xmlns:a="http://schemas.openxmlformats.org/drawingml/2006/main">
            <a:off x="609600" y="838200"/>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172B4D"/>
                </a:solidFill>
                <a:latin typeface="Apple SD Gothic Neo"/>
                <a:ea typeface="Apple SD Gothic Neo"/>
                <a:cs typeface="Apple SD Gothic Neo"/>
              </a:defRPr>
            </a:defPPr>
            <a:lvl1pPr>
              <a:buNone/>
              <a:defRPr sz="2850" b="1">
                <a:solidFill>
                  <a:srgbClr val="172B4D"/>
                </a:solidFill>
                <a:latin typeface="Apple SD Gothic Neo"/>
                <a:ea typeface="Apple SD Gothic Neo"/>
                <a:cs typeface="Apple SD Gothic Neo"/>
              </a:defRPr>
            </a:lvl1pPr>
            <a:lvl2pPr>
              <a:buNone/>
              <a:defRPr sz="2850" b="1">
                <a:solidFill>
                  <a:srgbClr val="172B4D"/>
                </a:solidFill>
                <a:latin typeface="Apple SD Gothic Neo"/>
                <a:ea typeface="Apple SD Gothic Neo"/>
                <a:cs typeface="Apple SD Gothic Neo"/>
              </a:defRPr>
            </a:lvl2pPr>
            <a:lvl3pPr>
              <a:buNone/>
              <a:defRPr sz="2850" b="1">
                <a:solidFill>
                  <a:srgbClr val="172B4D"/>
                </a:solidFill>
                <a:latin typeface="Apple SD Gothic Neo"/>
                <a:ea typeface="Apple SD Gothic Neo"/>
                <a:cs typeface="Apple SD Gothic Neo"/>
              </a:defRPr>
            </a:lvl3pPr>
            <a:lvl4pPr>
              <a:buNone/>
              <a:defRPr sz="2850" b="1">
                <a:solidFill>
                  <a:srgbClr val="172B4D"/>
                </a:solidFill>
                <a:latin typeface="Apple SD Gothic Neo"/>
                <a:ea typeface="Apple SD Gothic Neo"/>
                <a:cs typeface="Apple SD Gothic Neo"/>
              </a:defRPr>
            </a:lvl4pPr>
            <a:lvl5pPr>
              <a:buNone/>
              <a:defRPr sz="2850" b="1">
                <a:solidFill>
                  <a:srgbClr val="172B4D"/>
                </a:solidFill>
                <a:latin typeface="Apple SD Gothic Neo"/>
                <a:ea typeface="Apple SD Gothic Neo"/>
                <a:cs typeface="Apple SD Gothic Neo"/>
              </a:defRPr>
            </a:lvl5pPr>
            <a:lvl6pPr>
              <a:buNone/>
              <a:defRPr sz="2850" b="1">
                <a:solidFill>
                  <a:srgbClr val="172B4D"/>
                </a:solidFill>
                <a:latin typeface="Apple SD Gothic Neo"/>
                <a:ea typeface="Apple SD Gothic Neo"/>
                <a:cs typeface="Apple SD Gothic Neo"/>
              </a:defRPr>
            </a:lvl6pPr>
            <a:lvl7pPr>
              <a:buNone/>
              <a:defRPr sz="2850" b="1">
                <a:solidFill>
                  <a:srgbClr val="172B4D"/>
                </a:solidFill>
                <a:latin typeface="Apple SD Gothic Neo"/>
                <a:ea typeface="Apple SD Gothic Neo"/>
                <a:cs typeface="Apple SD Gothic Neo"/>
              </a:defRPr>
            </a:lvl7pPr>
            <a:lvl8pPr>
              <a:buNone/>
              <a:defRPr sz="2850" b="1">
                <a:solidFill>
                  <a:srgbClr val="172B4D"/>
                </a:solidFill>
                <a:latin typeface="Apple SD Gothic Neo"/>
                <a:ea typeface="Apple SD Gothic Neo"/>
                <a:cs typeface="Apple SD Gothic Neo"/>
              </a:defRPr>
            </a:lvl8pPr>
            <a:lvl9pPr>
              <a:buNone/>
              <a:defRPr sz="2850" b="1">
                <a:solidFill>
                  <a:srgbClr val="172B4D"/>
                </a:solidFill>
                <a:latin typeface="Apple SD Gothic Neo"/>
                <a:ea typeface="Apple SD Gothic Neo"/>
                <a:cs typeface="Apple SD Gothic Neo"/>
              </a:defRPr>
            </a:lvl9pPr>
          </a:lstStyle>
          <a:p xmlns:a="http://schemas.openxmlformats.org/drawingml/2006/main">
            <a:pPr>
              <a:buNone/>
              <a:defRPr sz="2850" b="1">
                <a:solidFill>
                  <a:srgbClr val="172B4D"/>
                </a:solidFill>
                <a:latin typeface="Apple SD Gothic Neo"/>
                <a:ea typeface="Apple SD Gothic Neo"/>
                <a:cs typeface="Apple SD Gothic Neo"/>
              </a:defRPr>
            </a:pPr>
            <a:r>
              <a:rPr sz="2850" b="1">
                <a:solidFill>
                  <a:srgbClr val="172B4D"/>
                </a:solidFill>
                <a:latin typeface="Apple SD Gothic Neo"/>
                <a:ea typeface="Apple SD Gothic Neo"/>
                <a:cs typeface="Apple SD Gothic Neo"/>
              </a:rPr>
              <a:t>키워드 선택을 복합 증상 RAG로 바꿨습니다</a:t>
            </a:r>
          </a:p>
        </p:txBody>
      </p:sp>
      <p:sp>
        <p:nvSpPr>
          <p:cNvPr id="4" name="">
            <a:extLst xmlns:a="http://schemas.openxmlformats.org/drawingml/2006/main">
              <a:ext uri="{FF2B5EF4-FFF2-40B4-BE49-F238E27FC236}">
                <a16:creationId xmlns:a16="http://schemas.microsoft.com/office/drawing/2014/main" id="{9391EF69-79A2-4378-943C-8A9F344A78CC}"/>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7E0E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4EDFD10-043E-41B5-841C-96F15B96C611}"/>
              </a:ext>
            </a:extLst>
          </p:cNvPr>
          <p:cNvSpPr>
            <a:spLocks xmlns:a="http://schemas.openxmlformats.org/drawingml/2006/main" noGrp="1"/>
          </p:cNvSpPr>
          <p:nvPr/>
        </p:nvSpPr>
        <p:spPr>
          <a:xfrm xmlns:a="http://schemas.openxmlformats.org/drawingml/2006/main">
            <a:off x="609600" y="63436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5D6D84"/>
                </a:solidFill>
                <a:latin typeface="Apple SD Gothic Neo"/>
                <a:ea typeface="Apple SD Gothic Neo"/>
                <a:cs typeface="Apple SD Gothic Neo"/>
              </a:defRPr>
            </a:defPPr>
            <a:lvl1pPr>
              <a:buNone/>
              <a:defRPr sz="975" b="0">
                <a:solidFill>
                  <a:srgbClr val="5D6D84"/>
                </a:solidFill>
                <a:latin typeface="Apple SD Gothic Neo"/>
                <a:ea typeface="Apple SD Gothic Neo"/>
                <a:cs typeface="Apple SD Gothic Neo"/>
              </a:defRPr>
            </a:lvl1pPr>
            <a:lvl2pPr>
              <a:buNone/>
              <a:defRPr sz="975" b="0">
                <a:solidFill>
                  <a:srgbClr val="5D6D84"/>
                </a:solidFill>
                <a:latin typeface="Apple SD Gothic Neo"/>
                <a:ea typeface="Apple SD Gothic Neo"/>
                <a:cs typeface="Apple SD Gothic Neo"/>
              </a:defRPr>
            </a:lvl2pPr>
            <a:lvl3pPr>
              <a:buNone/>
              <a:defRPr sz="975" b="0">
                <a:solidFill>
                  <a:srgbClr val="5D6D84"/>
                </a:solidFill>
                <a:latin typeface="Apple SD Gothic Neo"/>
                <a:ea typeface="Apple SD Gothic Neo"/>
                <a:cs typeface="Apple SD Gothic Neo"/>
              </a:defRPr>
            </a:lvl3pPr>
            <a:lvl4pPr>
              <a:buNone/>
              <a:defRPr sz="975" b="0">
                <a:solidFill>
                  <a:srgbClr val="5D6D84"/>
                </a:solidFill>
                <a:latin typeface="Apple SD Gothic Neo"/>
                <a:ea typeface="Apple SD Gothic Neo"/>
                <a:cs typeface="Apple SD Gothic Neo"/>
              </a:defRPr>
            </a:lvl4pPr>
            <a:lvl5pPr>
              <a:buNone/>
              <a:defRPr sz="975" b="0">
                <a:solidFill>
                  <a:srgbClr val="5D6D84"/>
                </a:solidFill>
                <a:latin typeface="Apple SD Gothic Neo"/>
                <a:ea typeface="Apple SD Gothic Neo"/>
                <a:cs typeface="Apple SD Gothic Neo"/>
              </a:defRPr>
            </a:lvl5pPr>
            <a:lvl6pPr>
              <a:buNone/>
              <a:defRPr sz="975" b="0">
                <a:solidFill>
                  <a:srgbClr val="5D6D84"/>
                </a:solidFill>
                <a:latin typeface="Apple SD Gothic Neo"/>
                <a:ea typeface="Apple SD Gothic Neo"/>
                <a:cs typeface="Apple SD Gothic Neo"/>
              </a:defRPr>
            </a:lvl6pPr>
            <a:lvl7pPr>
              <a:buNone/>
              <a:defRPr sz="975" b="0">
                <a:solidFill>
                  <a:srgbClr val="5D6D84"/>
                </a:solidFill>
                <a:latin typeface="Apple SD Gothic Neo"/>
                <a:ea typeface="Apple SD Gothic Neo"/>
                <a:cs typeface="Apple SD Gothic Neo"/>
              </a:defRPr>
            </a:lvl7pPr>
            <a:lvl8pPr>
              <a:buNone/>
              <a:defRPr sz="975" b="0">
                <a:solidFill>
                  <a:srgbClr val="5D6D84"/>
                </a:solidFill>
                <a:latin typeface="Apple SD Gothic Neo"/>
                <a:ea typeface="Apple SD Gothic Neo"/>
                <a:cs typeface="Apple SD Gothic Neo"/>
              </a:defRPr>
            </a:lvl8pPr>
            <a:lvl9pPr>
              <a:buNone/>
              <a:defRPr sz="975" b="0">
                <a:solidFill>
                  <a:srgbClr val="5D6D84"/>
                </a:solidFill>
                <a:latin typeface="Apple SD Gothic Neo"/>
                <a:ea typeface="Apple SD Gothic Neo"/>
                <a:cs typeface="Apple SD Gothic Neo"/>
              </a:defRPr>
            </a:lvl9pPr>
          </a:lstStyle>
          <a:p xmlns:a="http://schemas.openxmlformats.org/drawingml/2006/main">
            <a:pPr>
              <a:buNone/>
              <a:defRPr sz="975" b="0">
                <a:solidFill>
                  <a:srgbClr val="5D6D84"/>
                </a:solidFill>
                <a:latin typeface="Apple SD Gothic Neo"/>
                <a:ea typeface="Apple SD Gothic Neo"/>
                <a:cs typeface="Apple SD Gothic Neo"/>
              </a:defRPr>
            </a:pPr>
            <a:r>
              <a:rPr sz="975" b="0">
                <a:solidFill>
                  <a:srgbClr val="5D6D84"/>
                </a:solidFill>
                <a:latin typeface="Apple SD Gothic Neo"/>
                <a:ea typeface="Apple SD Gothic Neo"/>
                <a:cs typeface="Apple SD Gothic Neo"/>
              </a:rPr>
              <a:t>근거: RunbookRetriever.search(), relevance.py, retrieve_runbooks_node()</a:t>
            </a:r>
          </a:p>
        </p:txBody>
      </p:sp>
      <p:sp>
        <p:nvSpPr>
          <p:cNvPr id="6" name="">
            <a:extLst xmlns:a="http://schemas.openxmlformats.org/drawingml/2006/main">
              <a:ext uri="{FF2B5EF4-FFF2-40B4-BE49-F238E27FC236}">
                <a16:creationId xmlns:a16="http://schemas.microsoft.com/office/drawing/2014/main" id="{F4A6B111-B2A3-451C-B7CC-C6BDCB64A1EE}"/>
              </a:ext>
            </a:extLst>
          </p:cNvPr>
          <p:cNvSpPr>
            <a:spLocks xmlns:a="http://schemas.openxmlformats.org/drawingml/2006/main" noGrp="1"/>
          </p:cNvSpPr>
          <p:nvPr/>
        </p:nvSpPr>
        <p:spPr>
          <a:xfrm xmlns:a="http://schemas.openxmlformats.org/drawingml/2006/main">
            <a:off x="11049000" y="633412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5D6D84"/>
                </a:solidFill>
                <a:latin typeface="Apple SD Gothic Neo"/>
                <a:ea typeface="Apple SD Gothic Neo"/>
                <a:cs typeface="Apple SD Gothic Neo"/>
              </a:defRPr>
            </a:defPPr>
            <a:lvl1pPr>
              <a:buNone/>
              <a:defRPr sz="1125" b="1">
                <a:solidFill>
                  <a:srgbClr val="5D6D84"/>
                </a:solidFill>
                <a:latin typeface="Apple SD Gothic Neo"/>
                <a:ea typeface="Apple SD Gothic Neo"/>
                <a:cs typeface="Apple SD Gothic Neo"/>
              </a:defRPr>
            </a:lvl1pPr>
            <a:lvl2pPr>
              <a:buNone/>
              <a:defRPr sz="1125" b="1">
                <a:solidFill>
                  <a:srgbClr val="5D6D84"/>
                </a:solidFill>
                <a:latin typeface="Apple SD Gothic Neo"/>
                <a:ea typeface="Apple SD Gothic Neo"/>
                <a:cs typeface="Apple SD Gothic Neo"/>
              </a:defRPr>
            </a:lvl2pPr>
            <a:lvl3pPr>
              <a:buNone/>
              <a:defRPr sz="1125" b="1">
                <a:solidFill>
                  <a:srgbClr val="5D6D84"/>
                </a:solidFill>
                <a:latin typeface="Apple SD Gothic Neo"/>
                <a:ea typeface="Apple SD Gothic Neo"/>
                <a:cs typeface="Apple SD Gothic Neo"/>
              </a:defRPr>
            </a:lvl3pPr>
            <a:lvl4pPr>
              <a:buNone/>
              <a:defRPr sz="1125" b="1">
                <a:solidFill>
                  <a:srgbClr val="5D6D84"/>
                </a:solidFill>
                <a:latin typeface="Apple SD Gothic Neo"/>
                <a:ea typeface="Apple SD Gothic Neo"/>
                <a:cs typeface="Apple SD Gothic Neo"/>
              </a:defRPr>
            </a:lvl4pPr>
            <a:lvl5pPr>
              <a:buNone/>
              <a:defRPr sz="1125" b="1">
                <a:solidFill>
                  <a:srgbClr val="5D6D84"/>
                </a:solidFill>
                <a:latin typeface="Apple SD Gothic Neo"/>
                <a:ea typeface="Apple SD Gothic Neo"/>
                <a:cs typeface="Apple SD Gothic Neo"/>
              </a:defRPr>
            </a:lvl5pPr>
            <a:lvl6pPr>
              <a:buNone/>
              <a:defRPr sz="1125" b="1">
                <a:solidFill>
                  <a:srgbClr val="5D6D84"/>
                </a:solidFill>
                <a:latin typeface="Apple SD Gothic Neo"/>
                <a:ea typeface="Apple SD Gothic Neo"/>
                <a:cs typeface="Apple SD Gothic Neo"/>
              </a:defRPr>
            </a:lvl6pPr>
            <a:lvl7pPr>
              <a:buNone/>
              <a:defRPr sz="1125" b="1">
                <a:solidFill>
                  <a:srgbClr val="5D6D84"/>
                </a:solidFill>
                <a:latin typeface="Apple SD Gothic Neo"/>
                <a:ea typeface="Apple SD Gothic Neo"/>
                <a:cs typeface="Apple SD Gothic Neo"/>
              </a:defRPr>
            </a:lvl7pPr>
            <a:lvl8pPr>
              <a:buNone/>
              <a:defRPr sz="1125" b="1">
                <a:solidFill>
                  <a:srgbClr val="5D6D84"/>
                </a:solidFill>
                <a:latin typeface="Apple SD Gothic Neo"/>
                <a:ea typeface="Apple SD Gothic Neo"/>
                <a:cs typeface="Apple SD Gothic Neo"/>
              </a:defRPr>
            </a:lvl8pPr>
            <a:lvl9pPr>
              <a:buNone/>
              <a:defRPr sz="1125" b="1">
                <a:solidFill>
                  <a:srgbClr val="5D6D84"/>
                </a:solidFill>
                <a:latin typeface="Apple SD Gothic Neo"/>
                <a:ea typeface="Apple SD Gothic Neo"/>
                <a:cs typeface="Apple SD Gothic Neo"/>
              </a:defRPr>
            </a:lvl9pPr>
          </a:lstStyle>
          <a:p xmlns:a="http://schemas.openxmlformats.org/drawingml/2006/main">
            <a:pPr>
              <a:buNone/>
              <a:defRPr sz="1125" b="1">
                <a:solidFill>
                  <a:srgbClr val="5D6D84"/>
                </a:solidFill>
                <a:latin typeface="Apple SD Gothic Neo"/>
                <a:ea typeface="Apple SD Gothic Neo"/>
                <a:cs typeface="Apple SD Gothic Neo"/>
              </a:defRPr>
            </a:pPr>
            <a:r>
              <a:rPr sz="1125" b="1">
                <a:solidFill>
                  <a:srgbClr val="5D6D84"/>
                </a:solidFill>
                <a:latin typeface="Apple SD Gothic Neo"/>
                <a:ea typeface="Apple SD Gothic Neo"/>
                <a:cs typeface="Apple SD Gothic Neo"/>
              </a:rPr>
              <a:t>04</a:t>
            </a:r>
          </a:p>
        </p:txBody>
      </p:sp>
      <p:sp>
        <p:nvSpPr>
          <p:cNvPr id="7" name="">
            <a:extLst xmlns:a="http://schemas.openxmlformats.org/drawingml/2006/main">
              <a:ext uri="{FF2B5EF4-FFF2-40B4-BE49-F238E27FC236}">
                <a16:creationId xmlns:a16="http://schemas.microsoft.com/office/drawing/2014/main" id="{F289D14C-D003-49E0-A932-30EAF905F690}"/>
              </a:ext>
            </a:extLst>
          </p:cNvPr>
          <p:cNvSpPr>
            <a:spLocks xmlns:a="http://schemas.openxmlformats.org/drawingml/2006/main" noGrp="1"/>
          </p:cNvSpPr>
          <p:nvPr/>
        </p:nvSpPr>
        <p:spPr>
          <a:xfrm xmlns:a="http://schemas.openxmlformats.org/drawingml/2006/main">
            <a:off x="609600" y="1952625"/>
            <a:ext cx="5286375" cy="31623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EEBE5BE-BE86-49B5-BE3B-7CBE7C8AF06B}"/>
              </a:ext>
            </a:extLst>
          </p:cNvPr>
          <p:cNvSpPr>
            <a:spLocks xmlns:a="http://schemas.openxmlformats.org/drawingml/2006/main" noGrp="1"/>
          </p:cNvSpPr>
          <p:nvPr/>
        </p:nvSpPr>
        <p:spPr>
          <a:xfrm xmlns:a="http://schemas.openxmlformats.org/drawingml/2006/main">
            <a:off x="857250" y="218122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5D6D84"/>
                </a:solidFill>
                <a:latin typeface="Apple SD Gothic Neo"/>
                <a:ea typeface="Apple SD Gothic Neo"/>
                <a:cs typeface="Apple SD Gothic Neo"/>
              </a:defRPr>
            </a:defPPr>
            <a:lvl1pPr>
              <a:buNone/>
              <a:defRPr sz="1950" b="1">
                <a:solidFill>
                  <a:srgbClr val="5D6D84"/>
                </a:solidFill>
                <a:latin typeface="Apple SD Gothic Neo"/>
                <a:ea typeface="Apple SD Gothic Neo"/>
                <a:cs typeface="Apple SD Gothic Neo"/>
              </a:defRPr>
            </a:lvl1pPr>
            <a:lvl2pPr>
              <a:buNone/>
              <a:defRPr sz="1950" b="1">
                <a:solidFill>
                  <a:srgbClr val="5D6D84"/>
                </a:solidFill>
                <a:latin typeface="Apple SD Gothic Neo"/>
                <a:ea typeface="Apple SD Gothic Neo"/>
                <a:cs typeface="Apple SD Gothic Neo"/>
              </a:defRPr>
            </a:lvl2pPr>
            <a:lvl3pPr>
              <a:buNone/>
              <a:defRPr sz="1950" b="1">
                <a:solidFill>
                  <a:srgbClr val="5D6D84"/>
                </a:solidFill>
                <a:latin typeface="Apple SD Gothic Neo"/>
                <a:ea typeface="Apple SD Gothic Neo"/>
                <a:cs typeface="Apple SD Gothic Neo"/>
              </a:defRPr>
            </a:lvl3pPr>
            <a:lvl4pPr>
              <a:buNone/>
              <a:defRPr sz="1950" b="1">
                <a:solidFill>
                  <a:srgbClr val="5D6D84"/>
                </a:solidFill>
                <a:latin typeface="Apple SD Gothic Neo"/>
                <a:ea typeface="Apple SD Gothic Neo"/>
                <a:cs typeface="Apple SD Gothic Neo"/>
              </a:defRPr>
            </a:lvl4pPr>
            <a:lvl5pPr>
              <a:buNone/>
              <a:defRPr sz="1950" b="1">
                <a:solidFill>
                  <a:srgbClr val="5D6D84"/>
                </a:solidFill>
                <a:latin typeface="Apple SD Gothic Neo"/>
                <a:ea typeface="Apple SD Gothic Neo"/>
                <a:cs typeface="Apple SD Gothic Neo"/>
              </a:defRPr>
            </a:lvl5pPr>
            <a:lvl6pPr>
              <a:buNone/>
              <a:defRPr sz="1950" b="1">
                <a:solidFill>
                  <a:srgbClr val="5D6D84"/>
                </a:solidFill>
                <a:latin typeface="Apple SD Gothic Neo"/>
                <a:ea typeface="Apple SD Gothic Neo"/>
                <a:cs typeface="Apple SD Gothic Neo"/>
              </a:defRPr>
            </a:lvl6pPr>
            <a:lvl7pPr>
              <a:buNone/>
              <a:defRPr sz="1950" b="1">
                <a:solidFill>
                  <a:srgbClr val="5D6D84"/>
                </a:solidFill>
                <a:latin typeface="Apple SD Gothic Neo"/>
                <a:ea typeface="Apple SD Gothic Neo"/>
                <a:cs typeface="Apple SD Gothic Neo"/>
              </a:defRPr>
            </a:lvl7pPr>
            <a:lvl8pPr>
              <a:buNone/>
              <a:defRPr sz="1950" b="1">
                <a:solidFill>
                  <a:srgbClr val="5D6D84"/>
                </a:solidFill>
                <a:latin typeface="Apple SD Gothic Neo"/>
                <a:ea typeface="Apple SD Gothic Neo"/>
                <a:cs typeface="Apple SD Gothic Neo"/>
              </a:defRPr>
            </a:lvl8pPr>
            <a:lvl9pPr>
              <a:buNone/>
              <a:defRPr sz="1950" b="1">
                <a:solidFill>
                  <a:srgbClr val="5D6D84"/>
                </a:solidFill>
                <a:latin typeface="Apple SD Gothic Neo"/>
                <a:ea typeface="Apple SD Gothic Neo"/>
                <a:cs typeface="Apple SD Gothic Neo"/>
              </a:defRPr>
            </a:lvl9pPr>
          </a:lstStyle>
          <a:p xmlns:a="http://schemas.openxmlformats.org/drawingml/2006/main">
            <a:pPr>
              <a:buNone/>
              <a:defRPr sz="1950" b="1">
                <a:solidFill>
                  <a:srgbClr val="5D6D84"/>
                </a:solidFill>
                <a:latin typeface="Apple SD Gothic Neo"/>
                <a:ea typeface="Apple SD Gothic Neo"/>
                <a:cs typeface="Apple SD Gothic Neo"/>
              </a:defRPr>
            </a:pPr>
            <a:r>
              <a:rPr sz="1950" b="1">
                <a:solidFill>
                  <a:srgbClr val="5D6D84"/>
                </a:solidFill>
                <a:latin typeface="Apple SD Gothic Neo"/>
                <a:ea typeface="Apple SD Gothic Neo"/>
                <a:cs typeface="Apple SD Gothic Neo"/>
              </a:rPr>
              <a:t>기존 과제</a:t>
            </a:r>
          </a:p>
        </p:txBody>
      </p:sp>
      <p:sp>
        <p:nvSpPr>
          <p:cNvPr id="9" name="">
            <a:extLst xmlns:a="http://schemas.openxmlformats.org/drawingml/2006/main">
              <a:ext uri="{FF2B5EF4-FFF2-40B4-BE49-F238E27FC236}">
                <a16:creationId xmlns:a16="http://schemas.microsoft.com/office/drawing/2014/main" id="{7D54BD24-901B-46DE-BBB4-F6839DE08CAD}"/>
              </a:ext>
            </a:extLst>
          </p:cNvPr>
          <p:cNvSpPr>
            <a:spLocks xmlns:a="http://schemas.openxmlformats.org/drawingml/2006/main" noGrp="1"/>
          </p:cNvSpPr>
          <p:nvPr/>
        </p:nvSpPr>
        <p:spPr>
          <a:xfrm xmlns:a="http://schemas.openxmlformats.org/drawingml/2006/main">
            <a:off x="857250" y="2838450"/>
            <a:ext cx="4762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75" b="1">
                <a:solidFill>
                  <a:srgbClr val="172B4D"/>
                </a:solidFill>
                <a:latin typeface="Apple SD Gothic Neo"/>
                <a:ea typeface="Apple SD Gothic Neo"/>
                <a:cs typeface="Apple SD Gothic Neo"/>
              </a:defRPr>
            </a:defPPr>
            <a:lvl1pPr>
              <a:buNone/>
              <a:defRPr sz="2475" b="1">
                <a:solidFill>
                  <a:srgbClr val="172B4D"/>
                </a:solidFill>
                <a:latin typeface="Apple SD Gothic Neo"/>
                <a:ea typeface="Apple SD Gothic Neo"/>
                <a:cs typeface="Apple SD Gothic Neo"/>
              </a:defRPr>
            </a:lvl1pPr>
            <a:lvl2pPr>
              <a:buNone/>
              <a:defRPr sz="2475" b="1">
                <a:solidFill>
                  <a:srgbClr val="172B4D"/>
                </a:solidFill>
                <a:latin typeface="Apple SD Gothic Neo"/>
                <a:ea typeface="Apple SD Gothic Neo"/>
                <a:cs typeface="Apple SD Gothic Neo"/>
              </a:defRPr>
            </a:lvl2pPr>
            <a:lvl3pPr>
              <a:buNone/>
              <a:defRPr sz="2475" b="1">
                <a:solidFill>
                  <a:srgbClr val="172B4D"/>
                </a:solidFill>
                <a:latin typeface="Apple SD Gothic Neo"/>
                <a:ea typeface="Apple SD Gothic Neo"/>
                <a:cs typeface="Apple SD Gothic Neo"/>
              </a:defRPr>
            </a:lvl3pPr>
            <a:lvl4pPr>
              <a:buNone/>
              <a:defRPr sz="2475" b="1">
                <a:solidFill>
                  <a:srgbClr val="172B4D"/>
                </a:solidFill>
                <a:latin typeface="Apple SD Gothic Neo"/>
                <a:ea typeface="Apple SD Gothic Neo"/>
                <a:cs typeface="Apple SD Gothic Neo"/>
              </a:defRPr>
            </a:lvl4pPr>
            <a:lvl5pPr>
              <a:buNone/>
              <a:defRPr sz="2475" b="1">
                <a:solidFill>
                  <a:srgbClr val="172B4D"/>
                </a:solidFill>
                <a:latin typeface="Apple SD Gothic Neo"/>
                <a:ea typeface="Apple SD Gothic Neo"/>
                <a:cs typeface="Apple SD Gothic Neo"/>
              </a:defRPr>
            </a:lvl5pPr>
            <a:lvl6pPr>
              <a:buNone/>
              <a:defRPr sz="2475" b="1">
                <a:solidFill>
                  <a:srgbClr val="172B4D"/>
                </a:solidFill>
                <a:latin typeface="Apple SD Gothic Neo"/>
                <a:ea typeface="Apple SD Gothic Neo"/>
                <a:cs typeface="Apple SD Gothic Neo"/>
              </a:defRPr>
            </a:lvl6pPr>
            <a:lvl7pPr>
              <a:buNone/>
              <a:defRPr sz="2475" b="1">
                <a:solidFill>
                  <a:srgbClr val="172B4D"/>
                </a:solidFill>
                <a:latin typeface="Apple SD Gothic Neo"/>
                <a:ea typeface="Apple SD Gothic Neo"/>
                <a:cs typeface="Apple SD Gothic Neo"/>
              </a:defRPr>
            </a:lvl7pPr>
            <a:lvl8pPr>
              <a:buNone/>
              <a:defRPr sz="2475" b="1">
                <a:solidFill>
                  <a:srgbClr val="172B4D"/>
                </a:solidFill>
                <a:latin typeface="Apple SD Gothic Neo"/>
                <a:ea typeface="Apple SD Gothic Neo"/>
                <a:cs typeface="Apple SD Gothic Neo"/>
              </a:defRPr>
            </a:lvl8pPr>
            <a:lvl9pPr>
              <a:buNone/>
              <a:defRPr sz="2475" b="1">
                <a:solidFill>
                  <a:srgbClr val="172B4D"/>
                </a:solidFill>
                <a:latin typeface="Apple SD Gothic Neo"/>
                <a:ea typeface="Apple SD Gothic Neo"/>
                <a:cs typeface="Apple SD Gothic Neo"/>
              </a:defRPr>
            </a:lvl9pPr>
          </a:lstStyle>
          <a:p xmlns:a="http://schemas.openxmlformats.org/drawingml/2006/main">
            <a:pPr>
              <a:buNone/>
              <a:defRPr sz="2475" b="1">
                <a:solidFill>
                  <a:srgbClr val="172B4D"/>
                </a:solidFill>
                <a:latin typeface="Apple SD Gothic Neo"/>
                <a:ea typeface="Apple SD Gothic Neo"/>
                <a:cs typeface="Apple SD Gothic Neo"/>
              </a:defRPr>
            </a:pPr>
            <a:r>
              <a:rPr sz="2475" b="1">
                <a:solidFill>
                  <a:srgbClr val="172B4D"/>
                </a:solidFill>
                <a:latin typeface="Apple SD Gothic Neo"/>
                <a:ea typeface="Apple SD Gothic Neo"/>
                <a:cs typeface="Apple SD Gothic Neo"/>
              </a:rPr>
              <a:t>첫 일치 유형 1개</a:t>
            </a:r>
          </a:p>
        </p:txBody>
      </p:sp>
      <p:sp>
        <p:nvSpPr>
          <p:cNvPr id="10" name="">
            <a:extLst xmlns:a="http://schemas.openxmlformats.org/drawingml/2006/main">
              <a:ext uri="{FF2B5EF4-FFF2-40B4-BE49-F238E27FC236}">
                <a16:creationId xmlns:a16="http://schemas.microsoft.com/office/drawing/2014/main" id="{B7D98D92-A9D6-4769-9EFE-833D2922CF08}"/>
              </a:ext>
            </a:extLst>
          </p:cNvPr>
          <p:cNvSpPr>
            <a:spLocks xmlns:a="http://schemas.openxmlformats.org/drawingml/2006/main" noGrp="1"/>
          </p:cNvSpPr>
          <p:nvPr/>
        </p:nvSpPr>
        <p:spPr>
          <a:xfrm xmlns:a="http://schemas.openxmlformats.org/drawingml/2006/main">
            <a:off x="857250" y="3695700"/>
            <a:ext cx="4762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53650"/>
                </a:solidFill>
                <a:latin typeface="Apple SD Gothic Neo"/>
                <a:ea typeface="Apple SD Gothic Neo"/>
                <a:cs typeface="Apple SD Gothic Neo"/>
              </a:defRPr>
            </a:defPPr>
            <a:lvl1pPr>
              <a:buNone/>
              <a:defRPr sz="1875" b="0">
                <a:solidFill>
                  <a:srgbClr val="253650"/>
                </a:solidFill>
                <a:latin typeface="Apple SD Gothic Neo"/>
                <a:ea typeface="Apple SD Gothic Neo"/>
                <a:cs typeface="Apple SD Gothic Neo"/>
              </a:defRPr>
            </a:lvl1pPr>
            <a:lvl2pPr>
              <a:buNone/>
              <a:defRPr sz="1875" b="0">
                <a:solidFill>
                  <a:srgbClr val="253650"/>
                </a:solidFill>
                <a:latin typeface="Apple SD Gothic Neo"/>
                <a:ea typeface="Apple SD Gothic Neo"/>
                <a:cs typeface="Apple SD Gothic Neo"/>
              </a:defRPr>
            </a:lvl2pPr>
            <a:lvl3pPr>
              <a:buNone/>
              <a:defRPr sz="1875" b="0">
                <a:solidFill>
                  <a:srgbClr val="253650"/>
                </a:solidFill>
                <a:latin typeface="Apple SD Gothic Neo"/>
                <a:ea typeface="Apple SD Gothic Neo"/>
                <a:cs typeface="Apple SD Gothic Neo"/>
              </a:defRPr>
            </a:lvl3pPr>
            <a:lvl4pPr>
              <a:buNone/>
              <a:defRPr sz="1875" b="0">
                <a:solidFill>
                  <a:srgbClr val="253650"/>
                </a:solidFill>
                <a:latin typeface="Apple SD Gothic Neo"/>
                <a:ea typeface="Apple SD Gothic Neo"/>
                <a:cs typeface="Apple SD Gothic Neo"/>
              </a:defRPr>
            </a:lvl4pPr>
            <a:lvl5pPr>
              <a:buNone/>
              <a:defRPr sz="1875" b="0">
                <a:solidFill>
                  <a:srgbClr val="253650"/>
                </a:solidFill>
                <a:latin typeface="Apple SD Gothic Neo"/>
                <a:ea typeface="Apple SD Gothic Neo"/>
                <a:cs typeface="Apple SD Gothic Neo"/>
              </a:defRPr>
            </a:lvl5pPr>
            <a:lvl6pPr>
              <a:buNone/>
              <a:defRPr sz="1875" b="0">
                <a:solidFill>
                  <a:srgbClr val="253650"/>
                </a:solidFill>
                <a:latin typeface="Apple SD Gothic Neo"/>
                <a:ea typeface="Apple SD Gothic Neo"/>
                <a:cs typeface="Apple SD Gothic Neo"/>
              </a:defRPr>
            </a:lvl6pPr>
            <a:lvl7pPr>
              <a:buNone/>
              <a:defRPr sz="1875" b="0">
                <a:solidFill>
                  <a:srgbClr val="253650"/>
                </a:solidFill>
                <a:latin typeface="Apple SD Gothic Neo"/>
                <a:ea typeface="Apple SD Gothic Neo"/>
                <a:cs typeface="Apple SD Gothic Neo"/>
              </a:defRPr>
            </a:lvl7pPr>
            <a:lvl8pPr>
              <a:buNone/>
              <a:defRPr sz="1875" b="0">
                <a:solidFill>
                  <a:srgbClr val="253650"/>
                </a:solidFill>
                <a:latin typeface="Apple SD Gothic Neo"/>
                <a:ea typeface="Apple SD Gothic Neo"/>
                <a:cs typeface="Apple SD Gothic Neo"/>
              </a:defRPr>
            </a:lvl8pPr>
            <a:lvl9pPr>
              <a:buNone/>
              <a:defRPr sz="1875" b="0">
                <a:solidFill>
                  <a:srgbClr val="253650"/>
                </a:solidFill>
                <a:latin typeface="Apple SD Gothic Neo"/>
                <a:ea typeface="Apple SD Gothic Neo"/>
                <a:cs typeface="Apple SD Gothic Neo"/>
              </a:defRPr>
            </a:lvl9pPr>
          </a:lstStyle>
          <a:p xmlns:a="http://schemas.openxmlformats.org/drawingml/2006/main">
            <a:pPr>
              <a:buNone/>
              <a:defRPr sz="1875" b="0">
                <a:solidFill>
                  <a:srgbClr val="253650"/>
                </a:solidFill>
                <a:latin typeface="Apple SD Gothic Neo"/>
                <a:ea typeface="Apple SD Gothic Neo"/>
                <a:cs typeface="Apple SD Gothic Neo"/>
              </a:defRPr>
            </a:pPr>
            <a:r>
              <a:rPr sz="1875" b="0">
                <a:solidFill>
                  <a:srgbClr val="253650"/>
                </a:solidFill>
                <a:latin typeface="Apple SD Gothic Neo"/>
                <a:ea typeface="Apple SD Gothic Neo"/>
                <a:cs typeface="Apple SD Gothic Neo"/>
              </a:rPr>
              <a:t>알림 키워드를 순서대로 검사해</a:t>
            </a:r>
          </a:p>
          <a:p xmlns:a="http://schemas.openxmlformats.org/drawingml/2006/main">
            <a:pPr>
              <a:buNone/>
              <a:defRPr sz="1875" b="0">
                <a:solidFill>
                  <a:srgbClr val="253650"/>
                </a:solidFill>
                <a:latin typeface="Apple SD Gothic Neo"/>
                <a:ea typeface="Apple SD Gothic Neo"/>
                <a:cs typeface="Apple SD Gothic Neo"/>
              </a:defRPr>
            </a:pPr>
            <a:r>
              <a:rPr sz="1875" b="0">
                <a:solidFill>
                  <a:srgbClr val="253650"/>
                </a:solidFill>
                <a:latin typeface="Apple SD Gothic Neo"/>
                <a:ea typeface="Apple SD Gothic Neo"/>
                <a:cs typeface="Apple SD Gothic Neo"/>
              </a:rPr>
              <a:t>처음 일치한 유형의 런북을 조회했습니다.</a:t>
            </a:r>
          </a:p>
        </p:txBody>
      </p:sp>
      <p:sp>
        <p:nvSpPr>
          <p:cNvPr id="11" name="">
            <a:extLst xmlns:a="http://schemas.openxmlformats.org/drawingml/2006/main">
              <a:ext uri="{FF2B5EF4-FFF2-40B4-BE49-F238E27FC236}">
                <a16:creationId xmlns:a16="http://schemas.microsoft.com/office/drawing/2014/main" id="{1184A724-029C-44E7-A712-E18BB20BAD26}"/>
              </a:ext>
            </a:extLst>
          </p:cNvPr>
          <p:cNvSpPr>
            <a:spLocks xmlns:a="http://schemas.openxmlformats.org/drawingml/2006/main" noGrp="1"/>
          </p:cNvSpPr>
          <p:nvPr/>
        </p:nvSpPr>
        <p:spPr>
          <a:xfrm xmlns:a="http://schemas.openxmlformats.org/drawingml/2006/main">
            <a:off x="6219825" y="1952625"/>
            <a:ext cx="5362575" cy="3162300"/>
          </a:xfrm>
          <a:prstGeom xmlns:a="http://schemas.openxmlformats.org/drawingml/2006/main" prst="rect">
            <a:avLst/>
          </a:prstGeom>
          <a:solidFill xmlns:a="http://schemas.openxmlformats.org/drawingml/2006/main">
            <a:srgbClr val="E7F3F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AEC16AF-7BCC-4C7C-AAAE-CC44D9BC5B41}"/>
              </a:ext>
            </a:extLst>
          </p:cNvPr>
          <p:cNvSpPr>
            <a:spLocks xmlns:a="http://schemas.openxmlformats.org/drawingml/2006/main" noGrp="1"/>
          </p:cNvSpPr>
          <p:nvPr/>
        </p:nvSpPr>
        <p:spPr>
          <a:xfrm xmlns:a="http://schemas.openxmlformats.org/drawingml/2006/main">
            <a:off x="6467475" y="2181225"/>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E7267"/>
                </a:solidFill>
                <a:latin typeface="Apple SD Gothic Neo"/>
                <a:ea typeface="Apple SD Gothic Neo"/>
                <a:cs typeface="Apple SD Gothic Neo"/>
              </a:defRPr>
            </a:defPPr>
            <a:lvl1pPr>
              <a:buNone/>
              <a:defRPr sz="1950" b="1">
                <a:solidFill>
                  <a:srgbClr val="0E7267"/>
                </a:solidFill>
                <a:latin typeface="Apple SD Gothic Neo"/>
                <a:ea typeface="Apple SD Gothic Neo"/>
                <a:cs typeface="Apple SD Gothic Neo"/>
              </a:defRPr>
            </a:lvl1pPr>
            <a:lvl2pPr>
              <a:buNone/>
              <a:defRPr sz="1950" b="1">
                <a:solidFill>
                  <a:srgbClr val="0E7267"/>
                </a:solidFill>
                <a:latin typeface="Apple SD Gothic Neo"/>
                <a:ea typeface="Apple SD Gothic Neo"/>
                <a:cs typeface="Apple SD Gothic Neo"/>
              </a:defRPr>
            </a:lvl2pPr>
            <a:lvl3pPr>
              <a:buNone/>
              <a:defRPr sz="1950" b="1">
                <a:solidFill>
                  <a:srgbClr val="0E7267"/>
                </a:solidFill>
                <a:latin typeface="Apple SD Gothic Neo"/>
                <a:ea typeface="Apple SD Gothic Neo"/>
                <a:cs typeface="Apple SD Gothic Neo"/>
              </a:defRPr>
            </a:lvl3pPr>
            <a:lvl4pPr>
              <a:buNone/>
              <a:defRPr sz="1950" b="1">
                <a:solidFill>
                  <a:srgbClr val="0E7267"/>
                </a:solidFill>
                <a:latin typeface="Apple SD Gothic Neo"/>
                <a:ea typeface="Apple SD Gothic Neo"/>
                <a:cs typeface="Apple SD Gothic Neo"/>
              </a:defRPr>
            </a:lvl4pPr>
            <a:lvl5pPr>
              <a:buNone/>
              <a:defRPr sz="1950" b="1">
                <a:solidFill>
                  <a:srgbClr val="0E7267"/>
                </a:solidFill>
                <a:latin typeface="Apple SD Gothic Neo"/>
                <a:ea typeface="Apple SD Gothic Neo"/>
                <a:cs typeface="Apple SD Gothic Neo"/>
              </a:defRPr>
            </a:lvl5pPr>
            <a:lvl6pPr>
              <a:buNone/>
              <a:defRPr sz="1950" b="1">
                <a:solidFill>
                  <a:srgbClr val="0E7267"/>
                </a:solidFill>
                <a:latin typeface="Apple SD Gothic Neo"/>
                <a:ea typeface="Apple SD Gothic Neo"/>
                <a:cs typeface="Apple SD Gothic Neo"/>
              </a:defRPr>
            </a:lvl6pPr>
            <a:lvl7pPr>
              <a:buNone/>
              <a:defRPr sz="1950" b="1">
                <a:solidFill>
                  <a:srgbClr val="0E7267"/>
                </a:solidFill>
                <a:latin typeface="Apple SD Gothic Neo"/>
                <a:ea typeface="Apple SD Gothic Neo"/>
                <a:cs typeface="Apple SD Gothic Neo"/>
              </a:defRPr>
            </a:lvl7pPr>
            <a:lvl8pPr>
              <a:buNone/>
              <a:defRPr sz="1950" b="1">
                <a:solidFill>
                  <a:srgbClr val="0E7267"/>
                </a:solidFill>
                <a:latin typeface="Apple SD Gothic Neo"/>
                <a:ea typeface="Apple SD Gothic Neo"/>
                <a:cs typeface="Apple SD Gothic Neo"/>
              </a:defRPr>
            </a:lvl8pPr>
            <a:lvl9pPr>
              <a:buNone/>
              <a:defRPr sz="1950" b="1">
                <a:solidFill>
                  <a:srgbClr val="0E7267"/>
                </a:solidFill>
                <a:latin typeface="Apple SD Gothic Neo"/>
                <a:ea typeface="Apple SD Gothic Neo"/>
                <a:cs typeface="Apple SD Gothic Neo"/>
              </a:defRPr>
            </a:lvl9pPr>
          </a:lstStyle>
          <a:p xmlns:a="http://schemas.openxmlformats.org/drawingml/2006/main">
            <a:pPr>
              <a:buNone/>
              <a:defRPr sz="1950" b="1">
                <a:solidFill>
                  <a:srgbClr val="0E7267"/>
                </a:solidFill>
                <a:latin typeface="Apple SD Gothic Neo"/>
                <a:ea typeface="Apple SD Gothic Neo"/>
                <a:cs typeface="Apple SD Gothic Neo"/>
              </a:defRPr>
            </a:pPr>
            <a:r>
              <a:rPr sz="1950" b="1">
                <a:solidFill>
                  <a:srgbClr val="0E7267"/>
                </a:solidFill>
                <a:latin typeface="Apple SD Gothic Neo"/>
                <a:ea typeface="Apple SD Gothic Neo"/>
                <a:cs typeface="Apple SD Gothic Neo"/>
              </a:rPr>
              <a:t>최종 개선본</a:t>
            </a:r>
          </a:p>
        </p:txBody>
      </p:sp>
      <p:sp>
        <p:nvSpPr>
          <p:cNvPr id="13" name="">
            <a:extLst xmlns:a="http://schemas.openxmlformats.org/drawingml/2006/main">
              <a:ext uri="{FF2B5EF4-FFF2-40B4-BE49-F238E27FC236}">
                <a16:creationId xmlns:a16="http://schemas.microsoft.com/office/drawing/2014/main" id="{6B895BEC-0E29-497F-8A0B-0CAEDAC3AB64}"/>
              </a:ext>
            </a:extLst>
          </p:cNvPr>
          <p:cNvSpPr>
            <a:spLocks xmlns:a="http://schemas.openxmlformats.org/drawingml/2006/main" noGrp="1"/>
          </p:cNvSpPr>
          <p:nvPr/>
        </p:nvSpPr>
        <p:spPr>
          <a:xfrm xmlns:a="http://schemas.openxmlformats.org/drawingml/2006/main">
            <a:off x="6467475" y="2838450"/>
            <a:ext cx="4857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75" b="1">
                <a:solidFill>
                  <a:srgbClr val="0E7267"/>
                </a:solidFill>
                <a:latin typeface="Apple SD Gothic Neo"/>
                <a:ea typeface="Apple SD Gothic Neo"/>
                <a:cs typeface="Apple SD Gothic Neo"/>
              </a:defRPr>
            </a:defPPr>
            <a:lvl1pPr>
              <a:buNone/>
              <a:defRPr sz="2475" b="1">
                <a:solidFill>
                  <a:srgbClr val="0E7267"/>
                </a:solidFill>
                <a:latin typeface="Apple SD Gothic Neo"/>
                <a:ea typeface="Apple SD Gothic Neo"/>
                <a:cs typeface="Apple SD Gothic Neo"/>
              </a:defRPr>
            </a:lvl1pPr>
            <a:lvl2pPr>
              <a:buNone/>
              <a:defRPr sz="2475" b="1">
                <a:solidFill>
                  <a:srgbClr val="0E7267"/>
                </a:solidFill>
                <a:latin typeface="Apple SD Gothic Neo"/>
                <a:ea typeface="Apple SD Gothic Neo"/>
                <a:cs typeface="Apple SD Gothic Neo"/>
              </a:defRPr>
            </a:lvl2pPr>
            <a:lvl3pPr>
              <a:buNone/>
              <a:defRPr sz="2475" b="1">
                <a:solidFill>
                  <a:srgbClr val="0E7267"/>
                </a:solidFill>
                <a:latin typeface="Apple SD Gothic Neo"/>
                <a:ea typeface="Apple SD Gothic Neo"/>
                <a:cs typeface="Apple SD Gothic Neo"/>
              </a:defRPr>
            </a:lvl3pPr>
            <a:lvl4pPr>
              <a:buNone/>
              <a:defRPr sz="2475" b="1">
                <a:solidFill>
                  <a:srgbClr val="0E7267"/>
                </a:solidFill>
                <a:latin typeface="Apple SD Gothic Neo"/>
                <a:ea typeface="Apple SD Gothic Neo"/>
                <a:cs typeface="Apple SD Gothic Neo"/>
              </a:defRPr>
            </a:lvl4pPr>
            <a:lvl5pPr>
              <a:buNone/>
              <a:defRPr sz="2475" b="1">
                <a:solidFill>
                  <a:srgbClr val="0E7267"/>
                </a:solidFill>
                <a:latin typeface="Apple SD Gothic Neo"/>
                <a:ea typeface="Apple SD Gothic Neo"/>
                <a:cs typeface="Apple SD Gothic Neo"/>
              </a:defRPr>
            </a:lvl5pPr>
            <a:lvl6pPr>
              <a:buNone/>
              <a:defRPr sz="2475" b="1">
                <a:solidFill>
                  <a:srgbClr val="0E7267"/>
                </a:solidFill>
                <a:latin typeface="Apple SD Gothic Neo"/>
                <a:ea typeface="Apple SD Gothic Neo"/>
                <a:cs typeface="Apple SD Gothic Neo"/>
              </a:defRPr>
            </a:lvl6pPr>
            <a:lvl7pPr>
              <a:buNone/>
              <a:defRPr sz="2475" b="1">
                <a:solidFill>
                  <a:srgbClr val="0E7267"/>
                </a:solidFill>
                <a:latin typeface="Apple SD Gothic Neo"/>
                <a:ea typeface="Apple SD Gothic Neo"/>
                <a:cs typeface="Apple SD Gothic Neo"/>
              </a:defRPr>
            </a:lvl7pPr>
            <a:lvl8pPr>
              <a:buNone/>
              <a:defRPr sz="2475" b="1">
                <a:solidFill>
                  <a:srgbClr val="0E7267"/>
                </a:solidFill>
                <a:latin typeface="Apple SD Gothic Neo"/>
                <a:ea typeface="Apple SD Gothic Neo"/>
                <a:cs typeface="Apple SD Gothic Neo"/>
              </a:defRPr>
            </a:lvl8pPr>
            <a:lvl9pPr>
              <a:buNone/>
              <a:defRPr sz="2475" b="1">
                <a:solidFill>
                  <a:srgbClr val="0E7267"/>
                </a:solidFill>
                <a:latin typeface="Apple SD Gothic Neo"/>
                <a:ea typeface="Apple SD Gothic Neo"/>
                <a:cs typeface="Apple SD Gothic Neo"/>
              </a:defRPr>
            </a:lvl9pPr>
          </a:lstStyle>
          <a:p xmlns:a="http://schemas.openxmlformats.org/drawingml/2006/main">
            <a:pPr>
              <a:buNone/>
              <a:defRPr sz="2475" b="1">
                <a:solidFill>
                  <a:srgbClr val="0E7267"/>
                </a:solidFill>
                <a:latin typeface="Apple SD Gothic Neo"/>
                <a:ea typeface="Apple SD Gothic Neo"/>
                <a:cs typeface="Apple SD Gothic Neo"/>
              </a:defRPr>
            </a:pPr>
            <a:r>
              <a:rPr sz="2475" b="1">
                <a:solidFill>
                  <a:srgbClr val="0E7267"/>
                </a:solidFill>
                <a:latin typeface="Apple SD Gothic Neo"/>
                <a:ea typeface="Apple SD Gothic Neo"/>
                <a:cs typeface="Apple SD Gothic Neo"/>
              </a:rPr>
              <a:t>증상별 관련 런북 검색</a:t>
            </a:r>
          </a:p>
        </p:txBody>
      </p:sp>
      <p:sp>
        <p:nvSpPr>
          <p:cNvPr id="14" name="">
            <a:extLst xmlns:a="http://schemas.openxmlformats.org/drawingml/2006/main">
              <a:ext uri="{FF2B5EF4-FFF2-40B4-BE49-F238E27FC236}">
                <a16:creationId xmlns:a16="http://schemas.microsoft.com/office/drawing/2014/main" id="{AD4ECEB2-0071-43DC-BBB8-F288C1C9A697}"/>
              </a:ext>
            </a:extLst>
          </p:cNvPr>
          <p:cNvSpPr>
            <a:spLocks xmlns:a="http://schemas.openxmlformats.org/drawingml/2006/main" noGrp="1"/>
          </p:cNvSpPr>
          <p:nvPr/>
        </p:nvSpPr>
        <p:spPr>
          <a:xfrm xmlns:a="http://schemas.openxmlformats.org/drawingml/2006/main">
            <a:off x="6467475" y="3695700"/>
            <a:ext cx="4857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53650"/>
                </a:solidFill>
                <a:latin typeface="Apple SD Gothic Neo"/>
                <a:ea typeface="Apple SD Gothic Neo"/>
                <a:cs typeface="Apple SD Gothic Neo"/>
              </a:defRPr>
            </a:defPPr>
            <a:lvl1pPr>
              <a:buNone/>
              <a:defRPr sz="1875" b="0">
                <a:solidFill>
                  <a:srgbClr val="253650"/>
                </a:solidFill>
                <a:latin typeface="Apple SD Gothic Neo"/>
                <a:ea typeface="Apple SD Gothic Neo"/>
                <a:cs typeface="Apple SD Gothic Neo"/>
              </a:defRPr>
            </a:lvl1pPr>
            <a:lvl2pPr>
              <a:buNone/>
              <a:defRPr sz="1875" b="0">
                <a:solidFill>
                  <a:srgbClr val="253650"/>
                </a:solidFill>
                <a:latin typeface="Apple SD Gothic Neo"/>
                <a:ea typeface="Apple SD Gothic Neo"/>
                <a:cs typeface="Apple SD Gothic Neo"/>
              </a:defRPr>
            </a:lvl2pPr>
            <a:lvl3pPr>
              <a:buNone/>
              <a:defRPr sz="1875" b="0">
                <a:solidFill>
                  <a:srgbClr val="253650"/>
                </a:solidFill>
                <a:latin typeface="Apple SD Gothic Neo"/>
                <a:ea typeface="Apple SD Gothic Neo"/>
                <a:cs typeface="Apple SD Gothic Neo"/>
              </a:defRPr>
            </a:lvl3pPr>
            <a:lvl4pPr>
              <a:buNone/>
              <a:defRPr sz="1875" b="0">
                <a:solidFill>
                  <a:srgbClr val="253650"/>
                </a:solidFill>
                <a:latin typeface="Apple SD Gothic Neo"/>
                <a:ea typeface="Apple SD Gothic Neo"/>
                <a:cs typeface="Apple SD Gothic Neo"/>
              </a:defRPr>
            </a:lvl4pPr>
            <a:lvl5pPr>
              <a:buNone/>
              <a:defRPr sz="1875" b="0">
                <a:solidFill>
                  <a:srgbClr val="253650"/>
                </a:solidFill>
                <a:latin typeface="Apple SD Gothic Neo"/>
                <a:ea typeface="Apple SD Gothic Neo"/>
                <a:cs typeface="Apple SD Gothic Neo"/>
              </a:defRPr>
            </a:lvl5pPr>
            <a:lvl6pPr>
              <a:buNone/>
              <a:defRPr sz="1875" b="0">
                <a:solidFill>
                  <a:srgbClr val="253650"/>
                </a:solidFill>
                <a:latin typeface="Apple SD Gothic Neo"/>
                <a:ea typeface="Apple SD Gothic Neo"/>
                <a:cs typeface="Apple SD Gothic Neo"/>
              </a:defRPr>
            </a:lvl6pPr>
            <a:lvl7pPr>
              <a:buNone/>
              <a:defRPr sz="1875" b="0">
                <a:solidFill>
                  <a:srgbClr val="253650"/>
                </a:solidFill>
                <a:latin typeface="Apple SD Gothic Neo"/>
                <a:ea typeface="Apple SD Gothic Neo"/>
                <a:cs typeface="Apple SD Gothic Neo"/>
              </a:defRPr>
            </a:lvl7pPr>
            <a:lvl8pPr>
              <a:buNone/>
              <a:defRPr sz="1875" b="0">
                <a:solidFill>
                  <a:srgbClr val="253650"/>
                </a:solidFill>
                <a:latin typeface="Apple SD Gothic Neo"/>
                <a:ea typeface="Apple SD Gothic Neo"/>
                <a:cs typeface="Apple SD Gothic Neo"/>
              </a:defRPr>
            </a:lvl8pPr>
            <a:lvl9pPr>
              <a:buNone/>
              <a:defRPr sz="1875" b="0">
                <a:solidFill>
                  <a:srgbClr val="253650"/>
                </a:solidFill>
                <a:latin typeface="Apple SD Gothic Neo"/>
                <a:ea typeface="Apple SD Gothic Neo"/>
                <a:cs typeface="Apple SD Gothic Neo"/>
              </a:defRPr>
            </a:lvl9pPr>
          </a:lstStyle>
          <a:p xmlns:a="http://schemas.openxmlformats.org/drawingml/2006/main">
            <a:pPr>
              <a:buNone/>
              <a:defRPr sz="1875" b="0">
                <a:solidFill>
                  <a:srgbClr val="253650"/>
                </a:solidFill>
                <a:latin typeface="Apple SD Gothic Neo"/>
                <a:ea typeface="Apple SD Gothic Neo"/>
                <a:cs typeface="Apple SD Gothic Neo"/>
              </a:defRPr>
            </a:pPr>
            <a:r>
              <a:rPr sz="1875" b="0">
                <a:solidFill>
                  <a:srgbClr val="253650"/>
                </a:solidFill>
                <a:latin typeface="Apple SD Gothic Neo"/>
                <a:ea typeface="Apple SD Gothic Neo"/>
                <a:cs typeface="Apple SD Gothic Neo"/>
              </a:rPr>
              <a:t>질문·서비스별 알림으로 검색하고</a:t>
            </a:r>
          </a:p>
          <a:p xmlns:a="http://schemas.openxmlformats.org/drawingml/2006/main">
            <a:pPr>
              <a:buNone/>
              <a:defRPr sz="1875" b="0">
                <a:solidFill>
                  <a:srgbClr val="253650"/>
                </a:solidFill>
                <a:latin typeface="Apple SD Gothic Neo"/>
                <a:ea typeface="Apple SD Gothic Neo"/>
                <a:cs typeface="Apple SD Gothic Neo"/>
              </a:defRPr>
            </a:pPr>
            <a:r>
              <a:rPr sz="1875" b="0">
                <a:solidFill>
                  <a:srgbClr val="253650"/>
                </a:solidFill>
                <a:latin typeface="Apple SD Gothic Neo"/>
                <a:ea typeface="Apple SD Gothic Neo"/>
                <a:cs typeface="Apple SD Gothic Neo"/>
              </a:rPr>
              <a:t>선택한 근거의 인용·원문을 확인합니다.</a:t>
            </a:r>
          </a:p>
        </p:txBody>
      </p:sp>
      <p:sp>
        <p:nvSpPr>
          <p:cNvPr id="15" name="">
            <a:extLst xmlns:a="http://schemas.openxmlformats.org/drawingml/2006/main">
              <a:ext uri="{FF2B5EF4-FFF2-40B4-BE49-F238E27FC236}">
                <a16:creationId xmlns:a16="http://schemas.microsoft.com/office/drawing/2014/main" id="{A1ADACF8-FE65-41BE-BD16-35D77F0D8D57}"/>
              </a:ext>
            </a:extLst>
          </p:cNvPr>
          <p:cNvSpPr>
            <a:spLocks xmlns:a="http://schemas.openxmlformats.org/drawingml/2006/main" noGrp="1"/>
          </p:cNvSpPr>
          <p:nvPr/>
        </p:nvSpPr>
        <p:spPr>
          <a:xfrm xmlns:a="http://schemas.openxmlformats.org/drawingml/2006/main">
            <a:off x="609600" y="54006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235ECB"/>
                </a:solidFill>
                <a:latin typeface="Apple SD Gothic Neo"/>
                <a:ea typeface="Apple SD Gothic Neo"/>
                <a:cs typeface="Apple SD Gothic Neo"/>
              </a:defRPr>
            </a:defPPr>
            <a:lvl1pPr>
              <a:buNone/>
              <a:defRPr sz="1800" b="1">
                <a:solidFill>
                  <a:srgbClr val="235ECB"/>
                </a:solidFill>
                <a:latin typeface="Apple SD Gothic Neo"/>
                <a:ea typeface="Apple SD Gothic Neo"/>
                <a:cs typeface="Apple SD Gothic Neo"/>
              </a:defRPr>
            </a:lvl1pPr>
            <a:lvl2pPr>
              <a:buNone/>
              <a:defRPr sz="1800" b="1">
                <a:solidFill>
                  <a:srgbClr val="235ECB"/>
                </a:solidFill>
                <a:latin typeface="Apple SD Gothic Neo"/>
                <a:ea typeface="Apple SD Gothic Neo"/>
                <a:cs typeface="Apple SD Gothic Neo"/>
              </a:defRPr>
            </a:lvl2pPr>
            <a:lvl3pPr>
              <a:buNone/>
              <a:defRPr sz="1800" b="1">
                <a:solidFill>
                  <a:srgbClr val="235ECB"/>
                </a:solidFill>
                <a:latin typeface="Apple SD Gothic Neo"/>
                <a:ea typeface="Apple SD Gothic Neo"/>
                <a:cs typeface="Apple SD Gothic Neo"/>
              </a:defRPr>
            </a:lvl3pPr>
            <a:lvl4pPr>
              <a:buNone/>
              <a:defRPr sz="1800" b="1">
                <a:solidFill>
                  <a:srgbClr val="235ECB"/>
                </a:solidFill>
                <a:latin typeface="Apple SD Gothic Neo"/>
                <a:ea typeface="Apple SD Gothic Neo"/>
                <a:cs typeface="Apple SD Gothic Neo"/>
              </a:defRPr>
            </a:lvl4pPr>
            <a:lvl5pPr>
              <a:buNone/>
              <a:defRPr sz="1800" b="1">
                <a:solidFill>
                  <a:srgbClr val="235ECB"/>
                </a:solidFill>
                <a:latin typeface="Apple SD Gothic Neo"/>
                <a:ea typeface="Apple SD Gothic Neo"/>
                <a:cs typeface="Apple SD Gothic Neo"/>
              </a:defRPr>
            </a:lvl5pPr>
            <a:lvl6pPr>
              <a:buNone/>
              <a:defRPr sz="1800" b="1">
                <a:solidFill>
                  <a:srgbClr val="235ECB"/>
                </a:solidFill>
                <a:latin typeface="Apple SD Gothic Neo"/>
                <a:ea typeface="Apple SD Gothic Neo"/>
                <a:cs typeface="Apple SD Gothic Neo"/>
              </a:defRPr>
            </a:lvl6pPr>
            <a:lvl7pPr>
              <a:buNone/>
              <a:defRPr sz="1800" b="1">
                <a:solidFill>
                  <a:srgbClr val="235ECB"/>
                </a:solidFill>
                <a:latin typeface="Apple SD Gothic Neo"/>
                <a:ea typeface="Apple SD Gothic Neo"/>
                <a:cs typeface="Apple SD Gothic Neo"/>
              </a:defRPr>
            </a:lvl7pPr>
            <a:lvl8pPr>
              <a:buNone/>
              <a:defRPr sz="1800" b="1">
                <a:solidFill>
                  <a:srgbClr val="235ECB"/>
                </a:solidFill>
                <a:latin typeface="Apple SD Gothic Neo"/>
                <a:ea typeface="Apple SD Gothic Neo"/>
                <a:cs typeface="Apple SD Gothic Neo"/>
              </a:defRPr>
            </a:lvl8pPr>
            <a:lvl9pPr>
              <a:buNone/>
              <a:defRPr sz="1800" b="1">
                <a:solidFill>
                  <a:srgbClr val="235ECB"/>
                </a:solidFill>
                <a:latin typeface="Apple SD Gothic Neo"/>
                <a:ea typeface="Apple SD Gothic Neo"/>
                <a:cs typeface="Apple SD Gothic Neo"/>
              </a:defRPr>
            </a:lvl9pPr>
          </a:lstStyle>
          <a:p xmlns:a="http://schemas.openxmlformats.org/drawingml/2006/main">
            <a:pPr>
              <a:buNone/>
              <a:defRPr sz="1800" b="1">
                <a:solidFill>
                  <a:srgbClr val="235ECB"/>
                </a:solidFill>
                <a:latin typeface="Apple SD Gothic Neo"/>
                <a:ea typeface="Apple SD Gothic Neo"/>
                <a:cs typeface="Apple SD Gothic Neo"/>
              </a:defRPr>
            </a:pPr>
            <a:r>
              <a:rPr sz="1800" b="1">
                <a:solidFill>
                  <a:srgbClr val="235ECB"/>
                </a:solidFill>
                <a:latin typeface="Apple SD Gothic Neo"/>
                <a:ea typeface="Apple SD Gothic Neo"/>
                <a:cs typeface="Apple SD Gothic Neo"/>
              </a:rPr>
              <a:t>최종본 F08 실제 실행: 세 서비스와 CPU·메모리·디스크 런북 3개 확인</a:t>
            </a:r>
          </a:p>
        </p:txBody>
      </p:sp>
    </p:spTree>
    <p:extLst>
      <p:ext uri="{BB962C8B-B14F-4D97-AF65-F5344CB8AC3E}">
        <p14:creationId xmlns:p14="http://schemas.microsoft.com/office/powerpoint/2010/main" val="693850723"/>
      </p:ext>
    </p:extLst>
  </p:cSld>
</p:sld>
</file>

<file path=ppt/slides/slide5.xml><?xml version="1.0" encoding="utf-8"?>
<p:sld xmlns:p="http://schemas.openxmlformats.org/presentationml/2006/main">
  <p:cSld>
    <p:bg>
      <p:bgPr>
        <a:solidFill xmlns:a="http://schemas.openxmlformats.org/drawingml/2006/main">
          <a:srgbClr val="F4F6F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9900FF5-0DF5-4F77-AC78-19A1DDD3A04B}"/>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35EC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AA05DC4-FEAE-486C-9E28-4F01C7511584}"/>
              </a:ext>
            </a:extLst>
          </p:cNvPr>
          <p:cNvSpPr>
            <a:spLocks xmlns:a="http://schemas.openxmlformats.org/drawingml/2006/main" noGrp="1"/>
          </p:cNvSpPr>
          <p:nvPr/>
        </p:nvSpPr>
        <p:spPr>
          <a:xfrm xmlns:a="http://schemas.openxmlformats.org/drawingml/2006/main">
            <a:off x="609600" y="38100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235ECB"/>
                </a:solidFill>
                <a:latin typeface="Apple SD Gothic Neo"/>
                <a:ea typeface="Apple SD Gothic Neo"/>
                <a:cs typeface="Apple SD Gothic Neo"/>
              </a:defRPr>
            </a:defPPr>
            <a:lvl1pPr>
              <a:buNone/>
              <a:defRPr sz="1275" b="1">
                <a:solidFill>
                  <a:srgbClr val="235ECB"/>
                </a:solidFill>
                <a:latin typeface="Apple SD Gothic Neo"/>
                <a:ea typeface="Apple SD Gothic Neo"/>
                <a:cs typeface="Apple SD Gothic Neo"/>
              </a:defRPr>
            </a:lvl1pPr>
            <a:lvl2pPr>
              <a:buNone/>
              <a:defRPr sz="1275" b="1">
                <a:solidFill>
                  <a:srgbClr val="235ECB"/>
                </a:solidFill>
                <a:latin typeface="Apple SD Gothic Neo"/>
                <a:ea typeface="Apple SD Gothic Neo"/>
                <a:cs typeface="Apple SD Gothic Neo"/>
              </a:defRPr>
            </a:lvl2pPr>
            <a:lvl3pPr>
              <a:buNone/>
              <a:defRPr sz="1275" b="1">
                <a:solidFill>
                  <a:srgbClr val="235ECB"/>
                </a:solidFill>
                <a:latin typeface="Apple SD Gothic Neo"/>
                <a:ea typeface="Apple SD Gothic Neo"/>
                <a:cs typeface="Apple SD Gothic Neo"/>
              </a:defRPr>
            </a:lvl3pPr>
            <a:lvl4pPr>
              <a:buNone/>
              <a:defRPr sz="1275" b="1">
                <a:solidFill>
                  <a:srgbClr val="235ECB"/>
                </a:solidFill>
                <a:latin typeface="Apple SD Gothic Neo"/>
                <a:ea typeface="Apple SD Gothic Neo"/>
                <a:cs typeface="Apple SD Gothic Neo"/>
              </a:defRPr>
            </a:lvl4pPr>
            <a:lvl5pPr>
              <a:buNone/>
              <a:defRPr sz="1275" b="1">
                <a:solidFill>
                  <a:srgbClr val="235ECB"/>
                </a:solidFill>
                <a:latin typeface="Apple SD Gothic Neo"/>
                <a:ea typeface="Apple SD Gothic Neo"/>
                <a:cs typeface="Apple SD Gothic Neo"/>
              </a:defRPr>
            </a:lvl5pPr>
            <a:lvl6pPr>
              <a:buNone/>
              <a:defRPr sz="1275" b="1">
                <a:solidFill>
                  <a:srgbClr val="235ECB"/>
                </a:solidFill>
                <a:latin typeface="Apple SD Gothic Neo"/>
                <a:ea typeface="Apple SD Gothic Neo"/>
                <a:cs typeface="Apple SD Gothic Neo"/>
              </a:defRPr>
            </a:lvl6pPr>
            <a:lvl7pPr>
              <a:buNone/>
              <a:defRPr sz="1275" b="1">
                <a:solidFill>
                  <a:srgbClr val="235ECB"/>
                </a:solidFill>
                <a:latin typeface="Apple SD Gothic Neo"/>
                <a:ea typeface="Apple SD Gothic Neo"/>
                <a:cs typeface="Apple SD Gothic Neo"/>
              </a:defRPr>
            </a:lvl7pPr>
            <a:lvl8pPr>
              <a:buNone/>
              <a:defRPr sz="1275" b="1">
                <a:solidFill>
                  <a:srgbClr val="235ECB"/>
                </a:solidFill>
                <a:latin typeface="Apple SD Gothic Neo"/>
                <a:ea typeface="Apple SD Gothic Neo"/>
                <a:cs typeface="Apple SD Gothic Neo"/>
              </a:defRPr>
            </a:lvl8pPr>
            <a:lvl9pPr>
              <a:buNone/>
              <a:defRPr sz="1275" b="1">
                <a:solidFill>
                  <a:srgbClr val="235ECB"/>
                </a:solidFill>
                <a:latin typeface="Apple SD Gothic Neo"/>
                <a:ea typeface="Apple SD Gothic Neo"/>
                <a:cs typeface="Apple SD Gothic Neo"/>
              </a:defRPr>
            </a:lvl9pPr>
          </a:lstStyle>
          <a:p xmlns:a="http://schemas.openxmlformats.org/drawingml/2006/main">
            <a:pPr>
              <a:buNone/>
              <a:defRPr sz="1275" b="1">
                <a:solidFill>
                  <a:srgbClr val="235ECB"/>
                </a:solidFill>
                <a:latin typeface="Apple SD Gothic Neo"/>
                <a:ea typeface="Apple SD Gothic Neo"/>
                <a:cs typeface="Apple SD Gothic Neo"/>
              </a:defRPr>
            </a:pPr>
            <a:r>
              <a:rPr sz="1275" b="1">
                <a:solidFill>
                  <a:srgbClr val="235ECB"/>
                </a:solidFill>
                <a:latin typeface="Apple SD Gothic Neo"/>
                <a:ea typeface="Apple SD Gothic Neo"/>
                <a:cs typeface="Apple SD Gothic Neo"/>
              </a:rPr>
              <a:t>4. 핵심 코드 / 대화 맥락</a:t>
            </a:r>
          </a:p>
        </p:txBody>
      </p:sp>
      <p:sp>
        <p:nvSpPr>
          <p:cNvPr id="3" name="">
            <a:extLst xmlns:a="http://schemas.openxmlformats.org/drawingml/2006/main">
              <a:ext uri="{FF2B5EF4-FFF2-40B4-BE49-F238E27FC236}">
                <a16:creationId xmlns:a16="http://schemas.microsoft.com/office/drawing/2014/main" id="{E570DBA6-4E1F-4C5D-AD2E-99C3AD3309D8}"/>
              </a:ext>
            </a:extLst>
          </p:cNvPr>
          <p:cNvSpPr>
            <a:spLocks xmlns:a="http://schemas.openxmlformats.org/drawingml/2006/main" noGrp="1"/>
          </p:cNvSpPr>
          <p:nvPr/>
        </p:nvSpPr>
        <p:spPr>
          <a:xfrm xmlns:a="http://schemas.openxmlformats.org/drawingml/2006/main">
            <a:off x="609600" y="838200"/>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172B4D"/>
                </a:solidFill>
                <a:latin typeface="Apple SD Gothic Neo"/>
                <a:ea typeface="Apple SD Gothic Neo"/>
                <a:cs typeface="Apple SD Gothic Neo"/>
              </a:defRPr>
            </a:defPPr>
            <a:lvl1pPr>
              <a:buNone/>
              <a:defRPr sz="2850" b="1">
                <a:solidFill>
                  <a:srgbClr val="172B4D"/>
                </a:solidFill>
                <a:latin typeface="Apple SD Gothic Neo"/>
                <a:ea typeface="Apple SD Gothic Neo"/>
                <a:cs typeface="Apple SD Gothic Neo"/>
              </a:defRPr>
            </a:lvl1pPr>
            <a:lvl2pPr>
              <a:buNone/>
              <a:defRPr sz="2850" b="1">
                <a:solidFill>
                  <a:srgbClr val="172B4D"/>
                </a:solidFill>
                <a:latin typeface="Apple SD Gothic Neo"/>
                <a:ea typeface="Apple SD Gothic Neo"/>
                <a:cs typeface="Apple SD Gothic Neo"/>
              </a:defRPr>
            </a:lvl2pPr>
            <a:lvl3pPr>
              <a:buNone/>
              <a:defRPr sz="2850" b="1">
                <a:solidFill>
                  <a:srgbClr val="172B4D"/>
                </a:solidFill>
                <a:latin typeface="Apple SD Gothic Neo"/>
                <a:ea typeface="Apple SD Gothic Neo"/>
                <a:cs typeface="Apple SD Gothic Neo"/>
              </a:defRPr>
            </a:lvl3pPr>
            <a:lvl4pPr>
              <a:buNone/>
              <a:defRPr sz="2850" b="1">
                <a:solidFill>
                  <a:srgbClr val="172B4D"/>
                </a:solidFill>
                <a:latin typeface="Apple SD Gothic Neo"/>
                <a:ea typeface="Apple SD Gothic Neo"/>
                <a:cs typeface="Apple SD Gothic Neo"/>
              </a:defRPr>
            </a:lvl4pPr>
            <a:lvl5pPr>
              <a:buNone/>
              <a:defRPr sz="2850" b="1">
                <a:solidFill>
                  <a:srgbClr val="172B4D"/>
                </a:solidFill>
                <a:latin typeface="Apple SD Gothic Neo"/>
                <a:ea typeface="Apple SD Gothic Neo"/>
                <a:cs typeface="Apple SD Gothic Neo"/>
              </a:defRPr>
            </a:lvl5pPr>
            <a:lvl6pPr>
              <a:buNone/>
              <a:defRPr sz="2850" b="1">
                <a:solidFill>
                  <a:srgbClr val="172B4D"/>
                </a:solidFill>
                <a:latin typeface="Apple SD Gothic Neo"/>
                <a:ea typeface="Apple SD Gothic Neo"/>
                <a:cs typeface="Apple SD Gothic Neo"/>
              </a:defRPr>
            </a:lvl6pPr>
            <a:lvl7pPr>
              <a:buNone/>
              <a:defRPr sz="2850" b="1">
                <a:solidFill>
                  <a:srgbClr val="172B4D"/>
                </a:solidFill>
                <a:latin typeface="Apple SD Gothic Neo"/>
                <a:ea typeface="Apple SD Gothic Neo"/>
                <a:cs typeface="Apple SD Gothic Neo"/>
              </a:defRPr>
            </a:lvl7pPr>
            <a:lvl8pPr>
              <a:buNone/>
              <a:defRPr sz="2850" b="1">
                <a:solidFill>
                  <a:srgbClr val="172B4D"/>
                </a:solidFill>
                <a:latin typeface="Apple SD Gothic Neo"/>
                <a:ea typeface="Apple SD Gothic Neo"/>
                <a:cs typeface="Apple SD Gothic Neo"/>
              </a:defRPr>
            </a:lvl8pPr>
            <a:lvl9pPr>
              <a:buNone/>
              <a:defRPr sz="2850" b="1">
                <a:solidFill>
                  <a:srgbClr val="172B4D"/>
                </a:solidFill>
                <a:latin typeface="Apple SD Gothic Neo"/>
                <a:ea typeface="Apple SD Gothic Neo"/>
                <a:cs typeface="Apple SD Gothic Neo"/>
              </a:defRPr>
            </a:lvl9pPr>
          </a:lstStyle>
          <a:p xmlns:a="http://schemas.openxmlformats.org/drawingml/2006/main">
            <a:pPr>
              <a:buNone/>
              <a:defRPr sz="2850" b="1">
                <a:solidFill>
                  <a:srgbClr val="172B4D"/>
                </a:solidFill>
                <a:latin typeface="Apple SD Gothic Neo"/>
                <a:ea typeface="Apple SD Gothic Neo"/>
                <a:cs typeface="Apple SD Gothic Neo"/>
              </a:defRPr>
            </a:pPr>
            <a:r>
              <a:rPr sz="2850" b="1">
                <a:solidFill>
                  <a:srgbClr val="172B4D"/>
                </a:solidFill>
                <a:latin typeface="Apple SD Gothic Neo"/>
                <a:ea typeface="Apple SD Gothic Neo"/>
                <a:cs typeface="Apple SD Gothic Neo"/>
              </a:rPr>
              <a:t>저장된 대화를 운영 조사에 연결했습니다</a:t>
            </a:r>
          </a:p>
        </p:txBody>
      </p:sp>
      <p:sp>
        <p:nvSpPr>
          <p:cNvPr id="4" name="">
            <a:extLst xmlns:a="http://schemas.openxmlformats.org/drawingml/2006/main">
              <a:ext uri="{FF2B5EF4-FFF2-40B4-BE49-F238E27FC236}">
                <a16:creationId xmlns:a16="http://schemas.microsoft.com/office/drawing/2014/main" id="{B2577316-040B-47F7-9EB8-F0598F66A9E6}"/>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7E0E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BB3800C-A24A-486B-8E20-65AE2774B536}"/>
              </a:ext>
            </a:extLst>
          </p:cNvPr>
          <p:cNvSpPr>
            <a:spLocks xmlns:a="http://schemas.openxmlformats.org/drawingml/2006/main" noGrp="1"/>
          </p:cNvSpPr>
          <p:nvPr/>
        </p:nvSpPr>
        <p:spPr>
          <a:xfrm xmlns:a="http://schemas.openxmlformats.org/drawingml/2006/main">
            <a:off x="609600" y="63436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5D6D84"/>
                </a:solidFill>
                <a:latin typeface="Apple SD Gothic Neo"/>
                <a:ea typeface="Apple SD Gothic Neo"/>
                <a:cs typeface="Apple SD Gothic Neo"/>
              </a:defRPr>
            </a:defPPr>
            <a:lvl1pPr>
              <a:buNone/>
              <a:defRPr sz="975" b="0">
                <a:solidFill>
                  <a:srgbClr val="5D6D84"/>
                </a:solidFill>
                <a:latin typeface="Apple SD Gothic Neo"/>
                <a:ea typeface="Apple SD Gothic Neo"/>
                <a:cs typeface="Apple SD Gothic Neo"/>
              </a:defRPr>
            </a:lvl1pPr>
            <a:lvl2pPr>
              <a:buNone/>
              <a:defRPr sz="975" b="0">
                <a:solidFill>
                  <a:srgbClr val="5D6D84"/>
                </a:solidFill>
                <a:latin typeface="Apple SD Gothic Neo"/>
                <a:ea typeface="Apple SD Gothic Neo"/>
                <a:cs typeface="Apple SD Gothic Neo"/>
              </a:defRPr>
            </a:lvl2pPr>
            <a:lvl3pPr>
              <a:buNone/>
              <a:defRPr sz="975" b="0">
                <a:solidFill>
                  <a:srgbClr val="5D6D84"/>
                </a:solidFill>
                <a:latin typeface="Apple SD Gothic Neo"/>
                <a:ea typeface="Apple SD Gothic Neo"/>
                <a:cs typeface="Apple SD Gothic Neo"/>
              </a:defRPr>
            </a:lvl3pPr>
            <a:lvl4pPr>
              <a:buNone/>
              <a:defRPr sz="975" b="0">
                <a:solidFill>
                  <a:srgbClr val="5D6D84"/>
                </a:solidFill>
                <a:latin typeface="Apple SD Gothic Neo"/>
                <a:ea typeface="Apple SD Gothic Neo"/>
                <a:cs typeface="Apple SD Gothic Neo"/>
              </a:defRPr>
            </a:lvl4pPr>
            <a:lvl5pPr>
              <a:buNone/>
              <a:defRPr sz="975" b="0">
                <a:solidFill>
                  <a:srgbClr val="5D6D84"/>
                </a:solidFill>
                <a:latin typeface="Apple SD Gothic Neo"/>
                <a:ea typeface="Apple SD Gothic Neo"/>
                <a:cs typeface="Apple SD Gothic Neo"/>
              </a:defRPr>
            </a:lvl5pPr>
            <a:lvl6pPr>
              <a:buNone/>
              <a:defRPr sz="975" b="0">
                <a:solidFill>
                  <a:srgbClr val="5D6D84"/>
                </a:solidFill>
                <a:latin typeface="Apple SD Gothic Neo"/>
                <a:ea typeface="Apple SD Gothic Neo"/>
                <a:cs typeface="Apple SD Gothic Neo"/>
              </a:defRPr>
            </a:lvl6pPr>
            <a:lvl7pPr>
              <a:buNone/>
              <a:defRPr sz="975" b="0">
                <a:solidFill>
                  <a:srgbClr val="5D6D84"/>
                </a:solidFill>
                <a:latin typeface="Apple SD Gothic Neo"/>
                <a:ea typeface="Apple SD Gothic Neo"/>
                <a:cs typeface="Apple SD Gothic Neo"/>
              </a:defRPr>
            </a:lvl7pPr>
            <a:lvl8pPr>
              <a:buNone/>
              <a:defRPr sz="975" b="0">
                <a:solidFill>
                  <a:srgbClr val="5D6D84"/>
                </a:solidFill>
                <a:latin typeface="Apple SD Gothic Neo"/>
                <a:ea typeface="Apple SD Gothic Neo"/>
                <a:cs typeface="Apple SD Gothic Neo"/>
              </a:defRPr>
            </a:lvl8pPr>
            <a:lvl9pPr>
              <a:buNone/>
              <a:defRPr sz="975" b="0">
                <a:solidFill>
                  <a:srgbClr val="5D6D84"/>
                </a:solidFill>
                <a:latin typeface="Apple SD Gothic Neo"/>
                <a:ea typeface="Apple SD Gothic Neo"/>
                <a:cs typeface="Apple SD Gothic Neo"/>
              </a:defRPr>
            </a:lvl9pPr>
          </a:lstStyle>
          <a:p xmlns:a="http://schemas.openxmlformats.org/drawingml/2006/main">
            <a:pPr>
              <a:buNone/>
              <a:defRPr sz="975" b="0">
                <a:solidFill>
                  <a:srgbClr val="5D6D84"/>
                </a:solidFill>
                <a:latin typeface="Apple SD Gothic Neo"/>
                <a:ea typeface="Apple SD Gothic Neo"/>
                <a:cs typeface="Apple SD Gothic Neo"/>
              </a:defRPr>
            </a:pPr>
            <a:r>
              <a:rPr sz="975" b="0">
                <a:solidFill>
                  <a:srgbClr val="5D6D84"/>
                </a:solidFill>
                <a:latin typeface="Apple SD Gothic Neo"/>
                <a:ea typeface="Apple SD Gothic Neo"/>
                <a:cs typeface="Apple SD Gothic Neo"/>
              </a:rPr>
              <a:t>근거: 원본 server.py·chat_answer_node() / 최종 request_context.py·request_ui.js</a:t>
            </a:r>
          </a:p>
        </p:txBody>
      </p:sp>
      <p:sp>
        <p:nvSpPr>
          <p:cNvPr id="6" name="">
            <a:extLst xmlns:a="http://schemas.openxmlformats.org/drawingml/2006/main">
              <a:ext uri="{FF2B5EF4-FFF2-40B4-BE49-F238E27FC236}">
                <a16:creationId xmlns:a16="http://schemas.microsoft.com/office/drawing/2014/main" id="{34B560A9-9C94-4BBA-8600-B251295993A0}"/>
              </a:ext>
            </a:extLst>
          </p:cNvPr>
          <p:cNvSpPr>
            <a:spLocks xmlns:a="http://schemas.openxmlformats.org/drawingml/2006/main" noGrp="1"/>
          </p:cNvSpPr>
          <p:nvPr/>
        </p:nvSpPr>
        <p:spPr>
          <a:xfrm xmlns:a="http://schemas.openxmlformats.org/drawingml/2006/main">
            <a:off x="11049000" y="633412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5D6D84"/>
                </a:solidFill>
                <a:latin typeface="Apple SD Gothic Neo"/>
                <a:ea typeface="Apple SD Gothic Neo"/>
                <a:cs typeface="Apple SD Gothic Neo"/>
              </a:defRPr>
            </a:defPPr>
            <a:lvl1pPr>
              <a:buNone/>
              <a:defRPr sz="1125" b="1">
                <a:solidFill>
                  <a:srgbClr val="5D6D84"/>
                </a:solidFill>
                <a:latin typeface="Apple SD Gothic Neo"/>
                <a:ea typeface="Apple SD Gothic Neo"/>
                <a:cs typeface="Apple SD Gothic Neo"/>
              </a:defRPr>
            </a:lvl1pPr>
            <a:lvl2pPr>
              <a:buNone/>
              <a:defRPr sz="1125" b="1">
                <a:solidFill>
                  <a:srgbClr val="5D6D84"/>
                </a:solidFill>
                <a:latin typeface="Apple SD Gothic Neo"/>
                <a:ea typeface="Apple SD Gothic Neo"/>
                <a:cs typeface="Apple SD Gothic Neo"/>
              </a:defRPr>
            </a:lvl2pPr>
            <a:lvl3pPr>
              <a:buNone/>
              <a:defRPr sz="1125" b="1">
                <a:solidFill>
                  <a:srgbClr val="5D6D84"/>
                </a:solidFill>
                <a:latin typeface="Apple SD Gothic Neo"/>
                <a:ea typeface="Apple SD Gothic Neo"/>
                <a:cs typeface="Apple SD Gothic Neo"/>
              </a:defRPr>
            </a:lvl3pPr>
            <a:lvl4pPr>
              <a:buNone/>
              <a:defRPr sz="1125" b="1">
                <a:solidFill>
                  <a:srgbClr val="5D6D84"/>
                </a:solidFill>
                <a:latin typeface="Apple SD Gothic Neo"/>
                <a:ea typeface="Apple SD Gothic Neo"/>
                <a:cs typeface="Apple SD Gothic Neo"/>
              </a:defRPr>
            </a:lvl4pPr>
            <a:lvl5pPr>
              <a:buNone/>
              <a:defRPr sz="1125" b="1">
                <a:solidFill>
                  <a:srgbClr val="5D6D84"/>
                </a:solidFill>
                <a:latin typeface="Apple SD Gothic Neo"/>
                <a:ea typeface="Apple SD Gothic Neo"/>
                <a:cs typeface="Apple SD Gothic Neo"/>
              </a:defRPr>
            </a:lvl5pPr>
            <a:lvl6pPr>
              <a:buNone/>
              <a:defRPr sz="1125" b="1">
                <a:solidFill>
                  <a:srgbClr val="5D6D84"/>
                </a:solidFill>
                <a:latin typeface="Apple SD Gothic Neo"/>
                <a:ea typeface="Apple SD Gothic Neo"/>
                <a:cs typeface="Apple SD Gothic Neo"/>
              </a:defRPr>
            </a:lvl6pPr>
            <a:lvl7pPr>
              <a:buNone/>
              <a:defRPr sz="1125" b="1">
                <a:solidFill>
                  <a:srgbClr val="5D6D84"/>
                </a:solidFill>
                <a:latin typeface="Apple SD Gothic Neo"/>
                <a:ea typeface="Apple SD Gothic Neo"/>
                <a:cs typeface="Apple SD Gothic Neo"/>
              </a:defRPr>
            </a:lvl7pPr>
            <a:lvl8pPr>
              <a:buNone/>
              <a:defRPr sz="1125" b="1">
                <a:solidFill>
                  <a:srgbClr val="5D6D84"/>
                </a:solidFill>
                <a:latin typeface="Apple SD Gothic Neo"/>
                <a:ea typeface="Apple SD Gothic Neo"/>
                <a:cs typeface="Apple SD Gothic Neo"/>
              </a:defRPr>
            </a:lvl8pPr>
            <a:lvl9pPr>
              <a:buNone/>
              <a:defRPr sz="1125" b="1">
                <a:solidFill>
                  <a:srgbClr val="5D6D84"/>
                </a:solidFill>
                <a:latin typeface="Apple SD Gothic Neo"/>
                <a:ea typeface="Apple SD Gothic Neo"/>
                <a:cs typeface="Apple SD Gothic Neo"/>
              </a:defRPr>
            </a:lvl9pPr>
          </a:lstStyle>
          <a:p xmlns:a="http://schemas.openxmlformats.org/drawingml/2006/main">
            <a:pPr>
              <a:buNone/>
              <a:defRPr sz="1125" b="1">
                <a:solidFill>
                  <a:srgbClr val="5D6D84"/>
                </a:solidFill>
                <a:latin typeface="Apple SD Gothic Neo"/>
                <a:ea typeface="Apple SD Gothic Neo"/>
                <a:cs typeface="Apple SD Gothic Neo"/>
              </a:defRPr>
            </a:pPr>
            <a:r>
              <a:rPr sz="1125" b="1">
                <a:solidFill>
                  <a:srgbClr val="5D6D84"/>
                </a:solidFill>
                <a:latin typeface="Apple SD Gothic Neo"/>
                <a:ea typeface="Apple SD Gothic Neo"/>
                <a:cs typeface="Apple SD Gothic Neo"/>
              </a:rPr>
              <a:t>05</a:t>
            </a:r>
          </a:p>
        </p:txBody>
      </p:sp>
      <p:sp>
        <p:nvSpPr>
          <p:cNvPr id="7" name="">
            <a:extLst xmlns:a="http://schemas.openxmlformats.org/drawingml/2006/main">
              <a:ext uri="{FF2B5EF4-FFF2-40B4-BE49-F238E27FC236}">
                <a16:creationId xmlns:a16="http://schemas.microsoft.com/office/drawing/2014/main" id="{7528AFEE-BD31-415A-8B6B-ED36C0C6C421}"/>
              </a:ext>
            </a:extLst>
          </p:cNvPr>
          <p:cNvSpPr>
            <a:spLocks xmlns:a="http://schemas.openxmlformats.org/drawingml/2006/main" noGrp="1"/>
          </p:cNvSpPr>
          <p:nvPr/>
        </p:nvSpPr>
        <p:spPr>
          <a:xfrm xmlns:a="http://schemas.openxmlformats.org/drawingml/2006/main">
            <a:off x="609600" y="1924050"/>
            <a:ext cx="3409950" cy="33337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CF640E3-EDF7-47B7-9560-1262B5F30C93}"/>
              </a:ext>
            </a:extLst>
          </p:cNvPr>
          <p:cNvSpPr>
            <a:spLocks xmlns:a="http://schemas.openxmlformats.org/drawingml/2006/main" noGrp="1"/>
          </p:cNvSpPr>
          <p:nvPr/>
        </p:nvSpPr>
        <p:spPr>
          <a:xfrm xmlns:a="http://schemas.openxmlformats.org/drawingml/2006/main">
            <a:off x="609600" y="1924050"/>
            <a:ext cx="57150" cy="3333750"/>
          </a:xfrm>
          <a:prstGeom xmlns:a="http://schemas.openxmlformats.org/drawingml/2006/main" prst="rect">
            <a:avLst/>
          </a:prstGeom>
          <a:solidFill xmlns:a="http://schemas.openxmlformats.org/drawingml/2006/main">
            <a:srgbClr val="235ECB"/>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2264735-FC5A-469F-96D4-F34A5CE0E7A8}"/>
              </a:ext>
            </a:extLst>
          </p:cNvPr>
          <p:cNvSpPr>
            <a:spLocks xmlns:a="http://schemas.openxmlformats.org/drawingml/2006/main" noGrp="1"/>
          </p:cNvSpPr>
          <p:nvPr/>
        </p:nvSpPr>
        <p:spPr>
          <a:xfrm xmlns:a="http://schemas.openxmlformats.org/drawingml/2006/main">
            <a:off x="857250" y="2171700"/>
            <a:ext cx="29146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72B4D"/>
                </a:solidFill>
                <a:latin typeface="Apple SD Gothic Neo"/>
                <a:ea typeface="Apple SD Gothic Neo"/>
                <a:cs typeface="Apple SD Gothic Neo"/>
              </a:defRPr>
            </a:defPPr>
            <a:lvl1pPr>
              <a:buNone/>
              <a:defRPr sz="2100" b="1">
                <a:solidFill>
                  <a:srgbClr val="172B4D"/>
                </a:solidFill>
                <a:latin typeface="Apple SD Gothic Neo"/>
                <a:ea typeface="Apple SD Gothic Neo"/>
                <a:cs typeface="Apple SD Gothic Neo"/>
              </a:defRPr>
            </a:lvl1pPr>
            <a:lvl2pPr>
              <a:buNone/>
              <a:defRPr sz="2100" b="1">
                <a:solidFill>
                  <a:srgbClr val="172B4D"/>
                </a:solidFill>
                <a:latin typeface="Apple SD Gothic Neo"/>
                <a:ea typeface="Apple SD Gothic Neo"/>
                <a:cs typeface="Apple SD Gothic Neo"/>
              </a:defRPr>
            </a:lvl2pPr>
            <a:lvl3pPr>
              <a:buNone/>
              <a:defRPr sz="2100" b="1">
                <a:solidFill>
                  <a:srgbClr val="172B4D"/>
                </a:solidFill>
                <a:latin typeface="Apple SD Gothic Neo"/>
                <a:ea typeface="Apple SD Gothic Neo"/>
                <a:cs typeface="Apple SD Gothic Neo"/>
              </a:defRPr>
            </a:lvl3pPr>
            <a:lvl4pPr>
              <a:buNone/>
              <a:defRPr sz="2100" b="1">
                <a:solidFill>
                  <a:srgbClr val="172B4D"/>
                </a:solidFill>
                <a:latin typeface="Apple SD Gothic Neo"/>
                <a:ea typeface="Apple SD Gothic Neo"/>
                <a:cs typeface="Apple SD Gothic Neo"/>
              </a:defRPr>
            </a:lvl4pPr>
            <a:lvl5pPr>
              <a:buNone/>
              <a:defRPr sz="2100" b="1">
                <a:solidFill>
                  <a:srgbClr val="172B4D"/>
                </a:solidFill>
                <a:latin typeface="Apple SD Gothic Neo"/>
                <a:ea typeface="Apple SD Gothic Neo"/>
                <a:cs typeface="Apple SD Gothic Neo"/>
              </a:defRPr>
            </a:lvl5pPr>
            <a:lvl6pPr>
              <a:buNone/>
              <a:defRPr sz="2100" b="1">
                <a:solidFill>
                  <a:srgbClr val="172B4D"/>
                </a:solidFill>
                <a:latin typeface="Apple SD Gothic Neo"/>
                <a:ea typeface="Apple SD Gothic Neo"/>
                <a:cs typeface="Apple SD Gothic Neo"/>
              </a:defRPr>
            </a:lvl6pPr>
            <a:lvl7pPr>
              <a:buNone/>
              <a:defRPr sz="2100" b="1">
                <a:solidFill>
                  <a:srgbClr val="172B4D"/>
                </a:solidFill>
                <a:latin typeface="Apple SD Gothic Neo"/>
                <a:ea typeface="Apple SD Gothic Neo"/>
                <a:cs typeface="Apple SD Gothic Neo"/>
              </a:defRPr>
            </a:lvl7pPr>
            <a:lvl8pPr>
              <a:buNone/>
              <a:defRPr sz="2100" b="1">
                <a:solidFill>
                  <a:srgbClr val="172B4D"/>
                </a:solidFill>
                <a:latin typeface="Apple SD Gothic Neo"/>
                <a:ea typeface="Apple SD Gothic Neo"/>
                <a:cs typeface="Apple SD Gothic Neo"/>
              </a:defRPr>
            </a:lvl8pPr>
            <a:lvl9pPr>
              <a:buNone/>
              <a:defRPr sz="2100" b="1">
                <a:solidFill>
                  <a:srgbClr val="172B4D"/>
                </a:solidFill>
                <a:latin typeface="Apple SD Gothic Neo"/>
                <a:ea typeface="Apple SD Gothic Neo"/>
                <a:cs typeface="Apple SD Gothic Neo"/>
              </a:defRPr>
            </a:lvl9pPr>
          </a:lstStyle>
          <a:p xmlns:a="http://schemas.openxmlformats.org/drawingml/2006/main">
            <a:pPr>
              <a:buNone/>
              <a:defRPr sz="2100" b="1">
                <a:solidFill>
                  <a:srgbClr val="172B4D"/>
                </a:solidFill>
                <a:latin typeface="Apple SD Gothic Neo"/>
                <a:ea typeface="Apple SD Gothic Neo"/>
                <a:cs typeface="Apple SD Gothic Neo"/>
              </a:defRPr>
            </a:pPr>
            <a:r>
              <a:rPr sz="2100" b="1">
                <a:solidFill>
                  <a:srgbClr val="172B4D"/>
                </a:solidFill>
                <a:latin typeface="Apple SD Gothic Neo"/>
                <a:ea typeface="Apple SD Gothic Neo"/>
                <a:cs typeface="Apple SD Gothic Neo"/>
              </a:rPr>
              <a:t>기존: 대화 저장</a:t>
            </a:r>
          </a:p>
        </p:txBody>
      </p:sp>
      <p:sp>
        <p:nvSpPr>
          <p:cNvPr id="10" name="">
            <a:extLst xmlns:a="http://schemas.openxmlformats.org/drawingml/2006/main">
              <a:ext uri="{FF2B5EF4-FFF2-40B4-BE49-F238E27FC236}">
                <a16:creationId xmlns:a16="http://schemas.microsoft.com/office/drawing/2014/main" id="{FCFAC265-C1DF-4265-A32F-9A82B23C8A42}"/>
              </a:ext>
            </a:extLst>
          </p:cNvPr>
          <p:cNvSpPr>
            <a:spLocks xmlns:a="http://schemas.openxmlformats.org/drawingml/2006/main" noGrp="1"/>
          </p:cNvSpPr>
          <p:nvPr/>
        </p:nvSpPr>
        <p:spPr>
          <a:xfrm xmlns:a="http://schemas.openxmlformats.org/drawingml/2006/main">
            <a:off x="857250" y="2990850"/>
            <a:ext cx="29146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253650"/>
                </a:solidFill>
                <a:latin typeface="Apple SD Gothic Neo"/>
                <a:ea typeface="Apple SD Gothic Neo"/>
                <a:cs typeface="Apple SD Gothic Neo"/>
              </a:defRPr>
            </a:defPPr>
            <a:lvl1pPr>
              <a:buNone/>
              <a:defRPr sz="1800" b="0">
                <a:solidFill>
                  <a:srgbClr val="253650"/>
                </a:solidFill>
                <a:latin typeface="Apple SD Gothic Neo"/>
                <a:ea typeface="Apple SD Gothic Neo"/>
                <a:cs typeface="Apple SD Gothic Neo"/>
              </a:defRPr>
            </a:lvl1pPr>
            <a:lvl2pPr>
              <a:buNone/>
              <a:defRPr sz="1800" b="0">
                <a:solidFill>
                  <a:srgbClr val="253650"/>
                </a:solidFill>
                <a:latin typeface="Apple SD Gothic Neo"/>
                <a:ea typeface="Apple SD Gothic Neo"/>
                <a:cs typeface="Apple SD Gothic Neo"/>
              </a:defRPr>
            </a:lvl2pPr>
            <a:lvl3pPr>
              <a:buNone/>
              <a:defRPr sz="1800" b="0">
                <a:solidFill>
                  <a:srgbClr val="253650"/>
                </a:solidFill>
                <a:latin typeface="Apple SD Gothic Neo"/>
                <a:ea typeface="Apple SD Gothic Neo"/>
                <a:cs typeface="Apple SD Gothic Neo"/>
              </a:defRPr>
            </a:lvl3pPr>
            <a:lvl4pPr>
              <a:buNone/>
              <a:defRPr sz="1800" b="0">
                <a:solidFill>
                  <a:srgbClr val="253650"/>
                </a:solidFill>
                <a:latin typeface="Apple SD Gothic Neo"/>
                <a:ea typeface="Apple SD Gothic Neo"/>
                <a:cs typeface="Apple SD Gothic Neo"/>
              </a:defRPr>
            </a:lvl4pPr>
            <a:lvl5pPr>
              <a:buNone/>
              <a:defRPr sz="1800" b="0">
                <a:solidFill>
                  <a:srgbClr val="253650"/>
                </a:solidFill>
                <a:latin typeface="Apple SD Gothic Neo"/>
                <a:ea typeface="Apple SD Gothic Neo"/>
                <a:cs typeface="Apple SD Gothic Neo"/>
              </a:defRPr>
            </a:lvl5pPr>
            <a:lvl6pPr>
              <a:buNone/>
              <a:defRPr sz="1800" b="0">
                <a:solidFill>
                  <a:srgbClr val="253650"/>
                </a:solidFill>
                <a:latin typeface="Apple SD Gothic Neo"/>
                <a:ea typeface="Apple SD Gothic Neo"/>
                <a:cs typeface="Apple SD Gothic Neo"/>
              </a:defRPr>
            </a:lvl6pPr>
            <a:lvl7pPr>
              <a:buNone/>
              <a:defRPr sz="1800" b="0">
                <a:solidFill>
                  <a:srgbClr val="253650"/>
                </a:solidFill>
                <a:latin typeface="Apple SD Gothic Neo"/>
                <a:ea typeface="Apple SD Gothic Neo"/>
                <a:cs typeface="Apple SD Gothic Neo"/>
              </a:defRPr>
            </a:lvl7pPr>
            <a:lvl8pPr>
              <a:buNone/>
              <a:defRPr sz="1800" b="0">
                <a:solidFill>
                  <a:srgbClr val="253650"/>
                </a:solidFill>
                <a:latin typeface="Apple SD Gothic Neo"/>
                <a:ea typeface="Apple SD Gothic Neo"/>
                <a:cs typeface="Apple SD Gothic Neo"/>
              </a:defRPr>
            </a:lvl8pPr>
            <a:lvl9pPr>
              <a:buNone/>
              <a:defRPr sz="1800" b="0">
                <a:solidFill>
                  <a:srgbClr val="253650"/>
                </a:solidFill>
                <a:latin typeface="Apple SD Gothic Neo"/>
                <a:ea typeface="Apple SD Gothic Neo"/>
                <a:cs typeface="Apple SD Gothic Neo"/>
              </a:defRPr>
            </a:lvl9pPr>
          </a:lstStyle>
          <a:p xmlns:a="http://schemas.openxmlformats.org/drawingml/2006/main">
            <a:pPr>
              <a:buNone/>
              <a:defRPr sz="1800" b="0">
                <a:solidFill>
                  <a:srgbClr val="253650"/>
                </a:solidFill>
                <a:latin typeface="Apple SD Gothic Neo"/>
                <a:ea typeface="Apple SD Gothic Neo"/>
                <a:cs typeface="Apple SD Gothic Neo"/>
              </a:defRPr>
            </a:pPr>
            <a:r>
              <a:rPr sz="1800" b="0">
                <a:solidFill>
                  <a:srgbClr val="253650"/>
                </a:solidFill>
                <a:latin typeface="Apple SD Gothic Neo"/>
                <a:ea typeface="Apple SD Gothic Neo"/>
                <a:cs typeface="Apple SD Gothic Neo"/>
              </a:rPr>
              <a:t>SQLite로 대화를 저장하고</a:t>
            </a:r>
          </a:p>
          <a:p xmlns:a="http://schemas.openxmlformats.org/drawingml/2006/main">
            <a:pPr>
              <a:buNone/>
              <a:defRPr sz="1800" b="0">
                <a:solidFill>
                  <a:srgbClr val="253650"/>
                </a:solidFill>
                <a:latin typeface="Apple SD Gothic Neo"/>
                <a:ea typeface="Apple SD Gothic Neo"/>
                <a:cs typeface="Apple SD Gothic Neo"/>
              </a:defRPr>
            </a:pPr>
            <a:r>
              <a:rPr sz="1800" b="0">
                <a:solidFill>
                  <a:srgbClr val="253650"/>
                </a:solidFill>
                <a:latin typeface="Apple SD Gothic Neo"/>
                <a:ea typeface="Apple SD Gothic Neo"/>
                <a:cs typeface="Apple SD Gothic Neo"/>
              </a:rPr>
              <a:t>일반 대화에 이력을 전달했습니다.</a:t>
            </a:r>
          </a:p>
          <a:p xmlns:a="http://schemas.openxmlformats.org/drawingml/2006/main">
            <a:pPr>
              <a:buNone/>
              <a:defRPr sz="1800" b="0">
                <a:solidFill>
                  <a:srgbClr val="253650"/>
                </a:solidFill>
                <a:latin typeface="Apple SD Gothic Neo"/>
                <a:ea typeface="Apple SD Gothic Neo"/>
                <a:cs typeface="Apple SD Gothic Neo"/>
              </a:defRPr>
            </a:pPr>
            <a:r>
              <a:rPr sz="1800" b="0">
                <a:solidFill>
                  <a:srgbClr val="253650"/>
                </a:solidFill>
                <a:latin typeface="Apple SD Gothic Neo"/>
                <a:ea typeface="Apple SD Gothic Neo"/>
                <a:cs typeface="Apple SD Gothic Neo"/>
              </a:rPr>
              <a:t>운영 분류·계획은 현재 질문을 사용했습니다.</a:t>
            </a:r>
          </a:p>
        </p:txBody>
      </p:sp>
      <p:sp>
        <p:nvSpPr>
          <p:cNvPr id="11" name="">
            <a:extLst xmlns:a="http://schemas.openxmlformats.org/drawingml/2006/main">
              <a:ext uri="{FF2B5EF4-FFF2-40B4-BE49-F238E27FC236}">
                <a16:creationId xmlns:a16="http://schemas.microsoft.com/office/drawing/2014/main" id="{59093194-55DA-49F2-9F19-A1C70EE890F3}"/>
              </a:ext>
            </a:extLst>
          </p:cNvPr>
          <p:cNvSpPr>
            <a:spLocks xmlns:a="http://schemas.openxmlformats.org/drawingml/2006/main" noGrp="1"/>
          </p:cNvSpPr>
          <p:nvPr/>
        </p:nvSpPr>
        <p:spPr>
          <a:xfrm xmlns:a="http://schemas.openxmlformats.org/drawingml/2006/main">
            <a:off x="4381500" y="1924050"/>
            <a:ext cx="3409950" cy="33337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96CDE62-7C3A-4718-A13F-935A0AAF3FF9}"/>
              </a:ext>
            </a:extLst>
          </p:cNvPr>
          <p:cNvSpPr>
            <a:spLocks xmlns:a="http://schemas.openxmlformats.org/drawingml/2006/main" noGrp="1"/>
          </p:cNvSpPr>
          <p:nvPr/>
        </p:nvSpPr>
        <p:spPr>
          <a:xfrm xmlns:a="http://schemas.openxmlformats.org/drawingml/2006/main">
            <a:off x="4381500" y="1924050"/>
            <a:ext cx="57150" cy="3333750"/>
          </a:xfrm>
          <a:prstGeom xmlns:a="http://schemas.openxmlformats.org/drawingml/2006/main" prst="rect">
            <a:avLst/>
          </a:prstGeom>
          <a:solidFill xmlns:a="http://schemas.openxmlformats.org/drawingml/2006/main">
            <a:srgbClr val="235ECB"/>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63D276A-66D8-4043-B062-C9046AB4EB66}"/>
              </a:ext>
            </a:extLst>
          </p:cNvPr>
          <p:cNvSpPr>
            <a:spLocks xmlns:a="http://schemas.openxmlformats.org/drawingml/2006/main" noGrp="1"/>
          </p:cNvSpPr>
          <p:nvPr/>
        </p:nvSpPr>
        <p:spPr>
          <a:xfrm xmlns:a="http://schemas.openxmlformats.org/drawingml/2006/main">
            <a:off x="4629150" y="2171700"/>
            <a:ext cx="29146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72B4D"/>
                </a:solidFill>
                <a:latin typeface="Apple SD Gothic Neo"/>
                <a:ea typeface="Apple SD Gothic Neo"/>
                <a:cs typeface="Apple SD Gothic Neo"/>
              </a:defRPr>
            </a:defPPr>
            <a:lvl1pPr>
              <a:buNone/>
              <a:defRPr sz="2100" b="1">
                <a:solidFill>
                  <a:srgbClr val="172B4D"/>
                </a:solidFill>
                <a:latin typeface="Apple SD Gothic Neo"/>
                <a:ea typeface="Apple SD Gothic Neo"/>
                <a:cs typeface="Apple SD Gothic Neo"/>
              </a:defRPr>
            </a:lvl1pPr>
            <a:lvl2pPr>
              <a:buNone/>
              <a:defRPr sz="2100" b="1">
                <a:solidFill>
                  <a:srgbClr val="172B4D"/>
                </a:solidFill>
                <a:latin typeface="Apple SD Gothic Neo"/>
                <a:ea typeface="Apple SD Gothic Neo"/>
                <a:cs typeface="Apple SD Gothic Neo"/>
              </a:defRPr>
            </a:lvl2pPr>
            <a:lvl3pPr>
              <a:buNone/>
              <a:defRPr sz="2100" b="1">
                <a:solidFill>
                  <a:srgbClr val="172B4D"/>
                </a:solidFill>
                <a:latin typeface="Apple SD Gothic Neo"/>
                <a:ea typeface="Apple SD Gothic Neo"/>
                <a:cs typeface="Apple SD Gothic Neo"/>
              </a:defRPr>
            </a:lvl3pPr>
            <a:lvl4pPr>
              <a:buNone/>
              <a:defRPr sz="2100" b="1">
                <a:solidFill>
                  <a:srgbClr val="172B4D"/>
                </a:solidFill>
                <a:latin typeface="Apple SD Gothic Neo"/>
                <a:ea typeface="Apple SD Gothic Neo"/>
                <a:cs typeface="Apple SD Gothic Neo"/>
              </a:defRPr>
            </a:lvl4pPr>
            <a:lvl5pPr>
              <a:buNone/>
              <a:defRPr sz="2100" b="1">
                <a:solidFill>
                  <a:srgbClr val="172B4D"/>
                </a:solidFill>
                <a:latin typeface="Apple SD Gothic Neo"/>
                <a:ea typeface="Apple SD Gothic Neo"/>
                <a:cs typeface="Apple SD Gothic Neo"/>
              </a:defRPr>
            </a:lvl5pPr>
            <a:lvl6pPr>
              <a:buNone/>
              <a:defRPr sz="2100" b="1">
                <a:solidFill>
                  <a:srgbClr val="172B4D"/>
                </a:solidFill>
                <a:latin typeface="Apple SD Gothic Neo"/>
                <a:ea typeface="Apple SD Gothic Neo"/>
                <a:cs typeface="Apple SD Gothic Neo"/>
              </a:defRPr>
            </a:lvl6pPr>
            <a:lvl7pPr>
              <a:buNone/>
              <a:defRPr sz="2100" b="1">
                <a:solidFill>
                  <a:srgbClr val="172B4D"/>
                </a:solidFill>
                <a:latin typeface="Apple SD Gothic Neo"/>
                <a:ea typeface="Apple SD Gothic Neo"/>
                <a:cs typeface="Apple SD Gothic Neo"/>
              </a:defRPr>
            </a:lvl7pPr>
            <a:lvl8pPr>
              <a:buNone/>
              <a:defRPr sz="2100" b="1">
                <a:solidFill>
                  <a:srgbClr val="172B4D"/>
                </a:solidFill>
                <a:latin typeface="Apple SD Gothic Neo"/>
                <a:ea typeface="Apple SD Gothic Neo"/>
                <a:cs typeface="Apple SD Gothic Neo"/>
              </a:defRPr>
            </a:lvl8pPr>
            <a:lvl9pPr>
              <a:buNone/>
              <a:defRPr sz="2100" b="1">
                <a:solidFill>
                  <a:srgbClr val="172B4D"/>
                </a:solidFill>
                <a:latin typeface="Apple SD Gothic Neo"/>
                <a:ea typeface="Apple SD Gothic Neo"/>
                <a:cs typeface="Apple SD Gothic Neo"/>
              </a:defRPr>
            </a:lvl9pPr>
          </a:lstStyle>
          <a:p xmlns:a="http://schemas.openxmlformats.org/drawingml/2006/main">
            <a:pPr>
              <a:buNone/>
              <a:defRPr sz="2100" b="1">
                <a:solidFill>
                  <a:srgbClr val="172B4D"/>
                </a:solidFill>
                <a:latin typeface="Apple SD Gothic Neo"/>
                <a:ea typeface="Apple SD Gothic Neo"/>
                <a:cs typeface="Apple SD Gothic Neo"/>
              </a:defRPr>
            </a:pPr>
            <a:r>
              <a:rPr sz="2100" b="1">
                <a:solidFill>
                  <a:srgbClr val="172B4D"/>
                </a:solidFill>
                <a:latin typeface="Apple SD Gothic Neo"/>
                <a:ea typeface="Apple SD Gothic Neo"/>
                <a:cs typeface="Apple SD Gothic Neo"/>
              </a:rPr>
              <a:t>개선: 대상 연결</a:t>
            </a:r>
          </a:p>
        </p:txBody>
      </p:sp>
      <p:sp>
        <p:nvSpPr>
          <p:cNvPr id="14" name="">
            <a:extLst xmlns:a="http://schemas.openxmlformats.org/drawingml/2006/main">
              <a:ext uri="{FF2B5EF4-FFF2-40B4-BE49-F238E27FC236}">
                <a16:creationId xmlns:a16="http://schemas.microsoft.com/office/drawing/2014/main" id="{123BDBDF-1882-4E84-8051-1354F7945E3A}"/>
              </a:ext>
            </a:extLst>
          </p:cNvPr>
          <p:cNvSpPr>
            <a:spLocks xmlns:a="http://schemas.openxmlformats.org/drawingml/2006/main" noGrp="1"/>
          </p:cNvSpPr>
          <p:nvPr/>
        </p:nvSpPr>
        <p:spPr>
          <a:xfrm xmlns:a="http://schemas.openxmlformats.org/drawingml/2006/main">
            <a:off x="4629150" y="2990850"/>
            <a:ext cx="29146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253650"/>
                </a:solidFill>
                <a:latin typeface="Apple SD Gothic Neo"/>
                <a:ea typeface="Apple SD Gothic Neo"/>
                <a:cs typeface="Apple SD Gothic Neo"/>
              </a:defRPr>
            </a:defPPr>
            <a:lvl1pPr>
              <a:buNone/>
              <a:defRPr sz="1800" b="0">
                <a:solidFill>
                  <a:srgbClr val="253650"/>
                </a:solidFill>
                <a:latin typeface="Apple SD Gothic Neo"/>
                <a:ea typeface="Apple SD Gothic Neo"/>
                <a:cs typeface="Apple SD Gothic Neo"/>
              </a:defRPr>
            </a:lvl1pPr>
            <a:lvl2pPr>
              <a:buNone/>
              <a:defRPr sz="1800" b="0">
                <a:solidFill>
                  <a:srgbClr val="253650"/>
                </a:solidFill>
                <a:latin typeface="Apple SD Gothic Neo"/>
                <a:ea typeface="Apple SD Gothic Neo"/>
                <a:cs typeface="Apple SD Gothic Neo"/>
              </a:defRPr>
            </a:lvl2pPr>
            <a:lvl3pPr>
              <a:buNone/>
              <a:defRPr sz="1800" b="0">
                <a:solidFill>
                  <a:srgbClr val="253650"/>
                </a:solidFill>
                <a:latin typeface="Apple SD Gothic Neo"/>
                <a:ea typeface="Apple SD Gothic Neo"/>
                <a:cs typeface="Apple SD Gothic Neo"/>
              </a:defRPr>
            </a:lvl3pPr>
            <a:lvl4pPr>
              <a:buNone/>
              <a:defRPr sz="1800" b="0">
                <a:solidFill>
                  <a:srgbClr val="253650"/>
                </a:solidFill>
                <a:latin typeface="Apple SD Gothic Neo"/>
                <a:ea typeface="Apple SD Gothic Neo"/>
                <a:cs typeface="Apple SD Gothic Neo"/>
              </a:defRPr>
            </a:lvl4pPr>
            <a:lvl5pPr>
              <a:buNone/>
              <a:defRPr sz="1800" b="0">
                <a:solidFill>
                  <a:srgbClr val="253650"/>
                </a:solidFill>
                <a:latin typeface="Apple SD Gothic Neo"/>
                <a:ea typeface="Apple SD Gothic Neo"/>
                <a:cs typeface="Apple SD Gothic Neo"/>
              </a:defRPr>
            </a:lvl5pPr>
            <a:lvl6pPr>
              <a:buNone/>
              <a:defRPr sz="1800" b="0">
                <a:solidFill>
                  <a:srgbClr val="253650"/>
                </a:solidFill>
                <a:latin typeface="Apple SD Gothic Neo"/>
                <a:ea typeface="Apple SD Gothic Neo"/>
                <a:cs typeface="Apple SD Gothic Neo"/>
              </a:defRPr>
            </a:lvl6pPr>
            <a:lvl7pPr>
              <a:buNone/>
              <a:defRPr sz="1800" b="0">
                <a:solidFill>
                  <a:srgbClr val="253650"/>
                </a:solidFill>
                <a:latin typeface="Apple SD Gothic Neo"/>
                <a:ea typeface="Apple SD Gothic Neo"/>
                <a:cs typeface="Apple SD Gothic Neo"/>
              </a:defRPr>
            </a:lvl7pPr>
            <a:lvl8pPr>
              <a:buNone/>
              <a:defRPr sz="1800" b="0">
                <a:solidFill>
                  <a:srgbClr val="253650"/>
                </a:solidFill>
                <a:latin typeface="Apple SD Gothic Neo"/>
                <a:ea typeface="Apple SD Gothic Neo"/>
                <a:cs typeface="Apple SD Gothic Neo"/>
              </a:defRPr>
            </a:lvl8pPr>
            <a:lvl9pPr>
              <a:buNone/>
              <a:defRPr sz="1800" b="0">
                <a:solidFill>
                  <a:srgbClr val="253650"/>
                </a:solidFill>
                <a:latin typeface="Apple SD Gothic Neo"/>
                <a:ea typeface="Apple SD Gothic Neo"/>
                <a:cs typeface="Apple SD Gothic Neo"/>
              </a:defRPr>
            </a:lvl9pPr>
          </a:lstStyle>
          <a:p xmlns:a="http://schemas.openxmlformats.org/drawingml/2006/main">
            <a:pPr>
              <a:buNone/>
              <a:defRPr sz="1800" b="0">
                <a:solidFill>
                  <a:srgbClr val="253650"/>
                </a:solidFill>
                <a:latin typeface="Apple SD Gothic Neo"/>
                <a:ea typeface="Apple SD Gothic Neo"/>
                <a:cs typeface="Apple SD Gothic Neo"/>
              </a:defRPr>
            </a:pPr>
            <a:r>
              <a:rPr sz="1800" b="0">
                <a:solidFill>
                  <a:srgbClr val="253650"/>
                </a:solidFill>
                <a:latin typeface="Apple SD Gothic Neo"/>
                <a:ea typeface="Apple SD Gothic Neo"/>
                <a:cs typeface="Apple SD Gothic Neo"/>
              </a:rPr>
              <a:t>사용자가 말한 서비스 이름만 연결합니다.</a:t>
            </a:r>
          </a:p>
          <a:p xmlns:a="http://schemas.openxmlformats.org/drawingml/2006/main">
            <a:pPr>
              <a:buNone/>
              <a:defRPr sz="1800" b="0">
                <a:solidFill>
                  <a:srgbClr val="253650"/>
                </a:solidFill>
                <a:latin typeface="Apple SD Gothic Neo"/>
                <a:ea typeface="Apple SD Gothic Neo"/>
                <a:cs typeface="Apple SD Gothic Neo"/>
              </a:defRPr>
            </a:pPr>
            <a:r>
              <a:rPr sz="1800" b="0">
                <a:solidFill>
                  <a:srgbClr val="253650"/>
                </a:solidFill>
                <a:latin typeface="Apple SD Gothic Neo"/>
                <a:ea typeface="Apple SD Gothic Neo"/>
                <a:cs typeface="Apple SD Gothic Neo"/>
              </a:rPr>
              <a:t>대상이 모호하면 되묻고,</a:t>
            </a:r>
          </a:p>
          <a:p xmlns:a="http://schemas.openxmlformats.org/drawingml/2006/main">
            <a:pPr>
              <a:buNone/>
              <a:defRPr sz="1800" b="0">
                <a:solidFill>
                  <a:srgbClr val="253650"/>
                </a:solidFill>
                <a:latin typeface="Apple SD Gothic Neo"/>
                <a:ea typeface="Apple SD Gothic Neo"/>
                <a:cs typeface="Apple SD Gothic Neo"/>
              </a:defRPr>
            </a:pPr>
            <a:r>
              <a:rPr sz="1800" b="0">
                <a:solidFill>
                  <a:srgbClr val="253650"/>
                </a:solidFill>
                <a:latin typeface="Apple SD Gothic Neo"/>
                <a:ea typeface="Apple SD Gothic Neo"/>
                <a:cs typeface="Apple SD Gothic Neo"/>
              </a:rPr>
              <a:t>확인되면 현재 지표를 새로 조회합니다.</a:t>
            </a:r>
          </a:p>
        </p:txBody>
      </p:sp>
      <p:sp>
        <p:nvSpPr>
          <p:cNvPr id="15" name="">
            <a:extLst xmlns:a="http://schemas.openxmlformats.org/drawingml/2006/main">
              <a:ext uri="{FF2B5EF4-FFF2-40B4-BE49-F238E27FC236}">
                <a16:creationId xmlns:a16="http://schemas.microsoft.com/office/drawing/2014/main" id="{D61EC303-78B8-4F60-86EA-45C4FC456805}"/>
              </a:ext>
            </a:extLst>
          </p:cNvPr>
          <p:cNvSpPr>
            <a:spLocks xmlns:a="http://schemas.openxmlformats.org/drawingml/2006/main" noGrp="1"/>
          </p:cNvSpPr>
          <p:nvPr/>
        </p:nvSpPr>
        <p:spPr>
          <a:xfrm xmlns:a="http://schemas.openxmlformats.org/drawingml/2006/main">
            <a:off x="8153400" y="1924050"/>
            <a:ext cx="3409950" cy="33337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267883C-3803-4184-BCDA-D1966493307E}"/>
              </a:ext>
            </a:extLst>
          </p:cNvPr>
          <p:cNvSpPr>
            <a:spLocks xmlns:a="http://schemas.openxmlformats.org/drawingml/2006/main" noGrp="1"/>
          </p:cNvSpPr>
          <p:nvPr/>
        </p:nvSpPr>
        <p:spPr>
          <a:xfrm xmlns:a="http://schemas.openxmlformats.org/drawingml/2006/main">
            <a:off x="8153400" y="1924050"/>
            <a:ext cx="57150" cy="3333750"/>
          </a:xfrm>
          <a:prstGeom xmlns:a="http://schemas.openxmlformats.org/drawingml/2006/main" prst="rect">
            <a:avLst/>
          </a:prstGeom>
          <a:solidFill xmlns:a="http://schemas.openxmlformats.org/drawingml/2006/main">
            <a:srgbClr val="0E7267"/>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88143AF-8A36-4DA0-A07F-62162196BB0C}"/>
              </a:ext>
            </a:extLst>
          </p:cNvPr>
          <p:cNvSpPr>
            <a:spLocks xmlns:a="http://schemas.openxmlformats.org/drawingml/2006/main" noGrp="1"/>
          </p:cNvSpPr>
          <p:nvPr/>
        </p:nvSpPr>
        <p:spPr>
          <a:xfrm xmlns:a="http://schemas.openxmlformats.org/drawingml/2006/main">
            <a:off x="8401050" y="2171700"/>
            <a:ext cx="29146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72B4D"/>
                </a:solidFill>
                <a:latin typeface="Apple SD Gothic Neo"/>
                <a:ea typeface="Apple SD Gothic Neo"/>
                <a:cs typeface="Apple SD Gothic Neo"/>
              </a:defRPr>
            </a:defPPr>
            <a:lvl1pPr>
              <a:buNone/>
              <a:defRPr sz="2100" b="1">
                <a:solidFill>
                  <a:srgbClr val="172B4D"/>
                </a:solidFill>
                <a:latin typeface="Apple SD Gothic Neo"/>
                <a:ea typeface="Apple SD Gothic Neo"/>
                <a:cs typeface="Apple SD Gothic Neo"/>
              </a:defRPr>
            </a:lvl1pPr>
            <a:lvl2pPr>
              <a:buNone/>
              <a:defRPr sz="2100" b="1">
                <a:solidFill>
                  <a:srgbClr val="172B4D"/>
                </a:solidFill>
                <a:latin typeface="Apple SD Gothic Neo"/>
                <a:ea typeface="Apple SD Gothic Neo"/>
                <a:cs typeface="Apple SD Gothic Neo"/>
              </a:defRPr>
            </a:lvl2pPr>
            <a:lvl3pPr>
              <a:buNone/>
              <a:defRPr sz="2100" b="1">
                <a:solidFill>
                  <a:srgbClr val="172B4D"/>
                </a:solidFill>
                <a:latin typeface="Apple SD Gothic Neo"/>
                <a:ea typeface="Apple SD Gothic Neo"/>
                <a:cs typeface="Apple SD Gothic Neo"/>
              </a:defRPr>
            </a:lvl3pPr>
            <a:lvl4pPr>
              <a:buNone/>
              <a:defRPr sz="2100" b="1">
                <a:solidFill>
                  <a:srgbClr val="172B4D"/>
                </a:solidFill>
                <a:latin typeface="Apple SD Gothic Neo"/>
                <a:ea typeface="Apple SD Gothic Neo"/>
                <a:cs typeface="Apple SD Gothic Neo"/>
              </a:defRPr>
            </a:lvl4pPr>
            <a:lvl5pPr>
              <a:buNone/>
              <a:defRPr sz="2100" b="1">
                <a:solidFill>
                  <a:srgbClr val="172B4D"/>
                </a:solidFill>
                <a:latin typeface="Apple SD Gothic Neo"/>
                <a:ea typeface="Apple SD Gothic Neo"/>
                <a:cs typeface="Apple SD Gothic Neo"/>
              </a:defRPr>
            </a:lvl5pPr>
            <a:lvl6pPr>
              <a:buNone/>
              <a:defRPr sz="2100" b="1">
                <a:solidFill>
                  <a:srgbClr val="172B4D"/>
                </a:solidFill>
                <a:latin typeface="Apple SD Gothic Neo"/>
                <a:ea typeface="Apple SD Gothic Neo"/>
                <a:cs typeface="Apple SD Gothic Neo"/>
              </a:defRPr>
            </a:lvl6pPr>
            <a:lvl7pPr>
              <a:buNone/>
              <a:defRPr sz="2100" b="1">
                <a:solidFill>
                  <a:srgbClr val="172B4D"/>
                </a:solidFill>
                <a:latin typeface="Apple SD Gothic Neo"/>
                <a:ea typeface="Apple SD Gothic Neo"/>
                <a:cs typeface="Apple SD Gothic Neo"/>
              </a:defRPr>
            </a:lvl7pPr>
            <a:lvl8pPr>
              <a:buNone/>
              <a:defRPr sz="2100" b="1">
                <a:solidFill>
                  <a:srgbClr val="172B4D"/>
                </a:solidFill>
                <a:latin typeface="Apple SD Gothic Neo"/>
                <a:ea typeface="Apple SD Gothic Neo"/>
                <a:cs typeface="Apple SD Gothic Neo"/>
              </a:defRPr>
            </a:lvl8pPr>
            <a:lvl9pPr>
              <a:buNone/>
              <a:defRPr sz="2100" b="1">
                <a:solidFill>
                  <a:srgbClr val="172B4D"/>
                </a:solidFill>
                <a:latin typeface="Apple SD Gothic Neo"/>
                <a:ea typeface="Apple SD Gothic Neo"/>
                <a:cs typeface="Apple SD Gothic Neo"/>
              </a:defRPr>
            </a:lvl9pPr>
          </a:lstStyle>
          <a:p xmlns:a="http://schemas.openxmlformats.org/drawingml/2006/main">
            <a:pPr>
              <a:buNone/>
              <a:defRPr sz="2100" b="1">
                <a:solidFill>
                  <a:srgbClr val="172B4D"/>
                </a:solidFill>
                <a:latin typeface="Apple SD Gothic Neo"/>
                <a:ea typeface="Apple SD Gothic Neo"/>
                <a:cs typeface="Apple SD Gothic Neo"/>
              </a:defRPr>
            </a:pPr>
            <a:r>
              <a:rPr sz="2100" b="1">
                <a:solidFill>
                  <a:srgbClr val="172B4D"/>
                </a:solidFill>
                <a:latin typeface="Apple SD Gothic Neo"/>
                <a:ea typeface="Apple SD Gothic Neo"/>
                <a:cs typeface="Apple SD Gothic Neo"/>
              </a:rPr>
              <a:t>개선: 화면 구분</a:t>
            </a:r>
          </a:p>
        </p:txBody>
      </p:sp>
      <p:sp>
        <p:nvSpPr>
          <p:cNvPr id="18" name="">
            <a:extLst xmlns:a="http://schemas.openxmlformats.org/drawingml/2006/main">
              <a:ext uri="{FF2B5EF4-FFF2-40B4-BE49-F238E27FC236}">
                <a16:creationId xmlns:a16="http://schemas.microsoft.com/office/drawing/2014/main" id="{9CD281BB-011F-44FE-85DB-62DCE6B9F4FE}"/>
              </a:ext>
            </a:extLst>
          </p:cNvPr>
          <p:cNvSpPr>
            <a:spLocks xmlns:a="http://schemas.openxmlformats.org/drawingml/2006/main" noGrp="1"/>
          </p:cNvSpPr>
          <p:nvPr/>
        </p:nvSpPr>
        <p:spPr>
          <a:xfrm xmlns:a="http://schemas.openxmlformats.org/drawingml/2006/main">
            <a:off x="8401050" y="2990850"/>
            <a:ext cx="29146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253650"/>
                </a:solidFill>
                <a:latin typeface="Apple SD Gothic Neo"/>
                <a:ea typeface="Apple SD Gothic Neo"/>
                <a:cs typeface="Apple SD Gothic Neo"/>
              </a:defRPr>
            </a:defPPr>
            <a:lvl1pPr>
              <a:buNone/>
              <a:defRPr sz="1800" b="0">
                <a:solidFill>
                  <a:srgbClr val="253650"/>
                </a:solidFill>
                <a:latin typeface="Apple SD Gothic Neo"/>
                <a:ea typeface="Apple SD Gothic Neo"/>
                <a:cs typeface="Apple SD Gothic Neo"/>
              </a:defRPr>
            </a:lvl1pPr>
            <a:lvl2pPr>
              <a:buNone/>
              <a:defRPr sz="1800" b="0">
                <a:solidFill>
                  <a:srgbClr val="253650"/>
                </a:solidFill>
                <a:latin typeface="Apple SD Gothic Neo"/>
                <a:ea typeface="Apple SD Gothic Neo"/>
                <a:cs typeface="Apple SD Gothic Neo"/>
              </a:defRPr>
            </a:lvl2pPr>
            <a:lvl3pPr>
              <a:buNone/>
              <a:defRPr sz="1800" b="0">
                <a:solidFill>
                  <a:srgbClr val="253650"/>
                </a:solidFill>
                <a:latin typeface="Apple SD Gothic Neo"/>
                <a:ea typeface="Apple SD Gothic Neo"/>
                <a:cs typeface="Apple SD Gothic Neo"/>
              </a:defRPr>
            </a:lvl3pPr>
            <a:lvl4pPr>
              <a:buNone/>
              <a:defRPr sz="1800" b="0">
                <a:solidFill>
                  <a:srgbClr val="253650"/>
                </a:solidFill>
                <a:latin typeface="Apple SD Gothic Neo"/>
                <a:ea typeface="Apple SD Gothic Neo"/>
                <a:cs typeface="Apple SD Gothic Neo"/>
              </a:defRPr>
            </a:lvl4pPr>
            <a:lvl5pPr>
              <a:buNone/>
              <a:defRPr sz="1800" b="0">
                <a:solidFill>
                  <a:srgbClr val="253650"/>
                </a:solidFill>
                <a:latin typeface="Apple SD Gothic Neo"/>
                <a:ea typeface="Apple SD Gothic Neo"/>
                <a:cs typeface="Apple SD Gothic Neo"/>
              </a:defRPr>
            </a:lvl5pPr>
            <a:lvl6pPr>
              <a:buNone/>
              <a:defRPr sz="1800" b="0">
                <a:solidFill>
                  <a:srgbClr val="253650"/>
                </a:solidFill>
                <a:latin typeface="Apple SD Gothic Neo"/>
                <a:ea typeface="Apple SD Gothic Neo"/>
                <a:cs typeface="Apple SD Gothic Neo"/>
              </a:defRPr>
            </a:lvl6pPr>
            <a:lvl7pPr>
              <a:buNone/>
              <a:defRPr sz="1800" b="0">
                <a:solidFill>
                  <a:srgbClr val="253650"/>
                </a:solidFill>
                <a:latin typeface="Apple SD Gothic Neo"/>
                <a:ea typeface="Apple SD Gothic Neo"/>
                <a:cs typeface="Apple SD Gothic Neo"/>
              </a:defRPr>
            </a:lvl7pPr>
            <a:lvl8pPr>
              <a:buNone/>
              <a:defRPr sz="1800" b="0">
                <a:solidFill>
                  <a:srgbClr val="253650"/>
                </a:solidFill>
                <a:latin typeface="Apple SD Gothic Neo"/>
                <a:ea typeface="Apple SD Gothic Neo"/>
                <a:cs typeface="Apple SD Gothic Neo"/>
              </a:defRPr>
            </a:lvl8pPr>
            <a:lvl9pPr>
              <a:buNone/>
              <a:defRPr sz="1800" b="0">
                <a:solidFill>
                  <a:srgbClr val="253650"/>
                </a:solidFill>
                <a:latin typeface="Apple SD Gothic Neo"/>
                <a:ea typeface="Apple SD Gothic Neo"/>
                <a:cs typeface="Apple SD Gothic Neo"/>
              </a:defRPr>
            </a:lvl9pPr>
          </a:lstStyle>
          <a:p xmlns:a="http://schemas.openxmlformats.org/drawingml/2006/main">
            <a:pPr>
              <a:buNone/>
              <a:defRPr sz="1800" b="0">
                <a:solidFill>
                  <a:srgbClr val="253650"/>
                </a:solidFill>
                <a:latin typeface="Apple SD Gothic Neo"/>
                <a:ea typeface="Apple SD Gothic Neo"/>
                <a:cs typeface="Apple SD Gothic Neo"/>
              </a:defRPr>
            </a:pPr>
            <a:r>
              <a:rPr sz="1800" b="0">
                <a:solidFill>
                  <a:srgbClr val="253650"/>
                </a:solidFill>
                <a:latin typeface="Apple SD Gothic Neo"/>
                <a:ea typeface="Apple SD Gothic Neo"/>
                <a:cs typeface="Apple SD Gothic Neo"/>
              </a:rPr>
              <a:t>요청 ID로 늦게 온 이벤트를 구분합니다.</a:t>
            </a:r>
          </a:p>
          <a:p xmlns:a="http://schemas.openxmlformats.org/drawingml/2006/main">
            <a:pPr>
              <a:buNone/>
              <a:defRPr sz="1800" b="0">
                <a:solidFill>
                  <a:srgbClr val="253650"/>
                </a:solidFill>
                <a:latin typeface="Apple SD Gothic Neo"/>
                <a:ea typeface="Apple SD Gothic Neo"/>
                <a:cs typeface="Apple SD Gothic Neo"/>
              </a:defRPr>
            </a:pPr>
            <a:r>
              <a:rPr sz="1800" b="0">
                <a:solidFill>
                  <a:srgbClr val="253650"/>
                </a:solidFill>
                <a:latin typeface="Apple SD Gothic Neo"/>
                <a:ea typeface="Apple SD Gothic Neo"/>
                <a:cs typeface="Apple SD Gothic Neo"/>
              </a:rPr>
              <a:t>답변은 검수 후 공개하고 실패 초안은 성공 답변으로 저장하지 않습니다.</a:t>
            </a:r>
          </a:p>
        </p:txBody>
      </p:sp>
    </p:spTree>
    <p:extLst>
      <p:ext uri="{BB962C8B-B14F-4D97-AF65-F5344CB8AC3E}">
        <p14:creationId xmlns:p14="http://schemas.microsoft.com/office/powerpoint/2010/main" val="1593452534"/>
      </p:ext>
    </p:extLst>
  </p:cSld>
</p:sld>
</file>

<file path=ppt/slides/slide6.xml><?xml version="1.0" encoding="utf-8"?>
<p:sld xmlns:p="http://schemas.openxmlformats.org/presentationml/2006/main">
  <p:cSld>
    <p:bg>
      <p:bgPr>
        <a:solidFill xmlns:a="http://schemas.openxmlformats.org/drawingml/2006/main">
          <a:srgbClr val="F4F6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943B32B1-FF5B-4A46-A8BD-91FFDA87F012}"/>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35EC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7ACDA5C-A0BF-4638-8A0D-2952DD81F3E3}"/>
              </a:ext>
            </a:extLst>
          </p:cNvPr>
          <p:cNvSpPr>
            <a:spLocks xmlns:a="http://schemas.openxmlformats.org/drawingml/2006/main" noGrp="1"/>
          </p:cNvSpPr>
          <p:nvPr/>
        </p:nvSpPr>
        <p:spPr>
          <a:xfrm xmlns:a="http://schemas.openxmlformats.org/drawingml/2006/main">
            <a:off x="609600" y="38100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235ECB"/>
                </a:solidFill>
                <a:latin typeface="Apple SD Gothic Neo"/>
                <a:ea typeface="Apple SD Gothic Neo"/>
                <a:cs typeface="Apple SD Gothic Neo"/>
              </a:defRPr>
            </a:defPPr>
            <a:lvl1pPr>
              <a:buNone/>
              <a:defRPr sz="1275" b="1">
                <a:solidFill>
                  <a:srgbClr val="235ECB"/>
                </a:solidFill>
                <a:latin typeface="Apple SD Gothic Neo"/>
                <a:ea typeface="Apple SD Gothic Neo"/>
                <a:cs typeface="Apple SD Gothic Neo"/>
              </a:defRPr>
            </a:lvl1pPr>
            <a:lvl2pPr>
              <a:buNone/>
              <a:defRPr sz="1275" b="1">
                <a:solidFill>
                  <a:srgbClr val="235ECB"/>
                </a:solidFill>
                <a:latin typeface="Apple SD Gothic Neo"/>
                <a:ea typeface="Apple SD Gothic Neo"/>
                <a:cs typeface="Apple SD Gothic Neo"/>
              </a:defRPr>
            </a:lvl2pPr>
            <a:lvl3pPr>
              <a:buNone/>
              <a:defRPr sz="1275" b="1">
                <a:solidFill>
                  <a:srgbClr val="235ECB"/>
                </a:solidFill>
                <a:latin typeface="Apple SD Gothic Neo"/>
                <a:ea typeface="Apple SD Gothic Neo"/>
                <a:cs typeface="Apple SD Gothic Neo"/>
              </a:defRPr>
            </a:lvl3pPr>
            <a:lvl4pPr>
              <a:buNone/>
              <a:defRPr sz="1275" b="1">
                <a:solidFill>
                  <a:srgbClr val="235ECB"/>
                </a:solidFill>
                <a:latin typeface="Apple SD Gothic Neo"/>
                <a:ea typeface="Apple SD Gothic Neo"/>
                <a:cs typeface="Apple SD Gothic Neo"/>
              </a:defRPr>
            </a:lvl4pPr>
            <a:lvl5pPr>
              <a:buNone/>
              <a:defRPr sz="1275" b="1">
                <a:solidFill>
                  <a:srgbClr val="235ECB"/>
                </a:solidFill>
                <a:latin typeface="Apple SD Gothic Neo"/>
                <a:ea typeface="Apple SD Gothic Neo"/>
                <a:cs typeface="Apple SD Gothic Neo"/>
              </a:defRPr>
            </a:lvl5pPr>
            <a:lvl6pPr>
              <a:buNone/>
              <a:defRPr sz="1275" b="1">
                <a:solidFill>
                  <a:srgbClr val="235ECB"/>
                </a:solidFill>
                <a:latin typeface="Apple SD Gothic Neo"/>
                <a:ea typeface="Apple SD Gothic Neo"/>
                <a:cs typeface="Apple SD Gothic Neo"/>
              </a:defRPr>
            </a:lvl6pPr>
            <a:lvl7pPr>
              <a:buNone/>
              <a:defRPr sz="1275" b="1">
                <a:solidFill>
                  <a:srgbClr val="235ECB"/>
                </a:solidFill>
                <a:latin typeface="Apple SD Gothic Neo"/>
                <a:ea typeface="Apple SD Gothic Neo"/>
                <a:cs typeface="Apple SD Gothic Neo"/>
              </a:defRPr>
            </a:lvl7pPr>
            <a:lvl8pPr>
              <a:buNone/>
              <a:defRPr sz="1275" b="1">
                <a:solidFill>
                  <a:srgbClr val="235ECB"/>
                </a:solidFill>
                <a:latin typeface="Apple SD Gothic Neo"/>
                <a:ea typeface="Apple SD Gothic Neo"/>
                <a:cs typeface="Apple SD Gothic Neo"/>
              </a:defRPr>
            </a:lvl8pPr>
            <a:lvl9pPr>
              <a:buNone/>
              <a:defRPr sz="1275" b="1">
                <a:solidFill>
                  <a:srgbClr val="235ECB"/>
                </a:solidFill>
                <a:latin typeface="Apple SD Gothic Neo"/>
                <a:ea typeface="Apple SD Gothic Neo"/>
                <a:cs typeface="Apple SD Gothic Neo"/>
              </a:defRPr>
            </a:lvl9pPr>
          </a:lstStyle>
          <a:p xmlns:a="http://schemas.openxmlformats.org/drawingml/2006/main">
            <a:pPr>
              <a:buNone/>
              <a:defRPr sz="1275" b="1">
                <a:solidFill>
                  <a:srgbClr val="235ECB"/>
                </a:solidFill>
                <a:latin typeface="Apple SD Gothic Neo"/>
                <a:ea typeface="Apple SD Gothic Neo"/>
                <a:cs typeface="Apple SD Gothic Neo"/>
              </a:defRPr>
            </a:pPr>
            <a:r>
              <a:rPr sz="1275" b="1">
                <a:solidFill>
                  <a:srgbClr val="235ECB"/>
                </a:solidFill>
                <a:latin typeface="Apple SD Gothic Neo"/>
                <a:ea typeface="Apple SD Gothic Neo"/>
                <a:cs typeface="Apple SD Gothic Neo"/>
              </a:rPr>
              <a:t>5. 핵심 코드 / 답변 검수</a:t>
            </a:r>
          </a:p>
        </p:txBody>
      </p:sp>
      <p:sp>
        <p:nvSpPr>
          <p:cNvPr id="3" name="">
            <a:extLst xmlns:a="http://schemas.openxmlformats.org/drawingml/2006/main">
              <a:ext uri="{FF2B5EF4-FFF2-40B4-BE49-F238E27FC236}">
                <a16:creationId xmlns:a16="http://schemas.microsoft.com/office/drawing/2014/main" id="{5E2C6CED-C68F-4DD1-89DF-94715CA544F4}"/>
              </a:ext>
            </a:extLst>
          </p:cNvPr>
          <p:cNvSpPr>
            <a:spLocks xmlns:a="http://schemas.openxmlformats.org/drawingml/2006/main" noGrp="1"/>
          </p:cNvSpPr>
          <p:nvPr/>
        </p:nvSpPr>
        <p:spPr>
          <a:xfrm xmlns:a="http://schemas.openxmlformats.org/drawingml/2006/main">
            <a:off x="609600" y="838200"/>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172B4D"/>
                </a:solidFill>
                <a:latin typeface="Apple SD Gothic Neo"/>
                <a:ea typeface="Apple SD Gothic Neo"/>
                <a:cs typeface="Apple SD Gothic Neo"/>
              </a:defRPr>
            </a:defPPr>
            <a:lvl1pPr>
              <a:buNone/>
              <a:defRPr sz="2850" b="1">
                <a:solidFill>
                  <a:srgbClr val="172B4D"/>
                </a:solidFill>
                <a:latin typeface="Apple SD Gothic Neo"/>
                <a:ea typeface="Apple SD Gothic Neo"/>
                <a:cs typeface="Apple SD Gothic Neo"/>
              </a:defRPr>
            </a:lvl1pPr>
            <a:lvl2pPr>
              <a:buNone/>
              <a:defRPr sz="2850" b="1">
                <a:solidFill>
                  <a:srgbClr val="172B4D"/>
                </a:solidFill>
                <a:latin typeface="Apple SD Gothic Neo"/>
                <a:ea typeface="Apple SD Gothic Neo"/>
                <a:cs typeface="Apple SD Gothic Neo"/>
              </a:defRPr>
            </a:lvl2pPr>
            <a:lvl3pPr>
              <a:buNone/>
              <a:defRPr sz="2850" b="1">
                <a:solidFill>
                  <a:srgbClr val="172B4D"/>
                </a:solidFill>
                <a:latin typeface="Apple SD Gothic Neo"/>
                <a:ea typeface="Apple SD Gothic Neo"/>
                <a:cs typeface="Apple SD Gothic Neo"/>
              </a:defRPr>
            </a:lvl3pPr>
            <a:lvl4pPr>
              <a:buNone/>
              <a:defRPr sz="2850" b="1">
                <a:solidFill>
                  <a:srgbClr val="172B4D"/>
                </a:solidFill>
                <a:latin typeface="Apple SD Gothic Neo"/>
                <a:ea typeface="Apple SD Gothic Neo"/>
                <a:cs typeface="Apple SD Gothic Neo"/>
              </a:defRPr>
            </a:lvl4pPr>
            <a:lvl5pPr>
              <a:buNone/>
              <a:defRPr sz="2850" b="1">
                <a:solidFill>
                  <a:srgbClr val="172B4D"/>
                </a:solidFill>
                <a:latin typeface="Apple SD Gothic Neo"/>
                <a:ea typeface="Apple SD Gothic Neo"/>
                <a:cs typeface="Apple SD Gothic Neo"/>
              </a:defRPr>
            </a:lvl5pPr>
            <a:lvl6pPr>
              <a:buNone/>
              <a:defRPr sz="2850" b="1">
                <a:solidFill>
                  <a:srgbClr val="172B4D"/>
                </a:solidFill>
                <a:latin typeface="Apple SD Gothic Neo"/>
                <a:ea typeface="Apple SD Gothic Neo"/>
                <a:cs typeface="Apple SD Gothic Neo"/>
              </a:defRPr>
            </a:lvl6pPr>
            <a:lvl7pPr>
              <a:buNone/>
              <a:defRPr sz="2850" b="1">
                <a:solidFill>
                  <a:srgbClr val="172B4D"/>
                </a:solidFill>
                <a:latin typeface="Apple SD Gothic Neo"/>
                <a:ea typeface="Apple SD Gothic Neo"/>
                <a:cs typeface="Apple SD Gothic Neo"/>
              </a:defRPr>
            </a:lvl7pPr>
            <a:lvl8pPr>
              <a:buNone/>
              <a:defRPr sz="2850" b="1">
                <a:solidFill>
                  <a:srgbClr val="172B4D"/>
                </a:solidFill>
                <a:latin typeface="Apple SD Gothic Neo"/>
                <a:ea typeface="Apple SD Gothic Neo"/>
                <a:cs typeface="Apple SD Gothic Neo"/>
              </a:defRPr>
            </a:lvl8pPr>
            <a:lvl9pPr>
              <a:buNone/>
              <a:defRPr sz="2850" b="1">
                <a:solidFill>
                  <a:srgbClr val="172B4D"/>
                </a:solidFill>
                <a:latin typeface="Apple SD Gothic Neo"/>
                <a:ea typeface="Apple SD Gothic Neo"/>
                <a:cs typeface="Apple SD Gothic Neo"/>
              </a:defRPr>
            </a:lvl9pPr>
          </a:lstStyle>
          <a:p xmlns:a="http://schemas.openxmlformats.org/drawingml/2006/main">
            <a:pPr>
              <a:buNone/>
              <a:defRPr sz="2850" b="1">
                <a:solidFill>
                  <a:srgbClr val="172B4D"/>
                </a:solidFill>
                <a:latin typeface="Apple SD Gothic Neo"/>
                <a:ea typeface="Apple SD Gothic Neo"/>
                <a:cs typeface="Apple SD Gothic Neo"/>
              </a:defRPr>
            </a:pPr>
            <a:r>
              <a:rPr sz="2850" b="1">
                <a:solidFill>
                  <a:srgbClr val="172B4D"/>
                </a:solidFill>
                <a:latin typeface="Apple SD Gothic Neo"/>
                <a:ea typeface="Apple SD Gothic Neo"/>
                <a:cs typeface="Apple SD Gothic Neo"/>
              </a:rPr>
              <a:t>숫자·조건은 코드, 내용은 별도 Reviewer가 확인합니다</a:t>
            </a:r>
          </a:p>
        </p:txBody>
      </p:sp>
      <p:sp>
        <p:nvSpPr>
          <p:cNvPr id="4" name="">
            <a:extLst xmlns:a="http://schemas.openxmlformats.org/drawingml/2006/main">
              <a:ext uri="{FF2B5EF4-FFF2-40B4-BE49-F238E27FC236}">
                <a16:creationId xmlns:a16="http://schemas.microsoft.com/office/drawing/2014/main" id="{59B9DEA7-36F2-47EE-A111-3180C6256EC6}"/>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7E0E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57A7F71-CD30-4465-A6B6-8CC7F48A6544}"/>
              </a:ext>
            </a:extLst>
          </p:cNvPr>
          <p:cNvSpPr>
            <a:spLocks xmlns:a="http://schemas.openxmlformats.org/drawingml/2006/main" noGrp="1"/>
          </p:cNvSpPr>
          <p:nvPr/>
        </p:nvSpPr>
        <p:spPr>
          <a:xfrm xmlns:a="http://schemas.openxmlformats.org/drawingml/2006/main">
            <a:off x="609600" y="63436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5D6D84"/>
                </a:solidFill>
                <a:latin typeface="Apple SD Gothic Neo"/>
                <a:ea typeface="Apple SD Gothic Neo"/>
                <a:cs typeface="Apple SD Gothic Neo"/>
              </a:defRPr>
            </a:defPPr>
            <a:lvl1pPr>
              <a:buNone/>
              <a:defRPr sz="975" b="0">
                <a:solidFill>
                  <a:srgbClr val="5D6D84"/>
                </a:solidFill>
                <a:latin typeface="Apple SD Gothic Neo"/>
                <a:ea typeface="Apple SD Gothic Neo"/>
                <a:cs typeface="Apple SD Gothic Neo"/>
              </a:defRPr>
            </a:lvl1pPr>
            <a:lvl2pPr>
              <a:buNone/>
              <a:defRPr sz="975" b="0">
                <a:solidFill>
                  <a:srgbClr val="5D6D84"/>
                </a:solidFill>
                <a:latin typeface="Apple SD Gothic Neo"/>
                <a:ea typeface="Apple SD Gothic Neo"/>
                <a:cs typeface="Apple SD Gothic Neo"/>
              </a:defRPr>
            </a:lvl2pPr>
            <a:lvl3pPr>
              <a:buNone/>
              <a:defRPr sz="975" b="0">
                <a:solidFill>
                  <a:srgbClr val="5D6D84"/>
                </a:solidFill>
                <a:latin typeface="Apple SD Gothic Neo"/>
                <a:ea typeface="Apple SD Gothic Neo"/>
                <a:cs typeface="Apple SD Gothic Neo"/>
              </a:defRPr>
            </a:lvl3pPr>
            <a:lvl4pPr>
              <a:buNone/>
              <a:defRPr sz="975" b="0">
                <a:solidFill>
                  <a:srgbClr val="5D6D84"/>
                </a:solidFill>
                <a:latin typeface="Apple SD Gothic Neo"/>
                <a:ea typeface="Apple SD Gothic Neo"/>
                <a:cs typeface="Apple SD Gothic Neo"/>
              </a:defRPr>
            </a:lvl4pPr>
            <a:lvl5pPr>
              <a:buNone/>
              <a:defRPr sz="975" b="0">
                <a:solidFill>
                  <a:srgbClr val="5D6D84"/>
                </a:solidFill>
                <a:latin typeface="Apple SD Gothic Neo"/>
                <a:ea typeface="Apple SD Gothic Neo"/>
                <a:cs typeface="Apple SD Gothic Neo"/>
              </a:defRPr>
            </a:lvl5pPr>
            <a:lvl6pPr>
              <a:buNone/>
              <a:defRPr sz="975" b="0">
                <a:solidFill>
                  <a:srgbClr val="5D6D84"/>
                </a:solidFill>
                <a:latin typeface="Apple SD Gothic Neo"/>
                <a:ea typeface="Apple SD Gothic Neo"/>
                <a:cs typeface="Apple SD Gothic Neo"/>
              </a:defRPr>
            </a:lvl6pPr>
            <a:lvl7pPr>
              <a:buNone/>
              <a:defRPr sz="975" b="0">
                <a:solidFill>
                  <a:srgbClr val="5D6D84"/>
                </a:solidFill>
                <a:latin typeface="Apple SD Gothic Neo"/>
                <a:ea typeface="Apple SD Gothic Neo"/>
                <a:cs typeface="Apple SD Gothic Neo"/>
              </a:defRPr>
            </a:lvl7pPr>
            <a:lvl8pPr>
              <a:buNone/>
              <a:defRPr sz="975" b="0">
                <a:solidFill>
                  <a:srgbClr val="5D6D84"/>
                </a:solidFill>
                <a:latin typeface="Apple SD Gothic Neo"/>
                <a:ea typeface="Apple SD Gothic Neo"/>
                <a:cs typeface="Apple SD Gothic Neo"/>
              </a:defRPr>
            </a:lvl8pPr>
            <a:lvl9pPr>
              <a:buNone/>
              <a:defRPr sz="975" b="0">
                <a:solidFill>
                  <a:srgbClr val="5D6D84"/>
                </a:solidFill>
                <a:latin typeface="Apple SD Gothic Neo"/>
                <a:ea typeface="Apple SD Gothic Neo"/>
                <a:cs typeface="Apple SD Gothic Neo"/>
              </a:defRPr>
            </a:lvl9pPr>
          </a:lstStyle>
          <a:p xmlns:a="http://schemas.openxmlformats.org/drawingml/2006/main">
            <a:pPr>
              <a:buNone/>
              <a:defRPr sz="975" b="0">
                <a:solidFill>
                  <a:srgbClr val="5D6D84"/>
                </a:solidFill>
                <a:latin typeface="Apple SD Gothic Neo"/>
                <a:ea typeface="Apple SD Gothic Neo"/>
                <a:cs typeface="Apple SD Gothic Neo"/>
              </a:defRPr>
            </a:pPr>
            <a:r>
              <a:rPr sz="975" b="0">
                <a:solidFill>
                  <a:srgbClr val="5D6D84"/>
                </a:solidFill>
                <a:latin typeface="Apple SD Gothic Neo"/>
                <a:ea typeface="Apple SD Gothic Neo"/>
                <a:cs typeface="Apple SD Gothic Neo"/>
              </a:rPr>
              <a:t>근거: report_selection.py, validator.py, semantic_review.py</a:t>
            </a:r>
          </a:p>
        </p:txBody>
      </p:sp>
      <p:sp>
        <p:nvSpPr>
          <p:cNvPr id="6" name="">
            <a:extLst xmlns:a="http://schemas.openxmlformats.org/drawingml/2006/main">
              <a:ext uri="{FF2B5EF4-FFF2-40B4-BE49-F238E27FC236}">
                <a16:creationId xmlns:a16="http://schemas.microsoft.com/office/drawing/2014/main" id="{1E4D7E81-F0C5-4830-A831-3910EA7976ED}"/>
              </a:ext>
            </a:extLst>
          </p:cNvPr>
          <p:cNvSpPr>
            <a:spLocks xmlns:a="http://schemas.openxmlformats.org/drawingml/2006/main" noGrp="1"/>
          </p:cNvSpPr>
          <p:nvPr/>
        </p:nvSpPr>
        <p:spPr>
          <a:xfrm xmlns:a="http://schemas.openxmlformats.org/drawingml/2006/main">
            <a:off x="11049000" y="633412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5D6D84"/>
                </a:solidFill>
                <a:latin typeface="Apple SD Gothic Neo"/>
                <a:ea typeface="Apple SD Gothic Neo"/>
                <a:cs typeface="Apple SD Gothic Neo"/>
              </a:defRPr>
            </a:defPPr>
            <a:lvl1pPr>
              <a:buNone/>
              <a:defRPr sz="1125" b="1">
                <a:solidFill>
                  <a:srgbClr val="5D6D84"/>
                </a:solidFill>
                <a:latin typeface="Apple SD Gothic Neo"/>
                <a:ea typeface="Apple SD Gothic Neo"/>
                <a:cs typeface="Apple SD Gothic Neo"/>
              </a:defRPr>
            </a:lvl1pPr>
            <a:lvl2pPr>
              <a:buNone/>
              <a:defRPr sz="1125" b="1">
                <a:solidFill>
                  <a:srgbClr val="5D6D84"/>
                </a:solidFill>
                <a:latin typeface="Apple SD Gothic Neo"/>
                <a:ea typeface="Apple SD Gothic Neo"/>
                <a:cs typeface="Apple SD Gothic Neo"/>
              </a:defRPr>
            </a:lvl2pPr>
            <a:lvl3pPr>
              <a:buNone/>
              <a:defRPr sz="1125" b="1">
                <a:solidFill>
                  <a:srgbClr val="5D6D84"/>
                </a:solidFill>
                <a:latin typeface="Apple SD Gothic Neo"/>
                <a:ea typeface="Apple SD Gothic Neo"/>
                <a:cs typeface="Apple SD Gothic Neo"/>
              </a:defRPr>
            </a:lvl3pPr>
            <a:lvl4pPr>
              <a:buNone/>
              <a:defRPr sz="1125" b="1">
                <a:solidFill>
                  <a:srgbClr val="5D6D84"/>
                </a:solidFill>
                <a:latin typeface="Apple SD Gothic Neo"/>
                <a:ea typeface="Apple SD Gothic Neo"/>
                <a:cs typeface="Apple SD Gothic Neo"/>
              </a:defRPr>
            </a:lvl4pPr>
            <a:lvl5pPr>
              <a:buNone/>
              <a:defRPr sz="1125" b="1">
                <a:solidFill>
                  <a:srgbClr val="5D6D84"/>
                </a:solidFill>
                <a:latin typeface="Apple SD Gothic Neo"/>
                <a:ea typeface="Apple SD Gothic Neo"/>
                <a:cs typeface="Apple SD Gothic Neo"/>
              </a:defRPr>
            </a:lvl5pPr>
            <a:lvl6pPr>
              <a:buNone/>
              <a:defRPr sz="1125" b="1">
                <a:solidFill>
                  <a:srgbClr val="5D6D84"/>
                </a:solidFill>
                <a:latin typeface="Apple SD Gothic Neo"/>
                <a:ea typeface="Apple SD Gothic Neo"/>
                <a:cs typeface="Apple SD Gothic Neo"/>
              </a:defRPr>
            </a:lvl6pPr>
            <a:lvl7pPr>
              <a:buNone/>
              <a:defRPr sz="1125" b="1">
                <a:solidFill>
                  <a:srgbClr val="5D6D84"/>
                </a:solidFill>
                <a:latin typeface="Apple SD Gothic Neo"/>
                <a:ea typeface="Apple SD Gothic Neo"/>
                <a:cs typeface="Apple SD Gothic Neo"/>
              </a:defRPr>
            </a:lvl7pPr>
            <a:lvl8pPr>
              <a:buNone/>
              <a:defRPr sz="1125" b="1">
                <a:solidFill>
                  <a:srgbClr val="5D6D84"/>
                </a:solidFill>
                <a:latin typeface="Apple SD Gothic Neo"/>
                <a:ea typeface="Apple SD Gothic Neo"/>
                <a:cs typeface="Apple SD Gothic Neo"/>
              </a:defRPr>
            </a:lvl8pPr>
            <a:lvl9pPr>
              <a:buNone/>
              <a:defRPr sz="1125" b="1">
                <a:solidFill>
                  <a:srgbClr val="5D6D84"/>
                </a:solidFill>
                <a:latin typeface="Apple SD Gothic Neo"/>
                <a:ea typeface="Apple SD Gothic Neo"/>
                <a:cs typeface="Apple SD Gothic Neo"/>
              </a:defRPr>
            </a:lvl9pPr>
          </a:lstStyle>
          <a:p xmlns:a="http://schemas.openxmlformats.org/drawingml/2006/main">
            <a:pPr>
              <a:buNone/>
              <a:defRPr sz="1125" b="1">
                <a:solidFill>
                  <a:srgbClr val="5D6D84"/>
                </a:solidFill>
                <a:latin typeface="Apple SD Gothic Neo"/>
                <a:ea typeface="Apple SD Gothic Neo"/>
                <a:cs typeface="Apple SD Gothic Neo"/>
              </a:defRPr>
            </a:pPr>
            <a:r>
              <a:rPr sz="1125" b="1">
                <a:solidFill>
                  <a:srgbClr val="5D6D84"/>
                </a:solidFill>
                <a:latin typeface="Apple SD Gothic Neo"/>
                <a:ea typeface="Apple SD Gothic Neo"/>
                <a:cs typeface="Apple SD Gothic Neo"/>
              </a:rPr>
              <a:t>06</a:t>
            </a:r>
          </a:p>
        </p:txBody>
      </p:sp>
      <p:sp>
        <p:nvSpPr>
          <p:cNvPr id="7" name="">
            <a:extLst xmlns:a="http://schemas.openxmlformats.org/drawingml/2006/main">
              <a:ext uri="{FF2B5EF4-FFF2-40B4-BE49-F238E27FC236}">
                <a16:creationId xmlns:a16="http://schemas.microsoft.com/office/drawing/2014/main" id="{233A4C2D-9571-480F-864B-1460BA18729E}"/>
              </a:ext>
            </a:extLst>
          </p:cNvPr>
          <p:cNvSpPr>
            <a:spLocks xmlns:a="http://schemas.openxmlformats.org/drawingml/2006/main" noGrp="1"/>
          </p:cNvSpPr>
          <p:nvPr/>
        </p:nvSpPr>
        <p:spPr>
          <a:xfrm xmlns:a="http://schemas.openxmlformats.org/drawingml/2006/main">
            <a:off x="609600" y="1952625"/>
            <a:ext cx="10972800" cy="866775"/>
          </a:xfrm>
          <a:prstGeom xmlns:a="http://schemas.openxmlformats.org/drawingml/2006/main" prst="rect">
            <a:avLst/>
          </a:prstGeom>
          <a:solidFill xmlns:a="http://schemas.openxmlformats.org/drawingml/2006/main">
            <a:srgbClr val="172B4D"/>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8B2E5CF-DB66-4AAF-B7BE-B707D347ADD0}"/>
              </a:ext>
            </a:extLst>
          </p:cNvPr>
          <p:cNvSpPr>
            <a:spLocks xmlns:a="http://schemas.openxmlformats.org/drawingml/2006/main" noGrp="1"/>
          </p:cNvSpPr>
          <p:nvPr/>
        </p:nvSpPr>
        <p:spPr>
          <a:xfrm xmlns:a="http://schemas.openxmlformats.org/drawingml/2006/main">
            <a:off x="876300" y="2171700"/>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FFFFFF"/>
                </a:solidFill>
                <a:latin typeface="Apple SD Gothic Neo"/>
                <a:ea typeface="Apple SD Gothic Neo"/>
                <a:cs typeface="Apple SD Gothic Neo"/>
              </a:defRPr>
            </a:defPPr>
            <a:lvl1pPr>
              <a:buNone/>
              <a:defRPr sz="2250" b="1">
                <a:solidFill>
                  <a:srgbClr val="FFFFFF"/>
                </a:solidFill>
                <a:latin typeface="Apple SD Gothic Neo"/>
                <a:ea typeface="Apple SD Gothic Neo"/>
                <a:cs typeface="Apple SD Gothic Neo"/>
              </a:defRPr>
            </a:lvl1pPr>
            <a:lvl2pPr>
              <a:buNone/>
              <a:defRPr sz="2250" b="1">
                <a:solidFill>
                  <a:srgbClr val="FFFFFF"/>
                </a:solidFill>
                <a:latin typeface="Apple SD Gothic Neo"/>
                <a:ea typeface="Apple SD Gothic Neo"/>
                <a:cs typeface="Apple SD Gothic Neo"/>
              </a:defRPr>
            </a:lvl2pPr>
            <a:lvl3pPr>
              <a:buNone/>
              <a:defRPr sz="2250" b="1">
                <a:solidFill>
                  <a:srgbClr val="FFFFFF"/>
                </a:solidFill>
                <a:latin typeface="Apple SD Gothic Neo"/>
                <a:ea typeface="Apple SD Gothic Neo"/>
                <a:cs typeface="Apple SD Gothic Neo"/>
              </a:defRPr>
            </a:lvl3pPr>
            <a:lvl4pPr>
              <a:buNone/>
              <a:defRPr sz="2250" b="1">
                <a:solidFill>
                  <a:srgbClr val="FFFFFF"/>
                </a:solidFill>
                <a:latin typeface="Apple SD Gothic Neo"/>
                <a:ea typeface="Apple SD Gothic Neo"/>
                <a:cs typeface="Apple SD Gothic Neo"/>
              </a:defRPr>
            </a:lvl4pPr>
            <a:lvl5pPr>
              <a:buNone/>
              <a:defRPr sz="2250" b="1">
                <a:solidFill>
                  <a:srgbClr val="FFFFFF"/>
                </a:solidFill>
                <a:latin typeface="Apple SD Gothic Neo"/>
                <a:ea typeface="Apple SD Gothic Neo"/>
                <a:cs typeface="Apple SD Gothic Neo"/>
              </a:defRPr>
            </a:lvl5pPr>
            <a:lvl6pPr>
              <a:buNone/>
              <a:defRPr sz="2250" b="1">
                <a:solidFill>
                  <a:srgbClr val="FFFFFF"/>
                </a:solidFill>
                <a:latin typeface="Apple SD Gothic Neo"/>
                <a:ea typeface="Apple SD Gothic Neo"/>
                <a:cs typeface="Apple SD Gothic Neo"/>
              </a:defRPr>
            </a:lvl6pPr>
            <a:lvl7pPr>
              <a:buNone/>
              <a:defRPr sz="2250" b="1">
                <a:solidFill>
                  <a:srgbClr val="FFFFFF"/>
                </a:solidFill>
                <a:latin typeface="Apple SD Gothic Neo"/>
                <a:ea typeface="Apple SD Gothic Neo"/>
                <a:cs typeface="Apple SD Gothic Neo"/>
              </a:defRPr>
            </a:lvl7pPr>
            <a:lvl8pPr>
              <a:buNone/>
              <a:defRPr sz="2250" b="1">
                <a:solidFill>
                  <a:srgbClr val="FFFFFF"/>
                </a:solidFill>
                <a:latin typeface="Apple SD Gothic Neo"/>
                <a:ea typeface="Apple SD Gothic Neo"/>
                <a:cs typeface="Apple SD Gothic Neo"/>
              </a:defRPr>
            </a:lvl8pPr>
            <a:lvl9pPr>
              <a:buNone/>
              <a:defRPr sz="2250" b="1">
                <a:solidFill>
                  <a:srgbClr val="FFFFFF"/>
                </a:solidFill>
                <a:latin typeface="Apple SD Gothic Neo"/>
                <a:ea typeface="Apple SD Gothic Neo"/>
                <a:cs typeface="Apple SD Gothic Neo"/>
              </a:defRPr>
            </a:lvl9pPr>
          </a:lstStyle>
          <a:p xmlns:a="http://schemas.openxmlformats.org/drawingml/2006/main">
            <a:pPr>
              <a:buNone/>
              <a:defRPr sz="2250" b="1">
                <a:solidFill>
                  <a:srgbClr val="FFFFFF"/>
                </a:solidFill>
                <a:latin typeface="Apple SD Gothic Neo"/>
                <a:ea typeface="Apple SD Gothic Neo"/>
                <a:cs typeface="Apple SD Gothic Neo"/>
              </a:defRPr>
            </a:pPr>
            <a:r>
              <a:rPr sz="2250" b="1">
                <a:solidFill>
                  <a:srgbClr val="FFFFFF"/>
                </a:solidFill>
                <a:latin typeface="Apple SD Gothic Neo"/>
                <a:ea typeface="Apple SD Gothic Neo"/>
                <a:cs typeface="Apple SD Gothic Neo"/>
              </a:rPr>
              <a:t>Writer 출력: action_ids, hypothesis_ids</a:t>
            </a:r>
          </a:p>
        </p:txBody>
      </p:sp>
      <p:sp>
        <p:nvSpPr>
          <p:cNvPr id="9" name="">
            <a:extLst xmlns:a="http://schemas.openxmlformats.org/drawingml/2006/main">
              <a:ext uri="{FF2B5EF4-FFF2-40B4-BE49-F238E27FC236}">
                <a16:creationId xmlns:a16="http://schemas.microsoft.com/office/drawing/2014/main" id="{3B77E666-46AA-4F21-A560-824559A8D611}"/>
              </a:ext>
            </a:extLst>
          </p:cNvPr>
          <p:cNvSpPr>
            <a:spLocks xmlns:a="http://schemas.openxmlformats.org/drawingml/2006/main" noGrp="1"/>
          </p:cNvSpPr>
          <p:nvPr/>
        </p:nvSpPr>
        <p:spPr>
          <a:xfrm xmlns:a="http://schemas.openxmlformats.org/drawingml/2006/main">
            <a:off x="609600" y="3124200"/>
            <a:ext cx="3409950" cy="27813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CCD2847-924F-4DB6-8335-4132F3641119}"/>
              </a:ext>
            </a:extLst>
          </p:cNvPr>
          <p:cNvSpPr>
            <a:spLocks xmlns:a="http://schemas.openxmlformats.org/drawingml/2006/main" noGrp="1"/>
          </p:cNvSpPr>
          <p:nvPr/>
        </p:nvSpPr>
        <p:spPr>
          <a:xfrm xmlns:a="http://schemas.openxmlformats.org/drawingml/2006/main">
            <a:off x="609600" y="3124200"/>
            <a:ext cx="57150" cy="2781300"/>
          </a:xfrm>
          <a:prstGeom xmlns:a="http://schemas.openxmlformats.org/drawingml/2006/main" prst="rect">
            <a:avLst/>
          </a:prstGeom>
          <a:solidFill xmlns:a="http://schemas.openxmlformats.org/drawingml/2006/main">
            <a:srgbClr val="235EC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D6B650B-9233-4972-B49D-08C301E4FF1C}"/>
              </a:ext>
            </a:extLst>
          </p:cNvPr>
          <p:cNvSpPr>
            <a:spLocks xmlns:a="http://schemas.openxmlformats.org/drawingml/2006/main" noGrp="1"/>
          </p:cNvSpPr>
          <p:nvPr/>
        </p:nvSpPr>
        <p:spPr>
          <a:xfrm xmlns:a="http://schemas.openxmlformats.org/drawingml/2006/main">
            <a:off x="857250" y="3371850"/>
            <a:ext cx="29146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72B4D"/>
                </a:solidFill>
                <a:latin typeface="Apple SD Gothic Neo"/>
                <a:ea typeface="Apple SD Gothic Neo"/>
                <a:cs typeface="Apple SD Gothic Neo"/>
              </a:defRPr>
            </a:defPPr>
            <a:lvl1pPr>
              <a:buNone/>
              <a:defRPr sz="2100" b="1">
                <a:solidFill>
                  <a:srgbClr val="172B4D"/>
                </a:solidFill>
                <a:latin typeface="Apple SD Gothic Neo"/>
                <a:ea typeface="Apple SD Gothic Neo"/>
                <a:cs typeface="Apple SD Gothic Neo"/>
              </a:defRPr>
            </a:lvl1pPr>
            <a:lvl2pPr>
              <a:buNone/>
              <a:defRPr sz="2100" b="1">
                <a:solidFill>
                  <a:srgbClr val="172B4D"/>
                </a:solidFill>
                <a:latin typeface="Apple SD Gothic Neo"/>
                <a:ea typeface="Apple SD Gothic Neo"/>
                <a:cs typeface="Apple SD Gothic Neo"/>
              </a:defRPr>
            </a:lvl2pPr>
            <a:lvl3pPr>
              <a:buNone/>
              <a:defRPr sz="2100" b="1">
                <a:solidFill>
                  <a:srgbClr val="172B4D"/>
                </a:solidFill>
                <a:latin typeface="Apple SD Gothic Neo"/>
                <a:ea typeface="Apple SD Gothic Neo"/>
                <a:cs typeface="Apple SD Gothic Neo"/>
              </a:defRPr>
            </a:lvl3pPr>
            <a:lvl4pPr>
              <a:buNone/>
              <a:defRPr sz="2100" b="1">
                <a:solidFill>
                  <a:srgbClr val="172B4D"/>
                </a:solidFill>
                <a:latin typeface="Apple SD Gothic Neo"/>
                <a:ea typeface="Apple SD Gothic Neo"/>
                <a:cs typeface="Apple SD Gothic Neo"/>
              </a:defRPr>
            </a:lvl4pPr>
            <a:lvl5pPr>
              <a:buNone/>
              <a:defRPr sz="2100" b="1">
                <a:solidFill>
                  <a:srgbClr val="172B4D"/>
                </a:solidFill>
                <a:latin typeface="Apple SD Gothic Neo"/>
                <a:ea typeface="Apple SD Gothic Neo"/>
                <a:cs typeface="Apple SD Gothic Neo"/>
              </a:defRPr>
            </a:lvl5pPr>
            <a:lvl6pPr>
              <a:buNone/>
              <a:defRPr sz="2100" b="1">
                <a:solidFill>
                  <a:srgbClr val="172B4D"/>
                </a:solidFill>
                <a:latin typeface="Apple SD Gothic Neo"/>
                <a:ea typeface="Apple SD Gothic Neo"/>
                <a:cs typeface="Apple SD Gothic Neo"/>
              </a:defRPr>
            </a:lvl6pPr>
            <a:lvl7pPr>
              <a:buNone/>
              <a:defRPr sz="2100" b="1">
                <a:solidFill>
                  <a:srgbClr val="172B4D"/>
                </a:solidFill>
                <a:latin typeface="Apple SD Gothic Neo"/>
                <a:ea typeface="Apple SD Gothic Neo"/>
                <a:cs typeface="Apple SD Gothic Neo"/>
              </a:defRPr>
            </a:lvl7pPr>
            <a:lvl8pPr>
              <a:buNone/>
              <a:defRPr sz="2100" b="1">
                <a:solidFill>
                  <a:srgbClr val="172B4D"/>
                </a:solidFill>
                <a:latin typeface="Apple SD Gothic Neo"/>
                <a:ea typeface="Apple SD Gothic Neo"/>
                <a:cs typeface="Apple SD Gothic Neo"/>
              </a:defRPr>
            </a:lvl8pPr>
            <a:lvl9pPr>
              <a:buNone/>
              <a:defRPr sz="2100" b="1">
                <a:solidFill>
                  <a:srgbClr val="172B4D"/>
                </a:solidFill>
                <a:latin typeface="Apple SD Gothic Neo"/>
                <a:ea typeface="Apple SD Gothic Neo"/>
                <a:cs typeface="Apple SD Gothic Neo"/>
              </a:defRPr>
            </a:lvl9pPr>
          </a:lstStyle>
          <a:p xmlns:a="http://schemas.openxmlformats.org/drawingml/2006/main">
            <a:pPr>
              <a:buNone/>
              <a:defRPr sz="2100" b="1">
                <a:solidFill>
                  <a:srgbClr val="172B4D"/>
                </a:solidFill>
                <a:latin typeface="Apple SD Gothic Neo"/>
                <a:ea typeface="Apple SD Gothic Neo"/>
                <a:cs typeface="Apple SD Gothic Neo"/>
              </a:defRPr>
            </a:pPr>
            <a:r>
              <a:rPr sz="2100" b="1">
                <a:solidFill>
                  <a:srgbClr val="172B4D"/>
                </a:solidFill>
                <a:latin typeface="Apple SD Gothic Neo"/>
                <a:ea typeface="Apple SD Gothic Neo"/>
                <a:cs typeface="Apple SD Gothic Neo"/>
              </a:rPr>
              <a:t>Python 조립</a:t>
            </a:r>
          </a:p>
        </p:txBody>
      </p:sp>
      <p:sp>
        <p:nvSpPr>
          <p:cNvPr id="12" name="">
            <a:extLst xmlns:a="http://schemas.openxmlformats.org/drawingml/2006/main">
              <a:ext uri="{FF2B5EF4-FFF2-40B4-BE49-F238E27FC236}">
                <a16:creationId xmlns:a16="http://schemas.microsoft.com/office/drawing/2014/main" id="{3AAEB8CA-2455-43E1-A6DC-8BD4B82AF9A2}"/>
              </a:ext>
            </a:extLst>
          </p:cNvPr>
          <p:cNvSpPr>
            <a:spLocks xmlns:a="http://schemas.openxmlformats.org/drawingml/2006/main" noGrp="1"/>
          </p:cNvSpPr>
          <p:nvPr/>
        </p:nvSpPr>
        <p:spPr>
          <a:xfrm xmlns:a="http://schemas.openxmlformats.org/drawingml/2006/main">
            <a:off x="857250" y="4191000"/>
            <a:ext cx="29146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253650"/>
                </a:solidFill>
                <a:latin typeface="Apple SD Gothic Neo"/>
                <a:ea typeface="Apple SD Gothic Neo"/>
                <a:cs typeface="Apple SD Gothic Neo"/>
              </a:defRPr>
            </a:defPPr>
            <a:lvl1pPr>
              <a:buNone/>
              <a:defRPr sz="1800" b="0">
                <a:solidFill>
                  <a:srgbClr val="253650"/>
                </a:solidFill>
                <a:latin typeface="Apple SD Gothic Neo"/>
                <a:ea typeface="Apple SD Gothic Neo"/>
                <a:cs typeface="Apple SD Gothic Neo"/>
              </a:defRPr>
            </a:lvl1pPr>
            <a:lvl2pPr>
              <a:buNone/>
              <a:defRPr sz="1800" b="0">
                <a:solidFill>
                  <a:srgbClr val="253650"/>
                </a:solidFill>
                <a:latin typeface="Apple SD Gothic Neo"/>
                <a:ea typeface="Apple SD Gothic Neo"/>
                <a:cs typeface="Apple SD Gothic Neo"/>
              </a:defRPr>
            </a:lvl2pPr>
            <a:lvl3pPr>
              <a:buNone/>
              <a:defRPr sz="1800" b="0">
                <a:solidFill>
                  <a:srgbClr val="253650"/>
                </a:solidFill>
                <a:latin typeface="Apple SD Gothic Neo"/>
                <a:ea typeface="Apple SD Gothic Neo"/>
                <a:cs typeface="Apple SD Gothic Neo"/>
              </a:defRPr>
            </a:lvl3pPr>
            <a:lvl4pPr>
              <a:buNone/>
              <a:defRPr sz="1800" b="0">
                <a:solidFill>
                  <a:srgbClr val="253650"/>
                </a:solidFill>
                <a:latin typeface="Apple SD Gothic Neo"/>
                <a:ea typeface="Apple SD Gothic Neo"/>
                <a:cs typeface="Apple SD Gothic Neo"/>
              </a:defRPr>
            </a:lvl4pPr>
            <a:lvl5pPr>
              <a:buNone/>
              <a:defRPr sz="1800" b="0">
                <a:solidFill>
                  <a:srgbClr val="253650"/>
                </a:solidFill>
                <a:latin typeface="Apple SD Gothic Neo"/>
                <a:ea typeface="Apple SD Gothic Neo"/>
                <a:cs typeface="Apple SD Gothic Neo"/>
              </a:defRPr>
            </a:lvl5pPr>
            <a:lvl6pPr>
              <a:buNone/>
              <a:defRPr sz="1800" b="0">
                <a:solidFill>
                  <a:srgbClr val="253650"/>
                </a:solidFill>
                <a:latin typeface="Apple SD Gothic Neo"/>
                <a:ea typeface="Apple SD Gothic Neo"/>
                <a:cs typeface="Apple SD Gothic Neo"/>
              </a:defRPr>
            </a:lvl6pPr>
            <a:lvl7pPr>
              <a:buNone/>
              <a:defRPr sz="1800" b="0">
                <a:solidFill>
                  <a:srgbClr val="253650"/>
                </a:solidFill>
                <a:latin typeface="Apple SD Gothic Neo"/>
                <a:ea typeface="Apple SD Gothic Neo"/>
                <a:cs typeface="Apple SD Gothic Neo"/>
              </a:defRPr>
            </a:lvl7pPr>
            <a:lvl8pPr>
              <a:buNone/>
              <a:defRPr sz="1800" b="0">
                <a:solidFill>
                  <a:srgbClr val="253650"/>
                </a:solidFill>
                <a:latin typeface="Apple SD Gothic Neo"/>
                <a:ea typeface="Apple SD Gothic Neo"/>
                <a:cs typeface="Apple SD Gothic Neo"/>
              </a:defRPr>
            </a:lvl8pPr>
            <a:lvl9pPr>
              <a:buNone/>
              <a:defRPr sz="1800" b="0">
                <a:solidFill>
                  <a:srgbClr val="253650"/>
                </a:solidFill>
                <a:latin typeface="Apple SD Gothic Neo"/>
                <a:ea typeface="Apple SD Gothic Neo"/>
                <a:cs typeface="Apple SD Gothic Neo"/>
              </a:defRPr>
            </a:lvl9pPr>
          </a:lstStyle>
          <a:p xmlns:a="http://schemas.openxmlformats.org/drawingml/2006/main">
            <a:pPr>
              <a:buNone/>
              <a:defRPr sz="1800" b="0">
                <a:solidFill>
                  <a:srgbClr val="253650"/>
                </a:solidFill>
                <a:latin typeface="Apple SD Gothic Neo"/>
                <a:ea typeface="Apple SD Gothic Neo"/>
                <a:cs typeface="Apple SD Gothic Neo"/>
              </a:defRPr>
            </a:pPr>
            <a:r>
              <a:rPr sz="1800" b="0">
                <a:solidFill>
                  <a:srgbClr val="253650"/>
                </a:solidFill>
                <a:latin typeface="Apple SD Gothic Neo"/>
                <a:ea typeface="Apple SD Gothic Neo"/>
                <a:cs typeface="Apple SD Gothic Neo"/>
              </a:rPr>
              <a:t>실제 조회값, 조건, 출처, 제안 상태를 구성합니다.</a:t>
            </a:r>
          </a:p>
        </p:txBody>
      </p:sp>
      <p:sp>
        <p:nvSpPr>
          <p:cNvPr id="13" name="">
            <a:extLst xmlns:a="http://schemas.openxmlformats.org/drawingml/2006/main">
              <a:ext uri="{FF2B5EF4-FFF2-40B4-BE49-F238E27FC236}">
                <a16:creationId xmlns:a16="http://schemas.microsoft.com/office/drawing/2014/main" id="{9B9B929D-2357-4CFF-9379-8BF38F6912C8}"/>
              </a:ext>
            </a:extLst>
          </p:cNvPr>
          <p:cNvSpPr>
            <a:spLocks xmlns:a="http://schemas.openxmlformats.org/drawingml/2006/main" noGrp="1"/>
          </p:cNvSpPr>
          <p:nvPr/>
        </p:nvSpPr>
        <p:spPr>
          <a:xfrm xmlns:a="http://schemas.openxmlformats.org/drawingml/2006/main">
            <a:off x="4381500" y="3124200"/>
            <a:ext cx="3409950" cy="27813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B864B0F-A233-407D-B602-75FC8C6CCBDD}"/>
              </a:ext>
            </a:extLst>
          </p:cNvPr>
          <p:cNvSpPr>
            <a:spLocks xmlns:a="http://schemas.openxmlformats.org/drawingml/2006/main" noGrp="1"/>
          </p:cNvSpPr>
          <p:nvPr/>
        </p:nvSpPr>
        <p:spPr>
          <a:xfrm xmlns:a="http://schemas.openxmlformats.org/drawingml/2006/main">
            <a:off x="4381500" y="3124200"/>
            <a:ext cx="57150" cy="2781300"/>
          </a:xfrm>
          <a:prstGeom xmlns:a="http://schemas.openxmlformats.org/drawingml/2006/main" prst="rect">
            <a:avLst/>
          </a:prstGeom>
          <a:solidFill xmlns:a="http://schemas.openxmlformats.org/drawingml/2006/main">
            <a:srgbClr val="235EC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A4D23B5-D065-49CF-9F76-39C29D228141}"/>
              </a:ext>
            </a:extLst>
          </p:cNvPr>
          <p:cNvSpPr>
            <a:spLocks xmlns:a="http://schemas.openxmlformats.org/drawingml/2006/main" noGrp="1"/>
          </p:cNvSpPr>
          <p:nvPr/>
        </p:nvSpPr>
        <p:spPr>
          <a:xfrm xmlns:a="http://schemas.openxmlformats.org/drawingml/2006/main">
            <a:off x="4629150" y="3371850"/>
            <a:ext cx="29146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72B4D"/>
                </a:solidFill>
                <a:latin typeface="Apple SD Gothic Neo"/>
                <a:ea typeface="Apple SD Gothic Neo"/>
                <a:cs typeface="Apple SD Gothic Neo"/>
              </a:defRPr>
            </a:defPPr>
            <a:lvl1pPr>
              <a:buNone/>
              <a:defRPr sz="2100" b="1">
                <a:solidFill>
                  <a:srgbClr val="172B4D"/>
                </a:solidFill>
                <a:latin typeface="Apple SD Gothic Neo"/>
                <a:ea typeface="Apple SD Gothic Neo"/>
                <a:cs typeface="Apple SD Gothic Neo"/>
              </a:defRPr>
            </a:lvl1pPr>
            <a:lvl2pPr>
              <a:buNone/>
              <a:defRPr sz="2100" b="1">
                <a:solidFill>
                  <a:srgbClr val="172B4D"/>
                </a:solidFill>
                <a:latin typeface="Apple SD Gothic Neo"/>
                <a:ea typeface="Apple SD Gothic Neo"/>
                <a:cs typeface="Apple SD Gothic Neo"/>
              </a:defRPr>
            </a:lvl2pPr>
            <a:lvl3pPr>
              <a:buNone/>
              <a:defRPr sz="2100" b="1">
                <a:solidFill>
                  <a:srgbClr val="172B4D"/>
                </a:solidFill>
                <a:latin typeface="Apple SD Gothic Neo"/>
                <a:ea typeface="Apple SD Gothic Neo"/>
                <a:cs typeface="Apple SD Gothic Neo"/>
              </a:defRPr>
            </a:lvl3pPr>
            <a:lvl4pPr>
              <a:buNone/>
              <a:defRPr sz="2100" b="1">
                <a:solidFill>
                  <a:srgbClr val="172B4D"/>
                </a:solidFill>
                <a:latin typeface="Apple SD Gothic Neo"/>
                <a:ea typeface="Apple SD Gothic Neo"/>
                <a:cs typeface="Apple SD Gothic Neo"/>
              </a:defRPr>
            </a:lvl4pPr>
            <a:lvl5pPr>
              <a:buNone/>
              <a:defRPr sz="2100" b="1">
                <a:solidFill>
                  <a:srgbClr val="172B4D"/>
                </a:solidFill>
                <a:latin typeface="Apple SD Gothic Neo"/>
                <a:ea typeface="Apple SD Gothic Neo"/>
                <a:cs typeface="Apple SD Gothic Neo"/>
              </a:defRPr>
            </a:lvl5pPr>
            <a:lvl6pPr>
              <a:buNone/>
              <a:defRPr sz="2100" b="1">
                <a:solidFill>
                  <a:srgbClr val="172B4D"/>
                </a:solidFill>
                <a:latin typeface="Apple SD Gothic Neo"/>
                <a:ea typeface="Apple SD Gothic Neo"/>
                <a:cs typeface="Apple SD Gothic Neo"/>
              </a:defRPr>
            </a:lvl6pPr>
            <a:lvl7pPr>
              <a:buNone/>
              <a:defRPr sz="2100" b="1">
                <a:solidFill>
                  <a:srgbClr val="172B4D"/>
                </a:solidFill>
                <a:latin typeface="Apple SD Gothic Neo"/>
                <a:ea typeface="Apple SD Gothic Neo"/>
                <a:cs typeface="Apple SD Gothic Neo"/>
              </a:defRPr>
            </a:lvl7pPr>
            <a:lvl8pPr>
              <a:buNone/>
              <a:defRPr sz="2100" b="1">
                <a:solidFill>
                  <a:srgbClr val="172B4D"/>
                </a:solidFill>
                <a:latin typeface="Apple SD Gothic Neo"/>
                <a:ea typeface="Apple SD Gothic Neo"/>
                <a:cs typeface="Apple SD Gothic Neo"/>
              </a:defRPr>
            </a:lvl8pPr>
            <a:lvl9pPr>
              <a:buNone/>
              <a:defRPr sz="2100" b="1">
                <a:solidFill>
                  <a:srgbClr val="172B4D"/>
                </a:solidFill>
                <a:latin typeface="Apple SD Gothic Neo"/>
                <a:ea typeface="Apple SD Gothic Neo"/>
                <a:cs typeface="Apple SD Gothic Neo"/>
              </a:defRPr>
            </a:lvl9pPr>
          </a:lstStyle>
          <a:p xmlns:a="http://schemas.openxmlformats.org/drawingml/2006/main">
            <a:pPr>
              <a:buNone/>
              <a:defRPr sz="2100" b="1">
                <a:solidFill>
                  <a:srgbClr val="172B4D"/>
                </a:solidFill>
                <a:latin typeface="Apple SD Gothic Neo"/>
                <a:ea typeface="Apple SD Gothic Neo"/>
                <a:cs typeface="Apple SD Gothic Neo"/>
              </a:defRPr>
            </a:pPr>
            <a:r>
              <a:rPr sz="2100" b="1">
                <a:solidFill>
                  <a:srgbClr val="172B4D"/>
                </a:solidFill>
                <a:latin typeface="Apple SD Gothic Neo"/>
                <a:ea typeface="Apple SD Gothic Neo"/>
                <a:cs typeface="Apple SD Gothic Neo"/>
              </a:rPr>
              <a:t>Validator</a:t>
            </a:r>
          </a:p>
        </p:txBody>
      </p:sp>
      <p:sp>
        <p:nvSpPr>
          <p:cNvPr id="16" name="">
            <a:extLst xmlns:a="http://schemas.openxmlformats.org/drawingml/2006/main">
              <a:ext uri="{FF2B5EF4-FFF2-40B4-BE49-F238E27FC236}">
                <a16:creationId xmlns:a16="http://schemas.microsoft.com/office/drawing/2014/main" id="{A7704DF0-A61C-4B4B-A614-CAACDE98DF7F}"/>
              </a:ext>
            </a:extLst>
          </p:cNvPr>
          <p:cNvSpPr>
            <a:spLocks xmlns:a="http://schemas.openxmlformats.org/drawingml/2006/main" noGrp="1"/>
          </p:cNvSpPr>
          <p:nvPr/>
        </p:nvSpPr>
        <p:spPr>
          <a:xfrm xmlns:a="http://schemas.openxmlformats.org/drawingml/2006/main">
            <a:off x="4629150" y="4191000"/>
            <a:ext cx="29146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253650"/>
                </a:solidFill>
                <a:latin typeface="Apple SD Gothic Neo"/>
                <a:ea typeface="Apple SD Gothic Neo"/>
                <a:cs typeface="Apple SD Gothic Neo"/>
              </a:defRPr>
            </a:defPPr>
            <a:lvl1pPr>
              <a:buNone/>
              <a:defRPr sz="1800" b="0">
                <a:solidFill>
                  <a:srgbClr val="253650"/>
                </a:solidFill>
                <a:latin typeface="Apple SD Gothic Neo"/>
                <a:ea typeface="Apple SD Gothic Neo"/>
                <a:cs typeface="Apple SD Gothic Neo"/>
              </a:defRPr>
            </a:lvl1pPr>
            <a:lvl2pPr>
              <a:buNone/>
              <a:defRPr sz="1800" b="0">
                <a:solidFill>
                  <a:srgbClr val="253650"/>
                </a:solidFill>
                <a:latin typeface="Apple SD Gothic Neo"/>
                <a:ea typeface="Apple SD Gothic Neo"/>
                <a:cs typeface="Apple SD Gothic Neo"/>
              </a:defRPr>
            </a:lvl2pPr>
            <a:lvl3pPr>
              <a:buNone/>
              <a:defRPr sz="1800" b="0">
                <a:solidFill>
                  <a:srgbClr val="253650"/>
                </a:solidFill>
                <a:latin typeface="Apple SD Gothic Neo"/>
                <a:ea typeface="Apple SD Gothic Neo"/>
                <a:cs typeface="Apple SD Gothic Neo"/>
              </a:defRPr>
            </a:lvl3pPr>
            <a:lvl4pPr>
              <a:buNone/>
              <a:defRPr sz="1800" b="0">
                <a:solidFill>
                  <a:srgbClr val="253650"/>
                </a:solidFill>
                <a:latin typeface="Apple SD Gothic Neo"/>
                <a:ea typeface="Apple SD Gothic Neo"/>
                <a:cs typeface="Apple SD Gothic Neo"/>
              </a:defRPr>
            </a:lvl4pPr>
            <a:lvl5pPr>
              <a:buNone/>
              <a:defRPr sz="1800" b="0">
                <a:solidFill>
                  <a:srgbClr val="253650"/>
                </a:solidFill>
                <a:latin typeface="Apple SD Gothic Neo"/>
                <a:ea typeface="Apple SD Gothic Neo"/>
                <a:cs typeface="Apple SD Gothic Neo"/>
              </a:defRPr>
            </a:lvl5pPr>
            <a:lvl6pPr>
              <a:buNone/>
              <a:defRPr sz="1800" b="0">
                <a:solidFill>
                  <a:srgbClr val="253650"/>
                </a:solidFill>
                <a:latin typeface="Apple SD Gothic Neo"/>
                <a:ea typeface="Apple SD Gothic Neo"/>
                <a:cs typeface="Apple SD Gothic Neo"/>
              </a:defRPr>
            </a:lvl6pPr>
            <a:lvl7pPr>
              <a:buNone/>
              <a:defRPr sz="1800" b="0">
                <a:solidFill>
                  <a:srgbClr val="253650"/>
                </a:solidFill>
                <a:latin typeface="Apple SD Gothic Neo"/>
                <a:ea typeface="Apple SD Gothic Neo"/>
                <a:cs typeface="Apple SD Gothic Neo"/>
              </a:defRPr>
            </a:lvl7pPr>
            <a:lvl8pPr>
              <a:buNone/>
              <a:defRPr sz="1800" b="0">
                <a:solidFill>
                  <a:srgbClr val="253650"/>
                </a:solidFill>
                <a:latin typeface="Apple SD Gothic Neo"/>
                <a:ea typeface="Apple SD Gothic Neo"/>
                <a:cs typeface="Apple SD Gothic Neo"/>
              </a:defRPr>
            </a:lvl8pPr>
            <a:lvl9pPr>
              <a:buNone/>
              <a:defRPr sz="1800" b="0">
                <a:solidFill>
                  <a:srgbClr val="253650"/>
                </a:solidFill>
                <a:latin typeface="Apple SD Gothic Neo"/>
                <a:ea typeface="Apple SD Gothic Neo"/>
                <a:cs typeface="Apple SD Gothic Neo"/>
              </a:defRPr>
            </a:lvl9pPr>
          </a:lstStyle>
          <a:p xmlns:a="http://schemas.openxmlformats.org/drawingml/2006/main">
            <a:pPr>
              <a:buNone/>
              <a:defRPr sz="1800" b="0">
                <a:solidFill>
                  <a:srgbClr val="253650"/>
                </a:solidFill>
                <a:latin typeface="Apple SD Gothic Neo"/>
                <a:ea typeface="Apple SD Gothic Neo"/>
                <a:cs typeface="Apple SD Gothic Neo"/>
              </a:defRPr>
            </a:pPr>
            <a:r>
              <a:rPr sz="1800" b="0">
                <a:solidFill>
                  <a:srgbClr val="253650"/>
                </a:solidFill>
                <a:latin typeface="Apple SD Gothic Neo"/>
                <a:ea typeface="Apple SD Gothic Neo"/>
                <a:cs typeface="Apple SD Gothic Neo"/>
              </a:rPr>
              <a:t>기존 형식 검사에서</a:t>
            </a:r>
          </a:p>
          <a:p xmlns:a="http://schemas.openxmlformats.org/drawingml/2006/main">
            <a:pPr>
              <a:buNone/>
              <a:defRPr sz="1800" b="0">
                <a:solidFill>
                  <a:srgbClr val="253650"/>
                </a:solidFill>
                <a:latin typeface="Apple SD Gothic Neo"/>
                <a:ea typeface="Apple SD Gothic Neo"/>
                <a:cs typeface="Apple SD Gothic Neo"/>
              </a:defRPr>
            </a:pPr>
            <a:r>
              <a:rPr sz="1800" b="0">
                <a:solidFill>
                  <a:srgbClr val="253650"/>
                </a:solidFill>
                <a:latin typeface="Apple SD Gothic Neo"/>
                <a:ea typeface="Apple SD Gothic Neo"/>
                <a:cs typeface="Apple SD Gothic Neo"/>
              </a:rPr>
              <a:t>참조 ID·대상·수치·조건 검사로 강화했습니다.</a:t>
            </a:r>
          </a:p>
          <a:p xmlns:a="http://schemas.openxmlformats.org/drawingml/2006/main">
            <a:pPr>
              <a:buNone/>
              <a:defRPr sz="1800" b="0">
                <a:solidFill>
                  <a:srgbClr val="253650"/>
                </a:solidFill>
                <a:latin typeface="Apple SD Gothic Neo"/>
                <a:ea typeface="Apple SD Gothic Neo"/>
                <a:cs typeface="Apple SD Gothic Neo"/>
              </a:defRPr>
            </a:pPr>
            <a:r>
              <a:rPr sz="1800" b="0">
                <a:solidFill>
                  <a:srgbClr val="253650"/>
                </a:solidFill>
                <a:latin typeface="Apple SD Gothic Neo"/>
                <a:ea typeface="Apple SD Gothic Neo"/>
                <a:cs typeface="Apple SD Gothic Neo"/>
              </a:rPr>
              <a:t>최대 3회 후 실패하면 보류합니다.</a:t>
            </a:r>
          </a:p>
        </p:txBody>
      </p:sp>
      <p:sp>
        <p:nvSpPr>
          <p:cNvPr id="17" name="">
            <a:extLst xmlns:a="http://schemas.openxmlformats.org/drawingml/2006/main">
              <a:ext uri="{FF2B5EF4-FFF2-40B4-BE49-F238E27FC236}">
                <a16:creationId xmlns:a16="http://schemas.microsoft.com/office/drawing/2014/main" id="{22118210-F8B0-412D-8E0F-5394E30C9EAF}"/>
              </a:ext>
            </a:extLst>
          </p:cNvPr>
          <p:cNvSpPr>
            <a:spLocks xmlns:a="http://schemas.openxmlformats.org/drawingml/2006/main" noGrp="1"/>
          </p:cNvSpPr>
          <p:nvPr/>
        </p:nvSpPr>
        <p:spPr>
          <a:xfrm xmlns:a="http://schemas.openxmlformats.org/drawingml/2006/main">
            <a:off x="8153400" y="3124200"/>
            <a:ext cx="3409950" cy="27813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B05F286-9FA9-4DF4-966C-EB507A991D3D}"/>
              </a:ext>
            </a:extLst>
          </p:cNvPr>
          <p:cNvSpPr>
            <a:spLocks xmlns:a="http://schemas.openxmlformats.org/drawingml/2006/main" noGrp="1"/>
          </p:cNvSpPr>
          <p:nvPr/>
        </p:nvSpPr>
        <p:spPr>
          <a:xfrm xmlns:a="http://schemas.openxmlformats.org/drawingml/2006/main">
            <a:off x="8153400" y="3124200"/>
            <a:ext cx="57150" cy="2781300"/>
          </a:xfrm>
          <a:prstGeom xmlns:a="http://schemas.openxmlformats.org/drawingml/2006/main" prst="rect">
            <a:avLst/>
          </a:prstGeom>
          <a:solidFill xmlns:a="http://schemas.openxmlformats.org/drawingml/2006/main">
            <a:srgbClr val="0E7267"/>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FD15ABF6-E716-4E40-9577-66D3EF214EDB}"/>
              </a:ext>
            </a:extLst>
          </p:cNvPr>
          <p:cNvSpPr>
            <a:spLocks xmlns:a="http://schemas.openxmlformats.org/drawingml/2006/main" noGrp="1"/>
          </p:cNvSpPr>
          <p:nvPr/>
        </p:nvSpPr>
        <p:spPr>
          <a:xfrm xmlns:a="http://schemas.openxmlformats.org/drawingml/2006/main">
            <a:off x="8401050" y="3371850"/>
            <a:ext cx="29146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72B4D"/>
                </a:solidFill>
                <a:latin typeface="Apple SD Gothic Neo"/>
                <a:ea typeface="Apple SD Gothic Neo"/>
                <a:cs typeface="Apple SD Gothic Neo"/>
              </a:defRPr>
            </a:defPPr>
            <a:lvl1pPr>
              <a:buNone/>
              <a:defRPr sz="2100" b="1">
                <a:solidFill>
                  <a:srgbClr val="172B4D"/>
                </a:solidFill>
                <a:latin typeface="Apple SD Gothic Neo"/>
                <a:ea typeface="Apple SD Gothic Neo"/>
                <a:cs typeface="Apple SD Gothic Neo"/>
              </a:defRPr>
            </a:lvl1pPr>
            <a:lvl2pPr>
              <a:buNone/>
              <a:defRPr sz="2100" b="1">
                <a:solidFill>
                  <a:srgbClr val="172B4D"/>
                </a:solidFill>
                <a:latin typeface="Apple SD Gothic Neo"/>
                <a:ea typeface="Apple SD Gothic Neo"/>
                <a:cs typeface="Apple SD Gothic Neo"/>
              </a:defRPr>
            </a:lvl2pPr>
            <a:lvl3pPr>
              <a:buNone/>
              <a:defRPr sz="2100" b="1">
                <a:solidFill>
                  <a:srgbClr val="172B4D"/>
                </a:solidFill>
                <a:latin typeface="Apple SD Gothic Neo"/>
                <a:ea typeface="Apple SD Gothic Neo"/>
                <a:cs typeface="Apple SD Gothic Neo"/>
              </a:defRPr>
            </a:lvl3pPr>
            <a:lvl4pPr>
              <a:buNone/>
              <a:defRPr sz="2100" b="1">
                <a:solidFill>
                  <a:srgbClr val="172B4D"/>
                </a:solidFill>
                <a:latin typeface="Apple SD Gothic Neo"/>
                <a:ea typeface="Apple SD Gothic Neo"/>
                <a:cs typeface="Apple SD Gothic Neo"/>
              </a:defRPr>
            </a:lvl4pPr>
            <a:lvl5pPr>
              <a:buNone/>
              <a:defRPr sz="2100" b="1">
                <a:solidFill>
                  <a:srgbClr val="172B4D"/>
                </a:solidFill>
                <a:latin typeface="Apple SD Gothic Neo"/>
                <a:ea typeface="Apple SD Gothic Neo"/>
                <a:cs typeface="Apple SD Gothic Neo"/>
              </a:defRPr>
            </a:lvl5pPr>
            <a:lvl6pPr>
              <a:buNone/>
              <a:defRPr sz="2100" b="1">
                <a:solidFill>
                  <a:srgbClr val="172B4D"/>
                </a:solidFill>
                <a:latin typeface="Apple SD Gothic Neo"/>
                <a:ea typeface="Apple SD Gothic Neo"/>
                <a:cs typeface="Apple SD Gothic Neo"/>
              </a:defRPr>
            </a:lvl6pPr>
            <a:lvl7pPr>
              <a:buNone/>
              <a:defRPr sz="2100" b="1">
                <a:solidFill>
                  <a:srgbClr val="172B4D"/>
                </a:solidFill>
                <a:latin typeface="Apple SD Gothic Neo"/>
                <a:ea typeface="Apple SD Gothic Neo"/>
                <a:cs typeface="Apple SD Gothic Neo"/>
              </a:defRPr>
            </a:lvl7pPr>
            <a:lvl8pPr>
              <a:buNone/>
              <a:defRPr sz="2100" b="1">
                <a:solidFill>
                  <a:srgbClr val="172B4D"/>
                </a:solidFill>
                <a:latin typeface="Apple SD Gothic Neo"/>
                <a:ea typeface="Apple SD Gothic Neo"/>
                <a:cs typeface="Apple SD Gothic Neo"/>
              </a:defRPr>
            </a:lvl8pPr>
            <a:lvl9pPr>
              <a:buNone/>
              <a:defRPr sz="2100" b="1">
                <a:solidFill>
                  <a:srgbClr val="172B4D"/>
                </a:solidFill>
                <a:latin typeface="Apple SD Gothic Neo"/>
                <a:ea typeface="Apple SD Gothic Neo"/>
                <a:cs typeface="Apple SD Gothic Neo"/>
              </a:defRPr>
            </a:lvl9pPr>
          </a:lstStyle>
          <a:p xmlns:a="http://schemas.openxmlformats.org/drawingml/2006/main">
            <a:pPr>
              <a:buNone/>
              <a:defRPr sz="2100" b="1">
                <a:solidFill>
                  <a:srgbClr val="172B4D"/>
                </a:solidFill>
                <a:latin typeface="Apple SD Gothic Neo"/>
                <a:ea typeface="Apple SD Gothic Neo"/>
                <a:cs typeface="Apple SD Gothic Neo"/>
              </a:defRPr>
            </a:pPr>
            <a:r>
              <a:rPr sz="2100" b="1">
                <a:solidFill>
                  <a:srgbClr val="172B4D"/>
                </a:solidFill>
                <a:latin typeface="Apple SD Gothic Neo"/>
                <a:ea typeface="Apple SD Gothic Neo"/>
                <a:cs typeface="Apple SD Gothic Neo"/>
              </a:rPr>
              <a:t>Reviewer</a:t>
            </a:r>
          </a:p>
        </p:txBody>
      </p:sp>
      <p:sp>
        <p:nvSpPr>
          <p:cNvPr id="20" name="">
            <a:extLst xmlns:a="http://schemas.openxmlformats.org/drawingml/2006/main">
              <a:ext uri="{FF2B5EF4-FFF2-40B4-BE49-F238E27FC236}">
                <a16:creationId xmlns:a16="http://schemas.microsoft.com/office/drawing/2014/main" id="{5D89E2D0-621B-4E75-9FDA-7F28B289206E}"/>
              </a:ext>
            </a:extLst>
          </p:cNvPr>
          <p:cNvSpPr>
            <a:spLocks xmlns:a="http://schemas.openxmlformats.org/drawingml/2006/main" noGrp="1"/>
          </p:cNvSpPr>
          <p:nvPr/>
        </p:nvSpPr>
        <p:spPr>
          <a:xfrm xmlns:a="http://schemas.openxmlformats.org/drawingml/2006/main">
            <a:off x="8401050" y="4191000"/>
            <a:ext cx="29146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253650"/>
                </a:solidFill>
                <a:latin typeface="Apple SD Gothic Neo"/>
                <a:ea typeface="Apple SD Gothic Neo"/>
                <a:cs typeface="Apple SD Gothic Neo"/>
              </a:defRPr>
            </a:defPPr>
            <a:lvl1pPr>
              <a:buNone/>
              <a:defRPr sz="1800" b="0">
                <a:solidFill>
                  <a:srgbClr val="253650"/>
                </a:solidFill>
                <a:latin typeface="Apple SD Gothic Neo"/>
                <a:ea typeface="Apple SD Gothic Neo"/>
                <a:cs typeface="Apple SD Gothic Neo"/>
              </a:defRPr>
            </a:lvl1pPr>
            <a:lvl2pPr>
              <a:buNone/>
              <a:defRPr sz="1800" b="0">
                <a:solidFill>
                  <a:srgbClr val="253650"/>
                </a:solidFill>
                <a:latin typeface="Apple SD Gothic Neo"/>
                <a:ea typeface="Apple SD Gothic Neo"/>
                <a:cs typeface="Apple SD Gothic Neo"/>
              </a:defRPr>
            </a:lvl2pPr>
            <a:lvl3pPr>
              <a:buNone/>
              <a:defRPr sz="1800" b="0">
                <a:solidFill>
                  <a:srgbClr val="253650"/>
                </a:solidFill>
                <a:latin typeface="Apple SD Gothic Neo"/>
                <a:ea typeface="Apple SD Gothic Neo"/>
                <a:cs typeface="Apple SD Gothic Neo"/>
              </a:defRPr>
            </a:lvl3pPr>
            <a:lvl4pPr>
              <a:buNone/>
              <a:defRPr sz="1800" b="0">
                <a:solidFill>
                  <a:srgbClr val="253650"/>
                </a:solidFill>
                <a:latin typeface="Apple SD Gothic Neo"/>
                <a:ea typeface="Apple SD Gothic Neo"/>
                <a:cs typeface="Apple SD Gothic Neo"/>
              </a:defRPr>
            </a:lvl4pPr>
            <a:lvl5pPr>
              <a:buNone/>
              <a:defRPr sz="1800" b="0">
                <a:solidFill>
                  <a:srgbClr val="253650"/>
                </a:solidFill>
                <a:latin typeface="Apple SD Gothic Neo"/>
                <a:ea typeface="Apple SD Gothic Neo"/>
                <a:cs typeface="Apple SD Gothic Neo"/>
              </a:defRPr>
            </a:lvl5pPr>
            <a:lvl6pPr>
              <a:buNone/>
              <a:defRPr sz="1800" b="0">
                <a:solidFill>
                  <a:srgbClr val="253650"/>
                </a:solidFill>
                <a:latin typeface="Apple SD Gothic Neo"/>
                <a:ea typeface="Apple SD Gothic Neo"/>
                <a:cs typeface="Apple SD Gothic Neo"/>
              </a:defRPr>
            </a:lvl6pPr>
            <a:lvl7pPr>
              <a:buNone/>
              <a:defRPr sz="1800" b="0">
                <a:solidFill>
                  <a:srgbClr val="253650"/>
                </a:solidFill>
                <a:latin typeface="Apple SD Gothic Neo"/>
                <a:ea typeface="Apple SD Gothic Neo"/>
                <a:cs typeface="Apple SD Gothic Neo"/>
              </a:defRPr>
            </a:lvl7pPr>
            <a:lvl8pPr>
              <a:buNone/>
              <a:defRPr sz="1800" b="0">
                <a:solidFill>
                  <a:srgbClr val="253650"/>
                </a:solidFill>
                <a:latin typeface="Apple SD Gothic Neo"/>
                <a:ea typeface="Apple SD Gothic Neo"/>
                <a:cs typeface="Apple SD Gothic Neo"/>
              </a:defRPr>
            </a:lvl8pPr>
            <a:lvl9pPr>
              <a:buNone/>
              <a:defRPr sz="1800" b="0">
                <a:solidFill>
                  <a:srgbClr val="253650"/>
                </a:solidFill>
                <a:latin typeface="Apple SD Gothic Neo"/>
                <a:ea typeface="Apple SD Gothic Neo"/>
                <a:cs typeface="Apple SD Gothic Neo"/>
              </a:defRPr>
            </a:lvl9pPr>
          </a:lstStyle>
          <a:p xmlns:a="http://schemas.openxmlformats.org/drawingml/2006/main">
            <a:pPr>
              <a:buNone/>
              <a:defRPr sz="1800" b="0">
                <a:solidFill>
                  <a:srgbClr val="253650"/>
                </a:solidFill>
                <a:latin typeface="Apple SD Gothic Neo"/>
                <a:ea typeface="Apple SD Gothic Neo"/>
                <a:cs typeface="Apple SD Gothic Neo"/>
              </a:defRPr>
            </a:pPr>
            <a:r>
              <a:rPr sz="1800" b="0">
                <a:solidFill>
                  <a:srgbClr val="253650"/>
                </a:solidFill>
                <a:latin typeface="Apple SD Gothic Neo"/>
                <a:ea typeface="Apple SD Gothic Neo"/>
                <a:cs typeface="Apple SD Gothic Neo"/>
              </a:rPr>
              <a:t>복잡한 요청만 별도로 검토합니다.</a:t>
            </a:r>
          </a:p>
          <a:p xmlns:a="http://schemas.openxmlformats.org/drawingml/2006/main">
            <a:pPr>
              <a:buNone/>
              <a:defRPr sz="1800" b="0">
                <a:solidFill>
                  <a:srgbClr val="253650"/>
                </a:solidFill>
                <a:latin typeface="Apple SD Gothic Neo"/>
                <a:ea typeface="Apple SD Gothic Neo"/>
                <a:cs typeface="Apple SD Gothic Neo"/>
              </a:defRPr>
            </a:pPr>
            <a:r>
              <a:rPr sz="1800" b="0">
                <a:solidFill>
                  <a:srgbClr val="253650"/>
                </a:solidFill>
                <a:latin typeface="Apple SD Gothic Neo"/>
                <a:ea typeface="Apple SD Gothic Neo"/>
                <a:cs typeface="Apple SD Gothic Neo"/>
              </a:rPr>
              <a:t>최대 2회이며 첫 반려는 재작성,</a:t>
            </a:r>
          </a:p>
          <a:p xmlns:a="http://schemas.openxmlformats.org/drawingml/2006/main">
            <a:pPr>
              <a:buNone/>
              <a:defRPr sz="1800" b="0">
                <a:solidFill>
                  <a:srgbClr val="253650"/>
                </a:solidFill>
                <a:latin typeface="Apple SD Gothic Neo"/>
                <a:ea typeface="Apple SD Gothic Neo"/>
                <a:cs typeface="Apple SD Gothic Neo"/>
              </a:defRPr>
            </a:pPr>
            <a:r>
              <a:rPr sz="1800" b="0">
                <a:solidFill>
                  <a:srgbClr val="253650"/>
                </a:solidFill>
                <a:latin typeface="Apple SD Gothic Neo"/>
                <a:ea typeface="Apple SD Gothic Neo"/>
                <a:cs typeface="Apple SD Gothic Neo"/>
              </a:rPr>
              <a:t>재반려·오류는 보류합니다.</a:t>
            </a:r>
          </a:p>
        </p:txBody>
      </p:sp>
    </p:spTree>
    <p:extLst>
      <p:ext uri="{BB962C8B-B14F-4D97-AF65-F5344CB8AC3E}">
        <p14:creationId xmlns:p14="http://schemas.microsoft.com/office/powerpoint/2010/main" val="2041979675"/>
      </p:ext>
    </p:extLst>
  </p:cSld>
</p:sld>
</file>

<file path=ppt/slides/slide7.xml><?xml version="1.0" encoding="utf-8"?>
<p:sld xmlns:p="http://schemas.openxmlformats.org/presentationml/2006/main">
  <p:cSld>
    <p:bg>
      <p:bgPr>
        <a:solidFill xmlns:a="http://schemas.openxmlformats.org/drawingml/2006/main">
          <a:srgbClr val="F4F6F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76F397A-6B69-4B24-8110-6D56943541C0}"/>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35EC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8FD3C9B-EE26-42BF-B203-B26DC056A75C}"/>
              </a:ext>
            </a:extLst>
          </p:cNvPr>
          <p:cNvSpPr>
            <a:spLocks xmlns:a="http://schemas.openxmlformats.org/drawingml/2006/main" noGrp="1"/>
          </p:cNvSpPr>
          <p:nvPr/>
        </p:nvSpPr>
        <p:spPr>
          <a:xfrm xmlns:a="http://schemas.openxmlformats.org/drawingml/2006/main">
            <a:off x="609600" y="38100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235ECB"/>
                </a:solidFill>
                <a:latin typeface="Apple SD Gothic Neo"/>
                <a:ea typeface="Apple SD Gothic Neo"/>
                <a:cs typeface="Apple SD Gothic Neo"/>
              </a:defRPr>
            </a:defPPr>
            <a:lvl1pPr>
              <a:buNone/>
              <a:defRPr sz="1275" b="1">
                <a:solidFill>
                  <a:srgbClr val="235ECB"/>
                </a:solidFill>
                <a:latin typeface="Apple SD Gothic Neo"/>
                <a:ea typeface="Apple SD Gothic Neo"/>
                <a:cs typeface="Apple SD Gothic Neo"/>
              </a:defRPr>
            </a:lvl1pPr>
            <a:lvl2pPr>
              <a:buNone/>
              <a:defRPr sz="1275" b="1">
                <a:solidFill>
                  <a:srgbClr val="235ECB"/>
                </a:solidFill>
                <a:latin typeface="Apple SD Gothic Neo"/>
                <a:ea typeface="Apple SD Gothic Neo"/>
                <a:cs typeface="Apple SD Gothic Neo"/>
              </a:defRPr>
            </a:lvl2pPr>
            <a:lvl3pPr>
              <a:buNone/>
              <a:defRPr sz="1275" b="1">
                <a:solidFill>
                  <a:srgbClr val="235ECB"/>
                </a:solidFill>
                <a:latin typeface="Apple SD Gothic Neo"/>
                <a:ea typeface="Apple SD Gothic Neo"/>
                <a:cs typeface="Apple SD Gothic Neo"/>
              </a:defRPr>
            </a:lvl3pPr>
            <a:lvl4pPr>
              <a:buNone/>
              <a:defRPr sz="1275" b="1">
                <a:solidFill>
                  <a:srgbClr val="235ECB"/>
                </a:solidFill>
                <a:latin typeface="Apple SD Gothic Neo"/>
                <a:ea typeface="Apple SD Gothic Neo"/>
                <a:cs typeface="Apple SD Gothic Neo"/>
              </a:defRPr>
            </a:lvl4pPr>
            <a:lvl5pPr>
              <a:buNone/>
              <a:defRPr sz="1275" b="1">
                <a:solidFill>
                  <a:srgbClr val="235ECB"/>
                </a:solidFill>
                <a:latin typeface="Apple SD Gothic Neo"/>
                <a:ea typeface="Apple SD Gothic Neo"/>
                <a:cs typeface="Apple SD Gothic Neo"/>
              </a:defRPr>
            </a:lvl5pPr>
            <a:lvl6pPr>
              <a:buNone/>
              <a:defRPr sz="1275" b="1">
                <a:solidFill>
                  <a:srgbClr val="235ECB"/>
                </a:solidFill>
                <a:latin typeface="Apple SD Gothic Neo"/>
                <a:ea typeface="Apple SD Gothic Neo"/>
                <a:cs typeface="Apple SD Gothic Neo"/>
              </a:defRPr>
            </a:lvl6pPr>
            <a:lvl7pPr>
              <a:buNone/>
              <a:defRPr sz="1275" b="1">
                <a:solidFill>
                  <a:srgbClr val="235ECB"/>
                </a:solidFill>
                <a:latin typeface="Apple SD Gothic Neo"/>
                <a:ea typeface="Apple SD Gothic Neo"/>
                <a:cs typeface="Apple SD Gothic Neo"/>
              </a:defRPr>
            </a:lvl7pPr>
            <a:lvl8pPr>
              <a:buNone/>
              <a:defRPr sz="1275" b="1">
                <a:solidFill>
                  <a:srgbClr val="235ECB"/>
                </a:solidFill>
                <a:latin typeface="Apple SD Gothic Neo"/>
                <a:ea typeface="Apple SD Gothic Neo"/>
                <a:cs typeface="Apple SD Gothic Neo"/>
              </a:defRPr>
            </a:lvl8pPr>
            <a:lvl9pPr>
              <a:buNone/>
              <a:defRPr sz="1275" b="1">
                <a:solidFill>
                  <a:srgbClr val="235ECB"/>
                </a:solidFill>
                <a:latin typeface="Apple SD Gothic Neo"/>
                <a:ea typeface="Apple SD Gothic Neo"/>
                <a:cs typeface="Apple SD Gothic Neo"/>
              </a:defRPr>
            </a:lvl9pPr>
          </a:lstStyle>
          <a:p xmlns:a="http://schemas.openxmlformats.org/drawingml/2006/main">
            <a:pPr>
              <a:buNone/>
              <a:defRPr sz="1275" b="1">
                <a:solidFill>
                  <a:srgbClr val="235ECB"/>
                </a:solidFill>
                <a:latin typeface="Apple SD Gothic Neo"/>
                <a:ea typeface="Apple SD Gothic Neo"/>
                <a:cs typeface="Apple SD Gothic Neo"/>
              </a:defRPr>
            </a:pPr>
            <a:r>
              <a:rPr sz="1275" b="1">
                <a:solidFill>
                  <a:srgbClr val="235ECB"/>
                </a:solidFill>
                <a:latin typeface="Apple SD Gothic Neo"/>
                <a:ea typeface="Apple SD Gothic Neo"/>
                <a:cs typeface="Apple SD Gothic Neo"/>
              </a:rPr>
              <a:t>6. Before / After 실측</a:t>
            </a:r>
          </a:p>
        </p:txBody>
      </p:sp>
      <p:sp>
        <p:nvSpPr>
          <p:cNvPr id="3" name="">
            <a:extLst xmlns:a="http://schemas.openxmlformats.org/drawingml/2006/main">
              <a:ext uri="{FF2B5EF4-FFF2-40B4-BE49-F238E27FC236}">
                <a16:creationId xmlns:a16="http://schemas.microsoft.com/office/drawing/2014/main" id="{C00F54C8-9E05-4AEF-9E09-10454CA4F3EA}"/>
              </a:ext>
            </a:extLst>
          </p:cNvPr>
          <p:cNvSpPr>
            <a:spLocks xmlns:a="http://schemas.openxmlformats.org/drawingml/2006/main" noGrp="1"/>
          </p:cNvSpPr>
          <p:nvPr/>
        </p:nvSpPr>
        <p:spPr>
          <a:xfrm xmlns:a="http://schemas.openxmlformats.org/drawingml/2006/main">
            <a:off x="609600" y="838200"/>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172B4D"/>
                </a:solidFill>
                <a:latin typeface="Apple SD Gothic Neo"/>
                <a:ea typeface="Apple SD Gothic Neo"/>
                <a:cs typeface="Apple SD Gothic Neo"/>
              </a:defRPr>
            </a:defPPr>
            <a:lvl1pPr>
              <a:buNone/>
              <a:defRPr sz="2850" b="1">
                <a:solidFill>
                  <a:srgbClr val="172B4D"/>
                </a:solidFill>
                <a:latin typeface="Apple SD Gothic Neo"/>
                <a:ea typeface="Apple SD Gothic Neo"/>
                <a:cs typeface="Apple SD Gothic Neo"/>
              </a:defRPr>
            </a:lvl1pPr>
            <a:lvl2pPr>
              <a:buNone/>
              <a:defRPr sz="2850" b="1">
                <a:solidFill>
                  <a:srgbClr val="172B4D"/>
                </a:solidFill>
                <a:latin typeface="Apple SD Gothic Neo"/>
                <a:ea typeface="Apple SD Gothic Neo"/>
                <a:cs typeface="Apple SD Gothic Neo"/>
              </a:defRPr>
            </a:lvl2pPr>
            <a:lvl3pPr>
              <a:buNone/>
              <a:defRPr sz="2850" b="1">
                <a:solidFill>
                  <a:srgbClr val="172B4D"/>
                </a:solidFill>
                <a:latin typeface="Apple SD Gothic Neo"/>
                <a:ea typeface="Apple SD Gothic Neo"/>
                <a:cs typeface="Apple SD Gothic Neo"/>
              </a:defRPr>
            </a:lvl3pPr>
            <a:lvl4pPr>
              <a:buNone/>
              <a:defRPr sz="2850" b="1">
                <a:solidFill>
                  <a:srgbClr val="172B4D"/>
                </a:solidFill>
                <a:latin typeface="Apple SD Gothic Neo"/>
                <a:ea typeface="Apple SD Gothic Neo"/>
                <a:cs typeface="Apple SD Gothic Neo"/>
              </a:defRPr>
            </a:lvl4pPr>
            <a:lvl5pPr>
              <a:buNone/>
              <a:defRPr sz="2850" b="1">
                <a:solidFill>
                  <a:srgbClr val="172B4D"/>
                </a:solidFill>
                <a:latin typeface="Apple SD Gothic Neo"/>
                <a:ea typeface="Apple SD Gothic Neo"/>
                <a:cs typeface="Apple SD Gothic Neo"/>
              </a:defRPr>
            </a:lvl5pPr>
            <a:lvl6pPr>
              <a:buNone/>
              <a:defRPr sz="2850" b="1">
                <a:solidFill>
                  <a:srgbClr val="172B4D"/>
                </a:solidFill>
                <a:latin typeface="Apple SD Gothic Neo"/>
                <a:ea typeface="Apple SD Gothic Neo"/>
                <a:cs typeface="Apple SD Gothic Neo"/>
              </a:defRPr>
            </a:lvl6pPr>
            <a:lvl7pPr>
              <a:buNone/>
              <a:defRPr sz="2850" b="1">
                <a:solidFill>
                  <a:srgbClr val="172B4D"/>
                </a:solidFill>
                <a:latin typeface="Apple SD Gothic Neo"/>
                <a:ea typeface="Apple SD Gothic Neo"/>
                <a:cs typeface="Apple SD Gothic Neo"/>
              </a:defRPr>
            </a:lvl7pPr>
            <a:lvl8pPr>
              <a:buNone/>
              <a:defRPr sz="2850" b="1">
                <a:solidFill>
                  <a:srgbClr val="172B4D"/>
                </a:solidFill>
                <a:latin typeface="Apple SD Gothic Neo"/>
                <a:ea typeface="Apple SD Gothic Neo"/>
                <a:cs typeface="Apple SD Gothic Neo"/>
              </a:defRPr>
            </a:lvl8pPr>
            <a:lvl9pPr>
              <a:buNone/>
              <a:defRPr sz="2850" b="1">
                <a:solidFill>
                  <a:srgbClr val="172B4D"/>
                </a:solidFill>
                <a:latin typeface="Apple SD Gothic Neo"/>
                <a:ea typeface="Apple SD Gothic Neo"/>
                <a:cs typeface="Apple SD Gothic Neo"/>
              </a:defRPr>
            </a:lvl9pPr>
          </a:lstStyle>
          <a:p xmlns:a="http://schemas.openxmlformats.org/drawingml/2006/main">
            <a:pPr>
              <a:buNone/>
              <a:defRPr sz="2850" b="1">
                <a:solidFill>
                  <a:srgbClr val="172B4D"/>
                </a:solidFill>
                <a:latin typeface="Apple SD Gothic Neo"/>
                <a:ea typeface="Apple SD Gothic Neo"/>
                <a:cs typeface="Apple SD Gothic Neo"/>
              </a:defRPr>
            </a:pPr>
            <a:r>
              <a:rPr sz="2850" b="1">
                <a:solidFill>
                  <a:srgbClr val="172B4D"/>
                </a:solidFill>
                <a:latin typeface="Apple SD Gothic Neo"/>
                <a:ea typeface="Apple SD Gothic Neo"/>
                <a:cs typeface="Apple SD Gothic Neo"/>
              </a:rPr>
              <a:t>동일한 입력 66건으로 두 버전을 비교했습니다</a:t>
            </a:r>
          </a:p>
        </p:txBody>
      </p:sp>
      <p:sp>
        <p:nvSpPr>
          <p:cNvPr id="4" name="">
            <a:extLst xmlns:a="http://schemas.openxmlformats.org/drawingml/2006/main">
              <a:ext uri="{FF2B5EF4-FFF2-40B4-BE49-F238E27FC236}">
                <a16:creationId xmlns:a16="http://schemas.microsoft.com/office/drawing/2014/main" id="{7AF33A9D-8B14-40F3-A1CD-6310C73B8167}"/>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7E0E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4628ACB-1E0D-46AC-A396-524083E8781E}"/>
              </a:ext>
            </a:extLst>
          </p:cNvPr>
          <p:cNvSpPr>
            <a:spLocks xmlns:a="http://schemas.openxmlformats.org/drawingml/2006/main" noGrp="1"/>
          </p:cNvSpPr>
          <p:nvPr/>
        </p:nvSpPr>
        <p:spPr>
          <a:xfrm xmlns:a="http://schemas.openxmlformats.org/drawingml/2006/main">
            <a:off x="609600" y="63436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5D6D84"/>
                </a:solidFill>
                <a:latin typeface="Apple SD Gothic Neo"/>
                <a:ea typeface="Apple SD Gothic Neo"/>
                <a:cs typeface="Apple SD Gothic Neo"/>
              </a:defRPr>
            </a:defPPr>
            <a:lvl1pPr>
              <a:buNone/>
              <a:defRPr sz="975" b="0">
                <a:solidFill>
                  <a:srgbClr val="5D6D84"/>
                </a:solidFill>
                <a:latin typeface="Apple SD Gothic Neo"/>
                <a:ea typeface="Apple SD Gothic Neo"/>
                <a:cs typeface="Apple SD Gothic Neo"/>
              </a:defRPr>
            </a:lvl1pPr>
            <a:lvl2pPr>
              <a:buNone/>
              <a:defRPr sz="975" b="0">
                <a:solidFill>
                  <a:srgbClr val="5D6D84"/>
                </a:solidFill>
                <a:latin typeface="Apple SD Gothic Neo"/>
                <a:ea typeface="Apple SD Gothic Neo"/>
                <a:cs typeface="Apple SD Gothic Neo"/>
              </a:defRPr>
            </a:lvl2pPr>
            <a:lvl3pPr>
              <a:buNone/>
              <a:defRPr sz="975" b="0">
                <a:solidFill>
                  <a:srgbClr val="5D6D84"/>
                </a:solidFill>
                <a:latin typeface="Apple SD Gothic Neo"/>
                <a:ea typeface="Apple SD Gothic Neo"/>
                <a:cs typeface="Apple SD Gothic Neo"/>
              </a:defRPr>
            </a:lvl3pPr>
            <a:lvl4pPr>
              <a:buNone/>
              <a:defRPr sz="975" b="0">
                <a:solidFill>
                  <a:srgbClr val="5D6D84"/>
                </a:solidFill>
                <a:latin typeface="Apple SD Gothic Neo"/>
                <a:ea typeface="Apple SD Gothic Neo"/>
                <a:cs typeface="Apple SD Gothic Neo"/>
              </a:defRPr>
            </a:lvl4pPr>
            <a:lvl5pPr>
              <a:buNone/>
              <a:defRPr sz="975" b="0">
                <a:solidFill>
                  <a:srgbClr val="5D6D84"/>
                </a:solidFill>
                <a:latin typeface="Apple SD Gothic Neo"/>
                <a:ea typeface="Apple SD Gothic Neo"/>
                <a:cs typeface="Apple SD Gothic Neo"/>
              </a:defRPr>
            </a:lvl5pPr>
            <a:lvl6pPr>
              <a:buNone/>
              <a:defRPr sz="975" b="0">
                <a:solidFill>
                  <a:srgbClr val="5D6D84"/>
                </a:solidFill>
                <a:latin typeface="Apple SD Gothic Neo"/>
                <a:ea typeface="Apple SD Gothic Neo"/>
                <a:cs typeface="Apple SD Gothic Neo"/>
              </a:defRPr>
            </a:lvl6pPr>
            <a:lvl7pPr>
              <a:buNone/>
              <a:defRPr sz="975" b="0">
                <a:solidFill>
                  <a:srgbClr val="5D6D84"/>
                </a:solidFill>
                <a:latin typeface="Apple SD Gothic Neo"/>
                <a:ea typeface="Apple SD Gothic Neo"/>
                <a:cs typeface="Apple SD Gothic Neo"/>
              </a:defRPr>
            </a:lvl7pPr>
            <a:lvl8pPr>
              <a:buNone/>
              <a:defRPr sz="975" b="0">
                <a:solidFill>
                  <a:srgbClr val="5D6D84"/>
                </a:solidFill>
                <a:latin typeface="Apple SD Gothic Neo"/>
                <a:ea typeface="Apple SD Gothic Neo"/>
                <a:cs typeface="Apple SD Gothic Neo"/>
              </a:defRPr>
            </a:lvl8pPr>
            <a:lvl9pPr>
              <a:buNone/>
              <a:defRPr sz="975" b="0">
                <a:solidFill>
                  <a:srgbClr val="5D6D84"/>
                </a:solidFill>
                <a:latin typeface="Apple SD Gothic Neo"/>
                <a:ea typeface="Apple SD Gothic Neo"/>
                <a:cs typeface="Apple SD Gothic Neo"/>
              </a:defRPr>
            </a:lvl9pPr>
          </a:lstStyle>
          <a:p xmlns:a="http://schemas.openxmlformats.org/drawingml/2006/main">
            <a:pPr>
              <a:buNone/>
              <a:defRPr sz="975" b="0">
                <a:solidFill>
                  <a:srgbClr val="5D6D84"/>
                </a:solidFill>
                <a:latin typeface="Apple SD Gothic Neo"/>
                <a:ea typeface="Apple SD Gothic Neo"/>
                <a:cs typeface="Apple SD Gothic Neo"/>
              </a:defRPr>
            </a:pPr>
            <a:r>
              <a:rPr sz="975" b="0">
                <a:solidFill>
                  <a:srgbClr val="5D6D84"/>
                </a:solidFill>
                <a:latin typeface="Apple SD Gothic Neo"/>
                <a:ea typeface="Apple SD Gothic Neo"/>
                <a:cs typeface="Apple SD Gothic Neo"/>
              </a:rPr>
              <a:t>근거: doc/final_measurement_summary.json / 고정 수업 샘플 / 버전별 33건</a:t>
            </a:r>
          </a:p>
        </p:txBody>
      </p:sp>
      <p:sp>
        <p:nvSpPr>
          <p:cNvPr id="6" name="">
            <a:extLst xmlns:a="http://schemas.openxmlformats.org/drawingml/2006/main">
              <a:ext uri="{FF2B5EF4-FFF2-40B4-BE49-F238E27FC236}">
                <a16:creationId xmlns:a16="http://schemas.microsoft.com/office/drawing/2014/main" id="{641C47F1-AC1B-4CC9-B7A7-61C6D7BFADD9}"/>
              </a:ext>
            </a:extLst>
          </p:cNvPr>
          <p:cNvSpPr>
            <a:spLocks xmlns:a="http://schemas.openxmlformats.org/drawingml/2006/main" noGrp="1"/>
          </p:cNvSpPr>
          <p:nvPr/>
        </p:nvSpPr>
        <p:spPr>
          <a:xfrm xmlns:a="http://schemas.openxmlformats.org/drawingml/2006/main">
            <a:off x="11049000" y="633412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5D6D84"/>
                </a:solidFill>
                <a:latin typeface="Apple SD Gothic Neo"/>
                <a:ea typeface="Apple SD Gothic Neo"/>
                <a:cs typeface="Apple SD Gothic Neo"/>
              </a:defRPr>
            </a:defPPr>
            <a:lvl1pPr>
              <a:buNone/>
              <a:defRPr sz="1125" b="1">
                <a:solidFill>
                  <a:srgbClr val="5D6D84"/>
                </a:solidFill>
                <a:latin typeface="Apple SD Gothic Neo"/>
                <a:ea typeface="Apple SD Gothic Neo"/>
                <a:cs typeface="Apple SD Gothic Neo"/>
              </a:defRPr>
            </a:lvl1pPr>
            <a:lvl2pPr>
              <a:buNone/>
              <a:defRPr sz="1125" b="1">
                <a:solidFill>
                  <a:srgbClr val="5D6D84"/>
                </a:solidFill>
                <a:latin typeface="Apple SD Gothic Neo"/>
                <a:ea typeface="Apple SD Gothic Neo"/>
                <a:cs typeface="Apple SD Gothic Neo"/>
              </a:defRPr>
            </a:lvl2pPr>
            <a:lvl3pPr>
              <a:buNone/>
              <a:defRPr sz="1125" b="1">
                <a:solidFill>
                  <a:srgbClr val="5D6D84"/>
                </a:solidFill>
                <a:latin typeface="Apple SD Gothic Neo"/>
                <a:ea typeface="Apple SD Gothic Neo"/>
                <a:cs typeface="Apple SD Gothic Neo"/>
              </a:defRPr>
            </a:lvl3pPr>
            <a:lvl4pPr>
              <a:buNone/>
              <a:defRPr sz="1125" b="1">
                <a:solidFill>
                  <a:srgbClr val="5D6D84"/>
                </a:solidFill>
                <a:latin typeface="Apple SD Gothic Neo"/>
                <a:ea typeface="Apple SD Gothic Neo"/>
                <a:cs typeface="Apple SD Gothic Neo"/>
              </a:defRPr>
            </a:lvl4pPr>
            <a:lvl5pPr>
              <a:buNone/>
              <a:defRPr sz="1125" b="1">
                <a:solidFill>
                  <a:srgbClr val="5D6D84"/>
                </a:solidFill>
                <a:latin typeface="Apple SD Gothic Neo"/>
                <a:ea typeface="Apple SD Gothic Neo"/>
                <a:cs typeface="Apple SD Gothic Neo"/>
              </a:defRPr>
            </a:lvl5pPr>
            <a:lvl6pPr>
              <a:buNone/>
              <a:defRPr sz="1125" b="1">
                <a:solidFill>
                  <a:srgbClr val="5D6D84"/>
                </a:solidFill>
                <a:latin typeface="Apple SD Gothic Neo"/>
                <a:ea typeface="Apple SD Gothic Neo"/>
                <a:cs typeface="Apple SD Gothic Neo"/>
              </a:defRPr>
            </a:lvl6pPr>
            <a:lvl7pPr>
              <a:buNone/>
              <a:defRPr sz="1125" b="1">
                <a:solidFill>
                  <a:srgbClr val="5D6D84"/>
                </a:solidFill>
                <a:latin typeface="Apple SD Gothic Neo"/>
                <a:ea typeface="Apple SD Gothic Neo"/>
                <a:cs typeface="Apple SD Gothic Neo"/>
              </a:defRPr>
            </a:lvl7pPr>
            <a:lvl8pPr>
              <a:buNone/>
              <a:defRPr sz="1125" b="1">
                <a:solidFill>
                  <a:srgbClr val="5D6D84"/>
                </a:solidFill>
                <a:latin typeface="Apple SD Gothic Neo"/>
                <a:ea typeface="Apple SD Gothic Neo"/>
                <a:cs typeface="Apple SD Gothic Neo"/>
              </a:defRPr>
            </a:lvl8pPr>
            <a:lvl9pPr>
              <a:buNone/>
              <a:defRPr sz="1125" b="1">
                <a:solidFill>
                  <a:srgbClr val="5D6D84"/>
                </a:solidFill>
                <a:latin typeface="Apple SD Gothic Neo"/>
                <a:ea typeface="Apple SD Gothic Neo"/>
                <a:cs typeface="Apple SD Gothic Neo"/>
              </a:defRPr>
            </a:lvl9pPr>
          </a:lstStyle>
          <a:p xmlns:a="http://schemas.openxmlformats.org/drawingml/2006/main">
            <a:pPr>
              <a:buNone/>
              <a:defRPr sz="1125" b="1">
                <a:solidFill>
                  <a:srgbClr val="5D6D84"/>
                </a:solidFill>
                <a:latin typeface="Apple SD Gothic Neo"/>
                <a:ea typeface="Apple SD Gothic Neo"/>
                <a:cs typeface="Apple SD Gothic Neo"/>
              </a:defRPr>
            </a:pPr>
            <a:r>
              <a:rPr sz="1125" b="1">
                <a:solidFill>
                  <a:srgbClr val="5D6D84"/>
                </a:solidFill>
                <a:latin typeface="Apple SD Gothic Neo"/>
                <a:ea typeface="Apple SD Gothic Neo"/>
                <a:cs typeface="Apple SD Gothic Neo"/>
              </a:rPr>
              <a:t>07</a:t>
            </a:r>
          </a:p>
        </p:txBody>
      </p:sp>
      <p:graphicFrame>
        <p:nvGraphicFramePr>
          <p:cNvPr id="7" name="">
            <a:extLst xmlns:a="http://schemas.openxmlformats.org/drawingml/2006/main">
              <a:ext uri="{FF2B5EF4-FFF2-40B4-BE49-F238E27FC236}">
                <a16:creationId xmlns:a16="http://schemas.microsoft.com/office/drawing/2014/main" id="{CA5FB434-7349-42BD-88E5-E318A3E21158}"/>
              </a:ext>
            </a:extLst>
          </p:cNvPr>
          <p:cNvGraphicFramePr/>
          <p:nvPr/>
        </p:nvGraphicFramePr>
        <p:xfrm>
          <a:off xmlns:a="http://schemas.openxmlformats.org/drawingml/2006/main" x="609600" y="1952625"/>
          <a:ext xmlns:a="http://schemas.openxmlformats.org/drawingml/2006/main" cx="10972800" cy="3143250"/>
        </p:xfrm>
        <a:graphic xmlns:a="http://schemas.openxmlformats.org/drawingml/2006/main">
          <a:graphicData uri="http://schemas.openxmlformats.org/drawingml/2006/table">
            <a:tbl>
              <a:tblPr/>
              <a:tblGrid>
                <a:gridCol w="4953000"/>
                <a:gridCol w="3009900"/>
                <a:gridCol w="3009900"/>
              </a:tblGrid>
              <a:tr h="523875">
                <a:tc>
                  <a:txBody>
                    <a:bodyPr/>
                    <a:lstStyle/>
                    <a:p>
                      <a:r>
                        <a:rPr sz="1800" b="1">
                          <a:solidFill>
                            <a:srgbClr val="FFFFFF"/>
                          </a:solidFill>
                          <a:latin typeface="Apple SD Gothic Neo"/>
                          <a:ea typeface="Apple SD Gothic Neo"/>
                          <a:cs typeface="Apple SD Gothic Neo"/>
                        </a:rPr>
                        <a:t>지표</a:t>
                      </a:r>
                    </a:p>
                  </a:txBody>
                  <a:tcPr marL="91440" marR="91440" marT="45720" marB="45720">
                    <a:lnL w="9525">
                      <a:solidFill>
                        <a:srgbClr val="D7E0ED"/>
                      </a:solidFill>
                      <a:prstDash val="solid"/>
                    </a:lnL>
                    <a:lnR w="9525">
                      <a:solidFill>
                        <a:srgbClr val="D7E0ED"/>
                      </a:solidFill>
                      <a:prstDash val="solid"/>
                    </a:lnR>
                    <a:lnT w="9525">
                      <a:solidFill>
                        <a:srgbClr val="D7E0ED"/>
                      </a:solidFill>
                      <a:prstDash val="solid"/>
                    </a:lnT>
                    <a:lnB w="9525">
                      <a:solidFill>
                        <a:srgbClr val="D7E0ED"/>
                      </a:solidFill>
                      <a:prstDash val="solid"/>
                    </a:lnB>
                    <a:solidFill>
                      <a:srgbClr val="172B4D"/>
                    </a:solidFill>
                  </a:tcPr>
                </a:tc>
                <a:tc>
                  <a:txBody>
                    <a:bodyPr/>
                    <a:lstStyle/>
                    <a:p>
                      <a:r>
                        <a:rPr sz="1800" b="1">
                          <a:solidFill>
                            <a:srgbClr val="FFFFFF"/>
                          </a:solidFill>
                          <a:latin typeface="Apple SD Gothic Neo"/>
                          <a:ea typeface="Apple SD Gothic Neo"/>
                          <a:cs typeface="Apple SD Gothic Neo"/>
                        </a:rPr>
                        <a:t>기존 과제</a:t>
                      </a:r>
                    </a:p>
                  </a:txBody>
                  <a:tcPr marL="91440" marR="91440" marT="45720" marB="45720">
                    <a:lnR w="9525">
                      <a:solidFill>
                        <a:srgbClr val="D7E0ED"/>
                      </a:solidFill>
                      <a:prstDash val="solid"/>
                    </a:lnR>
                    <a:lnT w="9525">
                      <a:solidFill>
                        <a:srgbClr val="D7E0ED"/>
                      </a:solidFill>
                      <a:prstDash val="solid"/>
                    </a:lnT>
                    <a:lnB w="9525">
                      <a:solidFill>
                        <a:srgbClr val="D7E0ED"/>
                      </a:solidFill>
                      <a:prstDash val="solid"/>
                    </a:lnB>
                    <a:solidFill>
                      <a:srgbClr val="172B4D"/>
                    </a:solidFill>
                  </a:tcPr>
                </a:tc>
                <a:tc>
                  <a:txBody>
                    <a:bodyPr/>
                    <a:lstStyle/>
                    <a:p>
                      <a:r>
                        <a:rPr sz="1800" b="1">
                          <a:solidFill>
                            <a:srgbClr val="FFFFFF"/>
                          </a:solidFill>
                          <a:latin typeface="Apple SD Gothic Neo"/>
                          <a:ea typeface="Apple SD Gothic Neo"/>
                          <a:cs typeface="Apple SD Gothic Neo"/>
                        </a:rPr>
                        <a:t>최종 수정본</a:t>
                      </a:r>
                    </a:p>
                  </a:txBody>
                  <a:tcPr marL="91440" marR="91440" marT="45720" marB="45720">
                    <a:lnR w="9525">
                      <a:solidFill>
                        <a:srgbClr val="D7E0ED"/>
                      </a:solidFill>
                      <a:prstDash val="solid"/>
                    </a:lnR>
                    <a:lnT w="9525">
                      <a:solidFill>
                        <a:srgbClr val="D7E0ED"/>
                      </a:solidFill>
                      <a:prstDash val="solid"/>
                    </a:lnT>
                    <a:lnB w="9525">
                      <a:solidFill>
                        <a:srgbClr val="D7E0ED"/>
                      </a:solidFill>
                      <a:prstDash val="solid"/>
                    </a:lnB>
                    <a:solidFill>
                      <a:srgbClr val="172B4D"/>
                    </a:solidFill>
                  </a:tcPr>
                </a:tc>
              </a:tr>
              <a:tr h="523875">
                <a:tc>
                  <a:txBody>
                    <a:bodyPr/>
                    <a:lstStyle/>
                    <a:p>
                      <a:r>
                        <a:rPr sz="1800" b="0">
                          <a:solidFill>
                            <a:srgbClr val="253650"/>
                          </a:solidFill>
                          <a:latin typeface="Apple SD Gothic Neo"/>
                          <a:ea typeface="Apple SD Gothic Neo"/>
                          <a:cs typeface="Apple SD Gothic Neo"/>
                        </a:rPr>
                        <a:t>평균 처리시간</a:t>
                      </a:r>
                    </a:p>
                  </a:txBody>
                  <a:tcPr marL="91440" marR="91440" marT="45720" marB="45720">
                    <a:lnL w="9525">
                      <a:solidFill>
                        <a:srgbClr val="D7E0ED"/>
                      </a:solidFill>
                      <a:prstDash val="solid"/>
                    </a:lnL>
                    <a:lnR w="9525">
                      <a:solidFill>
                        <a:srgbClr val="D7E0ED"/>
                      </a:solidFill>
                      <a:prstDash val="solid"/>
                    </a:lnR>
                    <a:lnB w="9525">
                      <a:solidFill>
                        <a:srgbClr val="D7E0ED"/>
                      </a:solidFill>
                      <a:prstDash val="solid"/>
                    </a:lnB>
                    <a:solidFill>
                      <a:srgbClr val="FFFFFF"/>
                    </a:solidFill>
                  </a:tcPr>
                </a:tc>
                <a:tc>
                  <a:txBody>
                    <a:bodyPr/>
                    <a:lstStyle/>
                    <a:p>
                      <a:r>
                        <a:rPr sz="1800" b="0">
                          <a:solidFill>
                            <a:srgbClr val="253650"/>
                          </a:solidFill>
                          <a:latin typeface="Apple SD Gothic Neo"/>
                          <a:ea typeface="Apple SD Gothic Neo"/>
                          <a:cs typeface="Apple SD Gothic Neo"/>
                        </a:rPr>
                        <a:t>4.207초</a:t>
                      </a:r>
                    </a:p>
                  </a:txBody>
                  <a:tcPr marL="91440" marR="91440" marT="45720" marB="45720">
                    <a:lnR w="9525">
                      <a:solidFill>
                        <a:srgbClr val="D7E0ED"/>
                      </a:solidFill>
                      <a:prstDash val="solid"/>
                    </a:lnR>
                    <a:lnB w="9525">
                      <a:solidFill>
                        <a:srgbClr val="D7E0ED"/>
                      </a:solidFill>
                      <a:prstDash val="solid"/>
                    </a:lnB>
                    <a:solidFill>
                      <a:srgbClr val="FFFFFF"/>
                    </a:solidFill>
                  </a:tcPr>
                </a:tc>
                <a:tc>
                  <a:txBody>
                    <a:bodyPr/>
                    <a:lstStyle/>
                    <a:p>
                      <a:r>
                        <a:rPr sz="1800" b="0">
                          <a:solidFill>
                            <a:srgbClr val="253650"/>
                          </a:solidFill>
                          <a:latin typeface="Apple SD Gothic Neo"/>
                          <a:ea typeface="Apple SD Gothic Neo"/>
                          <a:cs typeface="Apple SD Gothic Neo"/>
                        </a:rPr>
                        <a:t>3.246초</a:t>
                      </a:r>
                    </a:p>
                  </a:txBody>
                  <a:tcPr marL="91440" marR="91440" marT="45720" marB="45720">
                    <a:lnR w="9525">
                      <a:solidFill>
                        <a:srgbClr val="D7E0ED"/>
                      </a:solidFill>
                      <a:prstDash val="solid"/>
                    </a:lnR>
                    <a:lnB w="9525">
                      <a:solidFill>
                        <a:srgbClr val="D7E0ED"/>
                      </a:solidFill>
                      <a:prstDash val="solid"/>
                    </a:lnB>
                    <a:solidFill>
                      <a:srgbClr val="FFFFFF"/>
                    </a:solidFill>
                  </a:tcPr>
                </a:tc>
              </a:tr>
              <a:tr h="523875">
                <a:tc>
                  <a:txBody>
                    <a:bodyPr/>
                    <a:lstStyle/>
                    <a:p>
                      <a:r>
                        <a:rPr sz="1800" b="0">
                          <a:solidFill>
                            <a:srgbClr val="253650"/>
                          </a:solidFill>
                          <a:latin typeface="Apple SD Gothic Neo"/>
                          <a:ea typeface="Apple SD Gothic Neo"/>
                          <a:cs typeface="Apple SD Gothic Neo"/>
                        </a:rPr>
                        <a:t>p95 처리시간</a:t>
                      </a:r>
                    </a:p>
                  </a:txBody>
                  <a:tcPr marL="91440" marR="91440" marT="45720" marB="45720">
                    <a:lnL w="9525">
                      <a:solidFill>
                        <a:srgbClr val="D7E0ED"/>
                      </a:solidFill>
                      <a:prstDash val="solid"/>
                    </a:lnL>
                    <a:lnR w="9525">
                      <a:solidFill>
                        <a:srgbClr val="D7E0ED"/>
                      </a:solidFill>
                      <a:prstDash val="solid"/>
                    </a:lnR>
                    <a:lnB w="9525">
                      <a:solidFill>
                        <a:srgbClr val="D7E0ED"/>
                      </a:solidFill>
                      <a:prstDash val="solid"/>
                    </a:lnB>
                    <a:solidFill>
                      <a:srgbClr val="EAF0FA"/>
                    </a:solidFill>
                  </a:tcPr>
                </a:tc>
                <a:tc>
                  <a:txBody>
                    <a:bodyPr/>
                    <a:lstStyle/>
                    <a:p>
                      <a:r>
                        <a:rPr sz="1800" b="0">
                          <a:solidFill>
                            <a:srgbClr val="253650"/>
                          </a:solidFill>
                          <a:latin typeface="Apple SD Gothic Neo"/>
                          <a:ea typeface="Apple SD Gothic Neo"/>
                          <a:cs typeface="Apple SD Gothic Neo"/>
                        </a:rPr>
                        <a:t>5.920초</a:t>
                      </a:r>
                    </a:p>
                  </a:txBody>
                  <a:tcPr marL="91440" marR="91440" marT="45720" marB="45720">
                    <a:lnR w="9525">
                      <a:solidFill>
                        <a:srgbClr val="D7E0ED"/>
                      </a:solidFill>
                      <a:prstDash val="solid"/>
                    </a:lnR>
                    <a:lnB w="9525">
                      <a:solidFill>
                        <a:srgbClr val="D7E0ED"/>
                      </a:solidFill>
                      <a:prstDash val="solid"/>
                    </a:lnB>
                    <a:solidFill>
                      <a:srgbClr val="EAF0FA"/>
                    </a:solidFill>
                  </a:tcPr>
                </a:tc>
                <a:tc>
                  <a:txBody>
                    <a:bodyPr/>
                    <a:lstStyle/>
                    <a:p>
                      <a:r>
                        <a:rPr sz="1800" b="0">
                          <a:solidFill>
                            <a:srgbClr val="253650"/>
                          </a:solidFill>
                          <a:latin typeface="Apple SD Gothic Neo"/>
                          <a:ea typeface="Apple SD Gothic Neo"/>
                          <a:cs typeface="Apple SD Gothic Neo"/>
                        </a:rPr>
                        <a:t>4.748초</a:t>
                      </a:r>
                    </a:p>
                  </a:txBody>
                  <a:tcPr marL="91440" marR="91440" marT="45720" marB="45720">
                    <a:lnR w="9525">
                      <a:solidFill>
                        <a:srgbClr val="D7E0ED"/>
                      </a:solidFill>
                      <a:prstDash val="solid"/>
                    </a:lnR>
                    <a:lnB w="9525">
                      <a:solidFill>
                        <a:srgbClr val="D7E0ED"/>
                      </a:solidFill>
                      <a:prstDash val="solid"/>
                    </a:lnB>
                    <a:solidFill>
                      <a:srgbClr val="EAF0FA"/>
                    </a:solidFill>
                  </a:tcPr>
                </a:tc>
              </a:tr>
              <a:tr h="523875">
                <a:tc>
                  <a:txBody>
                    <a:bodyPr/>
                    <a:lstStyle/>
                    <a:p>
                      <a:r>
                        <a:rPr sz="1800" b="0">
                          <a:solidFill>
                            <a:srgbClr val="253650"/>
                          </a:solidFill>
                          <a:latin typeface="Apple SD Gothic Neo"/>
                          <a:ea typeface="Apple SD Gothic Neo"/>
                          <a:cs typeface="Apple SD Gothic Neo"/>
                        </a:rPr>
                        <a:t>조회 대상 일치 / 24건*</a:t>
                      </a:r>
                    </a:p>
                  </a:txBody>
                  <a:tcPr marL="91440" marR="91440" marT="45720" marB="45720">
                    <a:lnL w="9525">
                      <a:solidFill>
                        <a:srgbClr val="D7E0ED"/>
                      </a:solidFill>
                      <a:prstDash val="solid"/>
                    </a:lnL>
                    <a:lnR w="9525">
                      <a:solidFill>
                        <a:srgbClr val="D7E0ED"/>
                      </a:solidFill>
                      <a:prstDash val="solid"/>
                    </a:lnR>
                    <a:lnB w="9525">
                      <a:solidFill>
                        <a:srgbClr val="D7E0ED"/>
                      </a:solidFill>
                      <a:prstDash val="solid"/>
                    </a:lnB>
                    <a:solidFill>
                      <a:srgbClr val="FFFFFF"/>
                    </a:solidFill>
                  </a:tcPr>
                </a:tc>
                <a:tc>
                  <a:txBody>
                    <a:bodyPr/>
                    <a:lstStyle/>
                    <a:p>
                      <a:r>
                        <a:rPr sz="1800" b="0">
                          <a:solidFill>
                            <a:srgbClr val="253650"/>
                          </a:solidFill>
                          <a:latin typeface="Apple SD Gothic Neo"/>
                          <a:ea typeface="Apple SD Gothic Neo"/>
                          <a:cs typeface="Apple SD Gothic Neo"/>
                        </a:rPr>
                        <a:t>24 / 24</a:t>
                      </a:r>
                    </a:p>
                  </a:txBody>
                  <a:tcPr marL="91440" marR="91440" marT="45720" marB="45720">
                    <a:lnR w="9525">
                      <a:solidFill>
                        <a:srgbClr val="D7E0ED"/>
                      </a:solidFill>
                      <a:prstDash val="solid"/>
                    </a:lnR>
                    <a:lnB w="9525">
                      <a:solidFill>
                        <a:srgbClr val="D7E0ED"/>
                      </a:solidFill>
                      <a:prstDash val="solid"/>
                    </a:lnB>
                    <a:solidFill>
                      <a:srgbClr val="FFFFFF"/>
                    </a:solidFill>
                  </a:tcPr>
                </a:tc>
                <a:tc>
                  <a:txBody>
                    <a:bodyPr/>
                    <a:lstStyle/>
                    <a:p>
                      <a:r>
                        <a:rPr sz="1800" b="0">
                          <a:solidFill>
                            <a:srgbClr val="253650"/>
                          </a:solidFill>
                          <a:latin typeface="Apple SD Gothic Neo"/>
                          <a:ea typeface="Apple SD Gothic Neo"/>
                          <a:cs typeface="Apple SD Gothic Neo"/>
                        </a:rPr>
                        <a:t>24 / 24</a:t>
                      </a:r>
                    </a:p>
                  </a:txBody>
                  <a:tcPr marL="91440" marR="91440" marT="45720" marB="45720">
                    <a:lnR w="9525">
                      <a:solidFill>
                        <a:srgbClr val="D7E0ED"/>
                      </a:solidFill>
                      <a:prstDash val="solid"/>
                    </a:lnR>
                    <a:lnB w="9525">
                      <a:solidFill>
                        <a:srgbClr val="D7E0ED"/>
                      </a:solidFill>
                      <a:prstDash val="solid"/>
                    </a:lnB>
                    <a:solidFill>
                      <a:srgbClr val="FFFFFF"/>
                    </a:solidFill>
                  </a:tcPr>
                </a:tc>
              </a:tr>
              <a:tr h="523875">
                <a:tc>
                  <a:txBody>
                    <a:bodyPr/>
                    <a:lstStyle/>
                    <a:p>
                      <a:r>
                        <a:rPr sz="1800" b="0">
                          <a:solidFill>
                            <a:srgbClr val="253650"/>
                          </a:solidFill>
                          <a:latin typeface="Apple SD Gothic Neo"/>
                          <a:ea typeface="Apple SD Gothic Neo"/>
                          <a:cs typeface="Apple SD Gothic Neo"/>
                        </a:rPr>
                        <a:t>모델 총 토큰</a:t>
                      </a:r>
                    </a:p>
                  </a:txBody>
                  <a:tcPr marL="91440" marR="91440" marT="45720" marB="45720">
                    <a:lnL w="9525">
                      <a:solidFill>
                        <a:srgbClr val="D7E0ED"/>
                      </a:solidFill>
                      <a:prstDash val="solid"/>
                    </a:lnL>
                    <a:lnR w="9525">
                      <a:solidFill>
                        <a:srgbClr val="D7E0ED"/>
                      </a:solidFill>
                      <a:prstDash val="solid"/>
                    </a:lnR>
                    <a:lnB w="9525">
                      <a:solidFill>
                        <a:srgbClr val="D7E0ED"/>
                      </a:solidFill>
                      <a:prstDash val="solid"/>
                    </a:lnB>
                    <a:solidFill>
                      <a:srgbClr val="EAF0FA"/>
                    </a:solidFill>
                  </a:tcPr>
                </a:tc>
                <a:tc>
                  <a:txBody>
                    <a:bodyPr/>
                    <a:lstStyle/>
                    <a:p>
                      <a:r>
                        <a:rPr sz="1800" b="0">
                          <a:solidFill>
                            <a:srgbClr val="253650"/>
                          </a:solidFill>
                          <a:latin typeface="Apple SD Gothic Neo"/>
                          <a:ea typeface="Apple SD Gothic Neo"/>
                          <a:cs typeface="Apple SD Gothic Neo"/>
                        </a:rPr>
                        <a:t>29,671</a:t>
                      </a:r>
                    </a:p>
                  </a:txBody>
                  <a:tcPr marL="91440" marR="91440" marT="45720" marB="45720">
                    <a:lnR w="9525">
                      <a:solidFill>
                        <a:srgbClr val="D7E0ED"/>
                      </a:solidFill>
                      <a:prstDash val="solid"/>
                    </a:lnR>
                    <a:lnB w="9525">
                      <a:solidFill>
                        <a:srgbClr val="D7E0ED"/>
                      </a:solidFill>
                      <a:prstDash val="solid"/>
                    </a:lnB>
                    <a:solidFill>
                      <a:srgbClr val="EAF0FA"/>
                    </a:solidFill>
                  </a:tcPr>
                </a:tc>
                <a:tc>
                  <a:txBody>
                    <a:bodyPr/>
                    <a:lstStyle/>
                    <a:p>
                      <a:r>
                        <a:rPr sz="1800" b="0">
                          <a:solidFill>
                            <a:srgbClr val="253650"/>
                          </a:solidFill>
                          <a:latin typeface="Apple SD Gothic Neo"/>
                          <a:ea typeface="Apple SD Gothic Neo"/>
                          <a:cs typeface="Apple SD Gothic Neo"/>
                        </a:rPr>
                        <a:t>74,252</a:t>
                      </a:r>
                    </a:p>
                  </a:txBody>
                  <a:tcPr marL="91440" marR="91440" marT="45720" marB="45720">
                    <a:lnR w="9525">
                      <a:solidFill>
                        <a:srgbClr val="D7E0ED"/>
                      </a:solidFill>
                      <a:prstDash val="solid"/>
                    </a:lnR>
                    <a:lnB w="9525">
                      <a:solidFill>
                        <a:srgbClr val="D7E0ED"/>
                      </a:solidFill>
                      <a:prstDash val="solid"/>
                    </a:lnB>
                    <a:solidFill>
                      <a:srgbClr val="EAF0FA"/>
                    </a:solidFill>
                  </a:tcPr>
                </a:tc>
              </a:tr>
              <a:tr h="523875">
                <a:tc>
                  <a:txBody>
                    <a:bodyPr/>
                    <a:lstStyle/>
                    <a:p>
                      <a:r>
                        <a:rPr sz="1800" b="0">
                          <a:solidFill>
                            <a:srgbClr val="253650"/>
                          </a:solidFill>
                          <a:latin typeface="Apple SD Gothic Neo"/>
                          <a:ea typeface="Apple SD Gothic Neo"/>
                          <a:cs typeface="Apple SD Gothic Neo"/>
                        </a:rPr>
                        <a:t>완성 답변 / 33건</a:t>
                      </a:r>
                    </a:p>
                  </a:txBody>
                  <a:tcPr marL="91440" marR="91440" marT="45720" marB="45720">
                    <a:lnL w="9525">
                      <a:solidFill>
                        <a:srgbClr val="D7E0ED"/>
                      </a:solidFill>
                      <a:prstDash val="solid"/>
                    </a:lnL>
                    <a:lnR w="9525">
                      <a:solidFill>
                        <a:srgbClr val="D7E0ED"/>
                      </a:solidFill>
                      <a:prstDash val="solid"/>
                    </a:lnR>
                    <a:lnB w="9525">
                      <a:solidFill>
                        <a:srgbClr val="D7E0ED"/>
                      </a:solidFill>
                      <a:prstDash val="solid"/>
                    </a:lnB>
                    <a:solidFill>
                      <a:srgbClr val="FFFFFF"/>
                    </a:solidFill>
                  </a:tcPr>
                </a:tc>
                <a:tc>
                  <a:txBody>
                    <a:bodyPr/>
                    <a:lstStyle/>
                    <a:p>
                      <a:r>
                        <a:rPr sz="1800" b="0">
                          <a:solidFill>
                            <a:srgbClr val="253650"/>
                          </a:solidFill>
                          <a:latin typeface="Apple SD Gothic Neo"/>
                          <a:ea typeface="Apple SD Gothic Neo"/>
                          <a:cs typeface="Apple SD Gothic Neo"/>
                        </a:rPr>
                        <a:t>33 / 33</a:t>
                      </a:r>
                    </a:p>
                  </a:txBody>
                  <a:tcPr marL="91440" marR="91440" marT="45720" marB="45720">
                    <a:lnR w="9525">
                      <a:solidFill>
                        <a:srgbClr val="D7E0ED"/>
                      </a:solidFill>
                      <a:prstDash val="solid"/>
                    </a:lnR>
                    <a:lnB w="9525">
                      <a:solidFill>
                        <a:srgbClr val="D7E0ED"/>
                      </a:solidFill>
                      <a:prstDash val="solid"/>
                    </a:lnB>
                    <a:solidFill>
                      <a:srgbClr val="FFFFFF"/>
                    </a:solidFill>
                  </a:tcPr>
                </a:tc>
                <a:tc>
                  <a:txBody>
                    <a:bodyPr/>
                    <a:lstStyle/>
                    <a:p>
                      <a:r>
                        <a:rPr sz="1800" b="0">
                          <a:solidFill>
                            <a:srgbClr val="253650"/>
                          </a:solidFill>
                          <a:latin typeface="Apple SD Gothic Neo"/>
                          <a:ea typeface="Apple SD Gothic Neo"/>
                          <a:cs typeface="Apple SD Gothic Neo"/>
                        </a:rPr>
                        <a:t>33 / 33</a:t>
                      </a:r>
                    </a:p>
                  </a:txBody>
                  <a:tcPr marL="91440" marR="91440" marT="45720" marB="45720">
                    <a:lnR w="9525">
                      <a:solidFill>
                        <a:srgbClr val="D7E0ED"/>
                      </a:solidFill>
                      <a:prstDash val="solid"/>
                    </a:lnR>
                    <a:lnB w="9525">
                      <a:solidFill>
                        <a:srgbClr val="D7E0ED"/>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BA4BA73D-F751-41B0-8F67-1E2407F32258}"/>
              </a:ext>
            </a:extLst>
          </p:cNvPr>
          <p:cNvSpPr>
            <a:spLocks xmlns:a="http://schemas.openxmlformats.org/drawingml/2006/main" noGrp="1"/>
          </p:cNvSpPr>
          <p:nvPr/>
        </p:nvSpPr>
        <p:spPr>
          <a:xfrm xmlns:a="http://schemas.openxmlformats.org/drawingml/2006/main">
            <a:off x="609600" y="52768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D6D84"/>
                </a:solidFill>
                <a:latin typeface="Apple SD Gothic Neo"/>
                <a:ea typeface="Apple SD Gothic Neo"/>
                <a:cs typeface="Apple SD Gothic Neo"/>
              </a:defRPr>
            </a:defPPr>
            <a:lvl1pPr>
              <a:buNone/>
              <a:defRPr sz="1650" b="0">
                <a:solidFill>
                  <a:srgbClr val="5D6D84"/>
                </a:solidFill>
                <a:latin typeface="Apple SD Gothic Neo"/>
                <a:ea typeface="Apple SD Gothic Neo"/>
                <a:cs typeface="Apple SD Gothic Neo"/>
              </a:defRPr>
            </a:lvl1pPr>
            <a:lvl2pPr>
              <a:buNone/>
              <a:defRPr sz="1650" b="0">
                <a:solidFill>
                  <a:srgbClr val="5D6D84"/>
                </a:solidFill>
                <a:latin typeface="Apple SD Gothic Neo"/>
                <a:ea typeface="Apple SD Gothic Neo"/>
                <a:cs typeface="Apple SD Gothic Neo"/>
              </a:defRPr>
            </a:lvl2pPr>
            <a:lvl3pPr>
              <a:buNone/>
              <a:defRPr sz="1650" b="0">
                <a:solidFill>
                  <a:srgbClr val="5D6D84"/>
                </a:solidFill>
                <a:latin typeface="Apple SD Gothic Neo"/>
                <a:ea typeface="Apple SD Gothic Neo"/>
                <a:cs typeface="Apple SD Gothic Neo"/>
              </a:defRPr>
            </a:lvl3pPr>
            <a:lvl4pPr>
              <a:buNone/>
              <a:defRPr sz="1650" b="0">
                <a:solidFill>
                  <a:srgbClr val="5D6D84"/>
                </a:solidFill>
                <a:latin typeface="Apple SD Gothic Neo"/>
                <a:ea typeface="Apple SD Gothic Neo"/>
                <a:cs typeface="Apple SD Gothic Neo"/>
              </a:defRPr>
            </a:lvl4pPr>
            <a:lvl5pPr>
              <a:buNone/>
              <a:defRPr sz="1650" b="0">
                <a:solidFill>
                  <a:srgbClr val="5D6D84"/>
                </a:solidFill>
                <a:latin typeface="Apple SD Gothic Neo"/>
                <a:ea typeface="Apple SD Gothic Neo"/>
                <a:cs typeface="Apple SD Gothic Neo"/>
              </a:defRPr>
            </a:lvl5pPr>
            <a:lvl6pPr>
              <a:buNone/>
              <a:defRPr sz="1650" b="0">
                <a:solidFill>
                  <a:srgbClr val="5D6D84"/>
                </a:solidFill>
                <a:latin typeface="Apple SD Gothic Neo"/>
                <a:ea typeface="Apple SD Gothic Neo"/>
                <a:cs typeface="Apple SD Gothic Neo"/>
              </a:defRPr>
            </a:lvl6pPr>
            <a:lvl7pPr>
              <a:buNone/>
              <a:defRPr sz="1650" b="0">
                <a:solidFill>
                  <a:srgbClr val="5D6D84"/>
                </a:solidFill>
                <a:latin typeface="Apple SD Gothic Neo"/>
                <a:ea typeface="Apple SD Gothic Neo"/>
                <a:cs typeface="Apple SD Gothic Neo"/>
              </a:defRPr>
            </a:lvl7pPr>
            <a:lvl8pPr>
              <a:buNone/>
              <a:defRPr sz="1650" b="0">
                <a:solidFill>
                  <a:srgbClr val="5D6D84"/>
                </a:solidFill>
                <a:latin typeface="Apple SD Gothic Neo"/>
                <a:ea typeface="Apple SD Gothic Neo"/>
                <a:cs typeface="Apple SD Gothic Neo"/>
              </a:defRPr>
            </a:lvl8pPr>
            <a:lvl9pPr>
              <a:buNone/>
              <a:defRPr sz="1650" b="0">
                <a:solidFill>
                  <a:srgbClr val="5D6D84"/>
                </a:solidFill>
                <a:latin typeface="Apple SD Gothic Neo"/>
                <a:ea typeface="Apple SD Gothic Neo"/>
                <a:cs typeface="Apple SD Gothic Neo"/>
              </a:defRPr>
            </a:lvl9pPr>
          </a:lstStyle>
          <a:p xmlns:a="http://schemas.openxmlformats.org/drawingml/2006/main">
            <a:pPr>
              <a:buNone/>
              <a:defRPr sz="1650" b="0">
                <a:solidFill>
                  <a:srgbClr val="5D6D84"/>
                </a:solidFill>
                <a:latin typeface="Apple SD Gothic Neo"/>
                <a:ea typeface="Apple SD Gothic Neo"/>
                <a:cs typeface="Apple SD Gothic Neo"/>
              </a:defRPr>
            </a:pPr>
            <a:r>
              <a:rPr sz="1650" b="0">
                <a:solidFill>
                  <a:srgbClr val="5D6D84"/>
                </a:solidFill>
                <a:latin typeface="Apple SD Gothic Neo"/>
                <a:ea typeface="Apple SD Gothic Neo"/>
                <a:cs typeface="Apple SD Gothic Neo"/>
              </a:rPr>
              <a:t>검색 준비 8건·추가 기능 10건은 분리했습니다. Reviewer 토큰을 포함합니다.</a:t>
            </a:r>
          </a:p>
        </p:txBody>
      </p:sp>
      <p:sp>
        <p:nvSpPr>
          <p:cNvPr id="9" name="">
            <a:extLst xmlns:a="http://schemas.openxmlformats.org/drawingml/2006/main">
              <a:ext uri="{FF2B5EF4-FFF2-40B4-BE49-F238E27FC236}">
                <a16:creationId xmlns:a16="http://schemas.microsoft.com/office/drawing/2014/main" id="{7D94F8DD-88E1-41D4-83F7-AED2A2147D60}"/>
              </a:ext>
            </a:extLst>
          </p:cNvPr>
          <p:cNvSpPr>
            <a:spLocks xmlns:a="http://schemas.openxmlformats.org/drawingml/2006/main" noGrp="1"/>
          </p:cNvSpPr>
          <p:nvPr/>
        </p:nvSpPr>
        <p:spPr>
          <a:xfrm xmlns:a="http://schemas.openxmlformats.org/drawingml/2006/main">
            <a:off x="609600" y="57626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D6D84"/>
                </a:solidFill>
                <a:latin typeface="Apple SD Gothic Neo"/>
                <a:ea typeface="Apple SD Gothic Neo"/>
                <a:cs typeface="Apple SD Gothic Neo"/>
              </a:defRPr>
            </a:defPPr>
            <a:lvl1pPr>
              <a:buNone/>
              <a:defRPr sz="1425" b="0">
                <a:solidFill>
                  <a:srgbClr val="5D6D84"/>
                </a:solidFill>
                <a:latin typeface="Apple SD Gothic Neo"/>
                <a:ea typeface="Apple SD Gothic Neo"/>
                <a:cs typeface="Apple SD Gothic Neo"/>
              </a:defRPr>
            </a:lvl1pPr>
            <a:lvl2pPr>
              <a:buNone/>
              <a:defRPr sz="1425" b="0">
                <a:solidFill>
                  <a:srgbClr val="5D6D84"/>
                </a:solidFill>
                <a:latin typeface="Apple SD Gothic Neo"/>
                <a:ea typeface="Apple SD Gothic Neo"/>
                <a:cs typeface="Apple SD Gothic Neo"/>
              </a:defRPr>
            </a:lvl2pPr>
            <a:lvl3pPr>
              <a:buNone/>
              <a:defRPr sz="1425" b="0">
                <a:solidFill>
                  <a:srgbClr val="5D6D84"/>
                </a:solidFill>
                <a:latin typeface="Apple SD Gothic Neo"/>
                <a:ea typeface="Apple SD Gothic Neo"/>
                <a:cs typeface="Apple SD Gothic Neo"/>
              </a:defRPr>
            </a:lvl3pPr>
            <a:lvl4pPr>
              <a:buNone/>
              <a:defRPr sz="1425" b="0">
                <a:solidFill>
                  <a:srgbClr val="5D6D84"/>
                </a:solidFill>
                <a:latin typeface="Apple SD Gothic Neo"/>
                <a:ea typeface="Apple SD Gothic Neo"/>
                <a:cs typeface="Apple SD Gothic Neo"/>
              </a:defRPr>
            </a:lvl4pPr>
            <a:lvl5pPr>
              <a:buNone/>
              <a:defRPr sz="1425" b="0">
                <a:solidFill>
                  <a:srgbClr val="5D6D84"/>
                </a:solidFill>
                <a:latin typeface="Apple SD Gothic Neo"/>
                <a:ea typeface="Apple SD Gothic Neo"/>
                <a:cs typeface="Apple SD Gothic Neo"/>
              </a:defRPr>
            </a:lvl5pPr>
            <a:lvl6pPr>
              <a:buNone/>
              <a:defRPr sz="1425" b="0">
                <a:solidFill>
                  <a:srgbClr val="5D6D84"/>
                </a:solidFill>
                <a:latin typeface="Apple SD Gothic Neo"/>
                <a:ea typeface="Apple SD Gothic Neo"/>
                <a:cs typeface="Apple SD Gothic Neo"/>
              </a:defRPr>
            </a:lvl6pPr>
            <a:lvl7pPr>
              <a:buNone/>
              <a:defRPr sz="1425" b="0">
                <a:solidFill>
                  <a:srgbClr val="5D6D84"/>
                </a:solidFill>
                <a:latin typeface="Apple SD Gothic Neo"/>
                <a:ea typeface="Apple SD Gothic Neo"/>
                <a:cs typeface="Apple SD Gothic Neo"/>
              </a:defRPr>
            </a:lvl7pPr>
            <a:lvl8pPr>
              <a:buNone/>
              <a:defRPr sz="1425" b="0">
                <a:solidFill>
                  <a:srgbClr val="5D6D84"/>
                </a:solidFill>
                <a:latin typeface="Apple SD Gothic Neo"/>
                <a:ea typeface="Apple SD Gothic Neo"/>
                <a:cs typeface="Apple SD Gothic Neo"/>
              </a:defRPr>
            </a:lvl8pPr>
            <a:lvl9pPr>
              <a:buNone/>
              <a:defRPr sz="1425" b="0">
                <a:solidFill>
                  <a:srgbClr val="5D6D84"/>
                </a:solidFill>
                <a:latin typeface="Apple SD Gothic Neo"/>
                <a:ea typeface="Apple SD Gothic Neo"/>
                <a:cs typeface="Apple SD Gothic Neo"/>
              </a:defRPr>
            </a:lvl9pPr>
          </a:lstStyle>
          <a:p xmlns:a="http://schemas.openxmlformats.org/drawingml/2006/main">
            <a:pPr>
              <a:buNone/>
              <a:defRPr sz="1425" b="0">
                <a:solidFill>
                  <a:srgbClr val="5D6D84"/>
                </a:solidFill>
                <a:latin typeface="Apple SD Gothic Neo"/>
                <a:ea typeface="Apple SD Gothic Neo"/>
                <a:cs typeface="Apple SD Gothic Neo"/>
              </a:defRPr>
            </a:pPr>
            <a:r>
              <a:rPr sz="1425" b="0">
                <a:solidFill>
                  <a:srgbClr val="5D6D84"/>
                </a:solidFill>
                <a:latin typeface="Apple SD Gothic Neo"/>
                <a:ea typeface="Apple SD Gothic Neo"/>
                <a:cs typeface="Apple SD Gothic Neo"/>
              </a:rPr>
              <a:t>* Q08은 미지원 billing-service의 기존 auth-service 대체 정책을 포함합니다.</a:t>
            </a:r>
          </a:p>
        </p:txBody>
      </p:sp>
    </p:spTree>
    <p:extLst>
      <p:ext uri="{BB962C8B-B14F-4D97-AF65-F5344CB8AC3E}">
        <p14:creationId xmlns:p14="http://schemas.microsoft.com/office/powerpoint/2010/main" val="1978014884"/>
      </p:ext>
    </p:extLst>
  </p:cSld>
</p:sld>
</file>

<file path=ppt/slides/slide8.xml><?xml version="1.0" encoding="utf-8"?>
<p:sld xmlns:p="http://schemas.openxmlformats.org/presentationml/2006/main">
  <p:cSld>
    <p:bg>
      <p:bgPr>
        <a:solidFill xmlns:a="http://schemas.openxmlformats.org/drawingml/2006/main">
          <a:srgbClr val="F4F6F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938098F-E80A-4075-9D16-633894ECBA6C}"/>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35EC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47A5AAF-6839-4FEC-9267-5170CC0B90A7}"/>
              </a:ext>
            </a:extLst>
          </p:cNvPr>
          <p:cNvSpPr>
            <a:spLocks xmlns:a="http://schemas.openxmlformats.org/drawingml/2006/main" noGrp="1"/>
          </p:cNvSpPr>
          <p:nvPr/>
        </p:nvSpPr>
        <p:spPr>
          <a:xfrm xmlns:a="http://schemas.openxmlformats.org/drawingml/2006/main">
            <a:off x="609600" y="38100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235ECB"/>
                </a:solidFill>
                <a:latin typeface="Apple SD Gothic Neo"/>
                <a:ea typeface="Apple SD Gothic Neo"/>
                <a:cs typeface="Apple SD Gothic Neo"/>
              </a:defRPr>
            </a:defPPr>
            <a:lvl1pPr>
              <a:buNone/>
              <a:defRPr sz="1275" b="1">
                <a:solidFill>
                  <a:srgbClr val="235ECB"/>
                </a:solidFill>
                <a:latin typeface="Apple SD Gothic Neo"/>
                <a:ea typeface="Apple SD Gothic Neo"/>
                <a:cs typeface="Apple SD Gothic Neo"/>
              </a:defRPr>
            </a:lvl1pPr>
            <a:lvl2pPr>
              <a:buNone/>
              <a:defRPr sz="1275" b="1">
                <a:solidFill>
                  <a:srgbClr val="235ECB"/>
                </a:solidFill>
                <a:latin typeface="Apple SD Gothic Neo"/>
                <a:ea typeface="Apple SD Gothic Neo"/>
                <a:cs typeface="Apple SD Gothic Neo"/>
              </a:defRPr>
            </a:lvl2pPr>
            <a:lvl3pPr>
              <a:buNone/>
              <a:defRPr sz="1275" b="1">
                <a:solidFill>
                  <a:srgbClr val="235ECB"/>
                </a:solidFill>
                <a:latin typeface="Apple SD Gothic Neo"/>
                <a:ea typeface="Apple SD Gothic Neo"/>
                <a:cs typeface="Apple SD Gothic Neo"/>
              </a:defRPr>
            </a:lvl3pPr>
            <a:lvl4pPr>
              <a:buNone/>
              <a:defRPr sz="1275" b="1">
                <a:solidFill>
                  <a:srgbClr val="235ECB"/>
                </a:solidFill>
                <a:latin typeface="Apple SD Gothic Neo"/>
                <a:ea typeface="Apple SD Gothic Neo"/>
                <a:cs typeface="Apple SD Gothic Neo"/>
              </a:defRPr>
            </a:lvl4pPr>
            <a:lvl5pPr>
              <a:buNone/>
              <a:defRPr sz="1275" b="1">
                <a:solidFill>
                  <a:srgbClr val="235ECB"/>
                </a:solidFill>
                <a:latin typeface="Apple SD Gothic Neo"/>
                <a:ea typeface="Apple SD Gothic Neo"/>
                <a:cs typeface="Apple SD Gothic Neo"/>
              </a:defRPr>
            </a:lvl5pPr>
            <a:lvl6pPr>
              <a:buNone/>
              <a:defRPr sz="1275" b="1">
                <a:solidFill>
                  <a:srgbClr val="235ECB"/>
                </a:solidFill>
                <a:latin typeface="Apple SD Gothic Neo"/>
                <a:ea typeface="Apple SD Gothic Neo"/>
                <a:cs typeface="Apple SD Gothic Neo"/>
              </a:defRPr>
            </a:lvl6pPr>
            <a:lvl7pPr>
              <a:buNone/>
              <a:defRPr sz="1275" b="1">
                <a:solidFill>
                  <a:srgbClr val="235ECB"/>
                </a:solidFill>
                <a:latin typeface="Apple SD Gothic Neo"/>
                <a:ea typeface="Apple SD Gothic Neo"/>
                <a:cs typeface="Apple SD Gothic Neo"/>
              </a:defRPr>
            </a:lvl7pPr>
            <a:lvl8pPr>
              <a:buNone/>
              <a:defRPr sz="1275" b="1">
                <a:solidFill>
                  <a:srgbClr val="235ECB"/>
                </a:solidFill>
                <a:latin typeface="Apple SD Gothic Neo"/>
                <a:ea typeface="Apple SD Gothic Neo"/>
                <a:cs typeface="Apple SD Gothic Neo"/>
              </a:defRPr>
            </a:lvl8pPr>
            <a:lvl9pPr>
              <a:buNone/>
              <a:defRPr sz="1275" b="1">
                <a:solidFill>
                  <a:srgbClr val="235ECB"/>
                </a:solidFill>
                <a:latin typeface="Apple SD Gothic Neo"/>
                <a:ea typeface="Apple SD Gothic Neo"/>
                <a:cs typeface="Apple SD Gothic Neo"/>
              </a:defRPr>
            </a:lvl9pPr>
          </a:lstStyle>
          <a:p xmlns:a="http://schemas.openxmlformats.org/drawingml/2006/main">
            <a:pPr>
              <a:buNone/>
              <a:defRPr sz="1275" b="1">
                <a:solidFill>
                  <a:srgbClr val="235ECB"/>
                </a:solidFill>
                <a:latin typeface="Apple SD Gothic Neo"/>
                <a:ea typeface="Apple SD Gothic Neo"/>
                <a:cs typeface="Apple SD Gothic Neo"/>
              </a:defRPr>
            </a:pPr>
            <a:r>
              <a:rPr sz="1275" b="1">
                <a:solidFill>
                  <a:srgbClr val="235ECB"/>
                </a:solidFill>
                <a:latin typeface="Apple SD Gothic Neo"/>
                <a:ea typeface="Apple SD Gothic Neo"/>
                <a:cs typeface="Apple SD Gothic Neo"/>
              </a:rPr>
              <a:t>7. 한계와 트레이드오프</a:t>
            </a:r>
          </a:p>
        </p:txBody>
      </p:sp>
      <p:sp>
        <p:nvSpPr>
          <p:cNvPr id="3" name="">
            <a:extLst xmlns:a="http://schemas.openxmlformats.org/drawingml/2006/main">
              <a:ext uri="{FF2B5EF4-FFF2-40B4-BE49-F238E27FC236}">
                <a16:creationId xmlns:a16="http://schemas.microsoft.com/office/drawing/2014/main" id="{00DC7BD5-09D1-446F-802C-6902BE55AFA5}"/>
              </a:ext>
            </a:extLst>
          </p:cNvPr>
          <p:cNvSpPr>
            <a:spLocks xmlns:a="http://schemas.openxmlformats.org/drawingml/2006/main" noGrp="1"/>
          </p:cNvSpPr>
          <p:nvPr/>
        </p:nvSpPr>
        <p:spPr>
          <a:xfrm xmlns:a="http://schemas.openxmlformats.org/drawingml/2006/main">
            <a:off x="609600" y="838200"/>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172B4D"/>
                </a:solidFill>
                <a:latin typeface="Apple SD Gothic Neo"/>
                <a:ea typeface="Apple SD Gothic Neo"/>
                <a:cs typeface="Apple SD Gothic Neo"/>
              </a:defRPr>
            </a:defPPr>
            <a:lvl1pPr>
              <a:buNone/>
              <a:defRPr sz="2850" b="1">
                <a:solidFill>
                  <a:srgbClr val="172B4D"/>
                </a:solidFill>
                <a:latin typeface="Apple SD Gothic Neo"/>
                <a:ea typeface="Apple SD Gothic Neo"/>
                <a:cs typeface="Apple SD Gothic Neo"/>
              </a:defRPr>
            </a:lvl1pPr>
            <a:lvl2pPr>
              <a:buNone/>
              <a:defRPr sz="2850" b="1">
                <a:solidFill>
                  <a:srgbClr val="172B4D"/>
                </a:solidFill>
                <a:latin typeface="Apple SD Gothic Neo"/>
                <a:ea typeface="Apple SD Gothic Neo"/>
                <a:cs typeface="Apple SD Gothic Neo"/>
              </a:defRPr>
            </a:lvl2pPr>
            <a:lvl3pPr>
              <a:buNone/>
              <a:defRPr sz="2850" b="1">
                <a:solidFill>
                  <a:srgbClr val="172B4D"/>
                </a:solidFill>
                <a:latin typeface="Apple SD Gothic Neo"/>
                <a:ea typeface="Apple SD Gothic Neo"/>
                <a:cs typeface="Apple SD Gothic Neo"/>
              </a:defRPr>
            </a:lvl3pPr>
            <a:lvl4pPr>
              <a:buNone/>
              <a:defRPr sz="2850" b="1">
                <a:solidFill>
                  <a:srgbClr val="172B4D"/>
                </a:solidFill>
                <a:latin typeface="Apple SD Gothic Neo"/>
                <a:ea typeface="Apple SD Gothic Neo"/>
                <a:cs typeface="Apple SD Gothic Neo"/>
              </a:defRPr>
            </a:lvl4pPr>
            <a:lvl5pPr>
              <a:buNone/>
              <a:defRPr sz="2850" b="1">
                <a:solidFill>
                  <a:srgbClr val="172B4D"/>
                </a:solidFill>
                <a:latin typeface="Apple SD Gothic Neo"/>
                <a:ea typeface="Apple SD Gothic Neo"/>
                <a:cs typeface="Apple SD Gothic Neo"/>
              </a:defRPr>
            </a:lvl5pPr>
            <a:lvl6pPr>
              <a:buNone/>
              <a:defRPr sz="2850" b="1">
                <a:solidFill>
                  <a:srgbClr val="172B4D"/>
                </a:solidFill>
                <a:latin typeface="Apple SD Gothic Neo"/>
                <a:ea typeface="Apple SD Gothic Neo"/>
                <a:cs typeface="Apple SD Gothic Neo"/>
              </a:defRPr>
            </a:lvl6pPr>
            <a:lvl7pPr>
              <a:buNone/>
              <a:defRPr sz="2850" b="1">
                <a:solidFill>
                  <a:srgbClr val="172B4D"/>
                </a:solidFill>
                <a:latin typeface="Apple SD Gothic Neo"/>
                <a:ea typeface="Apple SD Gothic Neo"/>
                <a:cs typeface="Apple SD Gothic Neo"/>
              </a:defRPr>
            </a:lvl7pPr>
            <a:lvl8pPr>
              <a:buNone/>
              <a:defRPr sz="2850" b="1">
                <a:solidFill>
                  <a:srgbClr val="172B4D"/>
                </a:solidFill>
                <a:latin typeface="Apple SD Gothic Neo"/>
                <a:ea typeface="Apple SD Gothic Neo"/>
                <a:cs typeface="Apple SD Gothic Neo"/>
              </a:defRPr>
            </a:lvl8pPr>
            <a:lvl9pPr>
              <a:buNone/>
              <a:defRPr sz="2850" b="1">
                <a:solidFill>
                  <a:srgbClr val="172B4D"/>
                </a:solidFill>
                <a:latin typeface="Apple SD Gothic Neo"/>
                <a:ea typeface="Apple SD Gothic Neo"/>
                <a:cs typeface="Apple SD Gothic Neo"/>
              </a:defRPr>
            </a:lvl9pPr>
          </a:lstStyle>
          <a:p xmlns:a="http://schemas.openxmlformats.org/drawingml/2006/main">
            <a:pPr>
              <a:buNone/>
              <a:defRPr sz="2850" b="1">
                <a:solidFill>
                  <a:srgbClr val="172B4D"/>
                </a:solidFill>
                <a:latin typeface="Apple SD Gothic Neo"/>
                <a:ea typeface="Apple SD Gothic Neo"/>
                <a:cs typeface="Apple SD Gothic Neo"/>
              </a:defRPr>
            </a:pPr>
            <a:r>
              <a:rPr sz="2850" b="1">
                <a:solidFill>
                  <a:srgbClr val="172B4D"/>
                </a:solidFill>
                <a:latin typeface="Apple SD Gothic Neo"/>
                <a:ea typeface="Apple SD Gothic Neo"/>
                <a:cs typeface="Apple SD Gothic Neo"/>
              </a:rPr>
              <a:t>검사 강화와 함께 비용·적용 범위도 남았습니다</a:t>
            </a:r>
          </a:p>
        </p:txBody>
      </p:sp>
      <p:sp>
        <p:nvSpPr>
          <p:cNvPr id="4" name="">
            <a:extLst xmlns:a="http://schemas.openxmlformats.org/drawingml/2006/main">
              <a:ext uri="{FF2B5EF4-FFF2-40B4-BE49-F238E27FC236}">
                <a16:creationId xmlns:a16="http://schemas.microsoft.com/office/drawing/2014/main" id="{B951A546-6BD6-48E3-A3B3-C3B05BB530EF}"/>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7E0E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9C6915F-2E5D-4502-9C8A-D596A440949D}"/>
              </a:ext>
            </a:extLst>
          </p:cNvPr>
          <p:cNvSpPr>
            <a:spLocks xmlns:a="http://schemas.openxmlformats.org/drawingml/2006/main" noGrp="1"/>
          </p:cNvSpPr>
          <p:nvPr/>
        </p:nvSpPr>
        <p:spPr>
          <a:xfrm xmlns:a="http://schemas.openxmlformats.org/drawingml/2006/main">
            <a:off x="609600" y="63436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5D6D84"/>
                </a:solidFill>
                <a:latin typeface="Apple SD Gothic Neo"/>
                <a:ea typeface="Apple SD Gothic Neo"/>
                <a:cs typeface="Apple SD Gothic Neo"/>
              </a:defRPr>
            </a:defPPr>
            <a:lvl1pPr>
              <a:buNone/>
              <a:defRPr sz="975" b="0">
                <a:solidFill>
                  <a:srgbClr val="5D6D84"/>
                </a:solidFill>
                <a:latin typeface="Apple SD Gothic Neo"/>
                <a:ea typeface="Apple SD Gothic Neo"/>
                <a:cs typeface="Apple SD Gothic Neo"/>
              </a:defRPr>
            </a:lvl1pPr>
            <a:lvl2pPr>
              <a:buNone/>
              <a:defRPr sz="975" b="0">
                <a:solidFill>
                  <a:srgbClr val="5D6D84"/>
                </a:solidFill>
                <a:latin typeface="Apple SD Gothic Neo"/>
                <a:ea typeface="Apple SD Gothic Neo"/>
                <a:cs typeface="Apple SD Gothic Neo"/>
              </a:defRPr>
            </a:lvl2pPr>
            <a:lvl3pPr>
              <a:buNone/>
              <a:defRPr sz="975" b="0">
                <a:solidFill>
                  <a:srgbClr val="5D6D84"/>
                </a:solidFill>
                <a:latin typeface="Apple SD Gothic Neo"/>
                <a:ea typeface="Apple SD Gothic Neo"/>
                <a:cs typeface="Apple SD Gothic Neo"/>
              </a:defRPr>
            </a:lvl3pPr>
            <a:lvl4pPr>
              <a:buNone/>
              <a:defRPr sz="975" b="0">
                <a:solidFill>
                  <a:srgbClr val="5D6D84"/>
                </a:solidFill>
                <a:latin typeface="Apple SD Gothic Neo"/>
                <a:ea typeface="Apple SD Gothic Neo"/>
                <a:cs typeface="Apple SD Gothic Neo"/>
              </a:defRPr>
            </a:lvl4pPr>
            <a:lvl5pPr>
              <a:buNone/>
              <a:defRPr sz="975" b="0">
                <a:solidFill>
                  <a:srgbClr val="5D6D84"/>
                </a:solidFill>
                <a:latin typeface="Apple SD Gothic Neo"/>
                <a:ea typeface="Apple SD Gothic Neo"/>
                <a:cs typeface="Apple SD Gothic Neo"/>
              </a:defRPr>
            </a:lvl5pPr>
            <a:lvl6pPr>
              <a:buNone/>
              <a:defRPr sz="975" b="0">
                <a:solidFill>
                  <a:srgbClr val="5D6D84"/>
                </a:solidFill>
                <a:latin typeface="Apple SD Gothic Neo"/>
                <a:ea typeface="Apple SD Gothic Neo"/>
                <a:cs typeface="Apple SD Gothic Neo"/>
              </a:defRPr>
            </a:lvl6pPr>
            <a:lvl7pPr>
              <a:buNone/>
              <a:defRPr sz="975" b="0">
                <a:solidFill>
                  <a:srgbClr val="5D6D84"/>
                </a:solidFill>
                <a:latin typeface="Apple SD Gothic Neo"/>
                <a:ea typeface="Apple SD Gothic Neo"/>
                <a:cs typeface="Apple SD Gothic Neo"/>
              </a:defRPr>
            </a:lvl7pPr>
            <a:lvl8pPr>
              <a:buNone/>
              <a:defRPr sz="975" b="0">
                <a:solidFill>
                  <a:srgbClr val="5D6D84"/>
                </a:solidFill>
                <a:latin typeface="Apple SD Gothic Neo"/>
                <a:ea typeface="Apple SD Gothic Neo"/>
                <a:cs typeface="Apple SD Gothic Neo"/>
              </a:defRPr>
            </a:lvl8pPr>
            <a:lvl9pPr>
              <a:buNone/>
              <a:defRPr sz="975" b="0">
                <a:solidFill>
                  <a:srgbClr val="5D6D84"/>
                </a:solidFill>
                <a:latin typeface="Apple SD Gothic Neo"/>
                <a:ea typeface="Apple SD Gothic Neo"/>
                <a:cs typeface="Apple SD Gothic Neo"/>
              </a:defRPr>
            </a:lvl9pPr>
          </a:lstStyle>
          <a:p xmlns:a="http://schemas.openxmlformats.org/drawingml/2006/main">
            <a:pPr>
              <a:buNone/>
              <a:defRPr sz="975" b="0">
                <a:solidFill>
                  <a:srgbClr val="5D6D84"/>
                </a:solidFill>
                <a:latin typeface="Apple SD Gothic Neo"/>
                <a:ea typeface="Apple SD Gothic Neo"/>
                <a:cs typeface="Apple SD Gothic Neo"/>
              </a:defRPr>
            </a:pPr>
            <a:r>
              <a:rPr sz="975" b="0">
                <a:solidFill>
                  <a:srgbClr val="5D6D84"/>
                </a:solidFill>
                <a:latin typeface="Apple SD Gothic Neo"/>
                <a:ea typeface="Apple SD Gothic Neo"/>
                <a:cs typeface="Apple SD Gothic Neo"/>
              </a:rPr>
              <a:t>근거: 실제 provider usage, data/monitoring.json, 현재 코드 정책</a:t>
            </a:r>
          </a:p>
        </p:txBody>
      </p:sp>
      <p:sp>
        <p:nvSpPr>
          <p:cNvPr id="6" name="">
            <a:extLst xmlns:a="http://schemas.openxmlformats.org/drawingml/2006/main">
              <a:ext uri="{FF2B5EF4-FFF2-40B4-BE49-F238E27FC236}">
                <a16:creationId xmlns:a16="http://schemas.microsoft.com/office/drawing/2014/main" id="{AC245A9A-9968-4D4F-846B-560A1B466941}"/>
              </a:ext>
            </a:extLst>
          </p:cNvPr>
          <p:cNvSpPr>
            <a:spLocks xmlns:a="http://schemas.openxmlformats.org/drawingml/2006/main" noGrp="1"/>
          </p:cNvSpPr>
          <p:nvPr/>
        </p:nvSpPr>
        <p:spPr>
          <a:xfrm xmlns:a="http://schemas.openxmlformats.org/drawingml/2006/main">
            <a:off x="11049000" y="633412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5D6D84"/>
                </a:solidFill>
                <a:latin typeface="Apple SD Gothic Neo"/>
                <a:ea typeface="Apple SD Gothic Neo"/>
                <a:cs typeface="Apple SD Gothic Neo"/>
              </a:defRPr>
            </a:defPPr>
            <a:lvl1pPr>
              <a:buNone/>
              <a:defRPr sz="1125" b="1">
                <a:solidFill>
                  <a:srgbClr val="5D6D84"/>
                </a:solidFill>
                <a:latin typeface="Apple SD Gothic Neo"/>
                <a:ea typeface="Apple SD Gothic Neo"/>
                <a:cs typeface="Apple SD Gothic Neo"/>
              </a:defRPr>
            </a:lvl1pPr>
            <a:lvl2pPr>
              <a:buNone/>
              <a:defRPr sz="1125" b="1">
                <a:solidFill>
                  <a:srgbClr val="5D6D84"/>
                </a:solidFill>
                <a:latin typeface="Apple SD Gothic Neo"/>
                <a:ea typeface="Apple SD Gothic Neo"/>
                <a:cs typeface="Apple SD Gothic Neo"/>
              </a:defRPr>
            </a:lvl2pPr>
            <a:lvl3pPr>
              <a:buNone/>
              <a:defRPr sz="1125" b="1">
                <a:solidFill>
                  <a:srgbClr val="5D6D84"/>
                </a:solidFill>
                <a:latin typeface="Apple SD Gothic Neo"/>
                <a:ea typeface="Apple SD Gothic Neo"/>
                <a:cs typeface="Apple SD Gothic Neo"/>
              </a:defRPr>
            </a:lvl3pPr>
            <a:lvl4pPr>
              <a:buNone/>
              <a:defRPr sz="1125" b="1">
                <a:solidFill>
                  <a:srgbClr val="5D6D84"/>
                </a:solidFill>
                <a:latin typeface="Apple SD Gothic Neo"/>
                <a:ea typeface="Apple SD Gothic Neo"/>
                <a:cs typeface="Apple SD Gothic Neo"/>
              </a:defRPr>
            </a:lvl4pPr>
            <a:lvl5pPr>
              <a:buNone/>
              <a:defRPr sz="1125" b="1">
                <a:solidFill>
                  <a:srgbClr val="5D6D84"/>
                </a:solidFill>
                <a:latin typeface="Apple SD Gothic Neo"/>
                <a:ea typeface="Apple SD Gothic Neo"/>
                <a:cs typeface="Apple SD Gothic Neo"/>
              </a:defRPr>
            </a:lvl5pPr>
            <a:lvl6pPr>
              <a:buNone/>
              <a:defRPr sz="1125" b="1">
                <a:solidFill>
                  <a:srgbClr val="5D6D84"/>
                </a:solidFill>
                <a:latin typeface="Apple SD Gothic Neo"/>
                <a:ea typeface="Apple SD Gothic Neo"/>
                <a:cs typeface="Apple SD Gothic Neo"/>
              </a:defRPr>
            </a:lvl6pPr>
            <a:lvl7pPr>
              <a:buNone/>
              <a:defRPr sz="1125" b="1">
                <a:solidFill>
                  <a:srgbClr val="5D6D84"/>
                </a:solidFill>
                <a:latin typeface="Apple SD Gothic Neo"/>
                <a:ea typeface="Apple SD Gothic Neo"/>
                <a:cs typeface="Apple SD Gothic Neo"/>
              </a:defRPr>
            </a:lvl7pPr>
            <a:lvl8pPr>
              <a:buNone/>
              <a:defRPr sz="1125" b="1">
                <a:solidFill>
                  <a:srgbClr val="5D6D84"/>
                </a:solidFill>
                <a:latin typeface="Apple SD Gothic Neo"/>
                <a:ea typeface="Apple SD Gothic Neo"/>
                <a:cs typeface="Apple SD Gothic Neo"/>
              </a:defRPr>
            </a:lvl8pPr>
            <a:lvl9pPr>
              <a:buNone/>
              <a:defRPr sz="1125" b="1">
                <a:solidFill>
                  <a:srgbClr val="5D6D84"/>
                </a:solidFill>
                <a:latin typeface="Apple SD Gothic Neo"/>
                <a:ea typeface="Apple SD Gothic Neo"/>
                <a:cs typeface="Apple SD Gothic Neo"/>
              </a:defRPr>
            </a:lvl9pPr>
          </a:lstStyle>
          <a:p xmlns:a="http://schemas.openxmlformats.org/drawingml/2006/main">
            <a:pPr>
              <a:buNone/>
              <a:defRPr sz="1125" b="1">
                <a:solidFill>
                  <a:srgbClr val="5D6D84"/>
                </a:solidFill>
                <a:latin typeface="Apple SD Gothic Neo"/>
                <a:ea typeface="Apple SD Gothic Neo"/>
                <a:cs typeface="Apple SD Gothic Neo"/>
              </a:defRPr>
            </a:pPr>
            <a:r>
              <a:rPr sz="1125" b="1">
                <a:solidFill>
                  <a:srgbClr val="5D6D84"/>
                </a:solidFill>
                <a:latin typeface="Apple SD Gothic Neo"/>
                <a:ea typeface="Apple SD Gothic Neo"/>
                <a:cs typeface="Apple SD Gothic Neo"/>
              </a:rPr>
              <a:t>08</a:t>
            </a:r>
          </a:p>
        </p:txBody>
      </p:sp>
      <p:sp>
        <p:nvSpPr>
          <p:cNvPr id="7" name="">
            <a:extLst xmlns:a="http://schemas.openxmlformats.org/drawingml/2006/main">
              <a:ext uri="{FF2B5EF4-FFF2-40B4-BE49-F238E27FC236}">
                <a16:creationId xmlns:a16="http://schemas.microsoft.com/office/drawing/2014/main" id="{019274DA-B39C-4B70-A674-40DEEB3EE954}"/>
              </a:ext>
            </a:extLst>
          </p:cNvPr>
          <p:cNvSpPr>
            <a:spLocks xmlns:a="http://schemas.openxmlformats.org/drawingml/2006/main" noGrp="1"/>
          </p:cNvSpPr>
          <p:nvPr/>
        </p:nvSpPr>
        <p:spPr>
          <a:xfrm xmlns:a="http://schemas.openxmlformats.org/drawingml/2006/main">
            <a:off x="609600" y="1924050"/>
            <a:ext cx="3409950" cy="33337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166A42E-20A8-41DA-89A8-CE5165934563}"/>
              </a:ext>
            </a:extLst>
          </p:cNvPr>
          <p:cNvSpPr>
            <a:spLocks xmlns:a="http://schemas.openxmlformats.org/drawingml/2006/main" noGrp="1"/>
          </p:cNvSpPr>
          <p:nvPr/>
        </p:nvSpPr>
        <p:spPr>
          <a:xfrm xmlns:a="http://schemas.openxmlformats.org/drawingml/2006/main">
            <a:off x="609600" y="1924050"/>
            <a:ext cx="57150" cy="3333750"/>
          </a:xfrm>
          <a:prstGeom xmlns:a="http://schemas.openxmlformats.org/drawingml/2006/main" prst="rect">
            <a:avLst/>
          </a:prstGeom>
          <a:solidFill xmlns:a="http://schemas.openxmlformats.org/drawingml/2006/main">
            <a:srgbClr val="235ECB"/>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417FDAC-800B-4DFB-841A-F790E55B07FB}"/>
              </a:ext>
            </a:extLst>
          </p:cNvPr>
          <p:cNvSpPr>
            <a:spLocks xmlns:a="http://schemas.openxmlformats.org/drawingml/2006/main" noGrp="1"/>
          </p:cNvSpPr>
          <p:nvPr/>
        </p:nvSpPr>
        <p:spPr>
          <a:xfrm xmlns:a="http://schemas.openxmlformats.org/drawingml/2006/main">
            <a:off x="857250" y="2171700"/>
            <a:ext cx="29146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72B4D"/>
                </a:solidFill>
                <a:latin typeface="Apple SD Gothic Neo"/>
                <a:ea typeface="Apple SD Gothic Neo"/>
                <a:cs typeface="Apple SD Gothic Neo"/>
              </a:defRPr>
            </a:defPPr>
            <a:lvl1pPr>
              <a:buNone/>
              <a:defRPr sz="2100" b="1">
                <a:solidFill>
                  <a:srgbClr val="172B4D"/>
                </a:solidFill>
                <a:latin typeface="Apple SD Gothic Neo"/>
                <a:ea typeface="Apple SD Gothic Neo"/>
                <a:cs typeface="Apple SD Gothic Neo"/>
              </a:defRPr>
            </a:lvl1pPr>
            <a:lvl2pPr>
              <a:buNone/>
              <a:defRPr sz="2100" b="1">
                <a:solidFill>
                  <a:srgbClr val="172B4D"/>
                </a:solidFill>
                <a:latin typeface="Apple SD Gothic Neo"/>
                <a:ea typeface="Apple SD Gothic Neo"/>
                <a:cs typeface="Apple SD Gothic Neo"/>
              </a:defRPr>
            </a:lvl2pPr>
            <a:lvl3pPr>
              <a:buNone/>
              <a:defRPr sz="2100" b="1">
                <a:solidFill>
                  <a:srgbClr val="172B4D"/>
                </a:solidFill>
                <a:latin typeface="Apple SD Gothic Neo"/>
                <a:ea typeface="Apple SD Gothic Neo"/>
                <a:cs typeface="Apple SD Gothic Neo"/>
              </a:defRPr>
            </a:lvl3pPr>
            <a:lvl4pPr>
              <a:buNone/>
              <a:defRPr sz="2100" b="1">
                <a:solidFill>
                  <a:srgbClr val="172B4D"/>
                </a:solidFill>
                <a:latin typeface="Apple SD Gothic Neo"/>
                <a:ea typeface="Apple SD Gothic Neo"/>
                <a:cs typeface="Apple SD Gothic Neo"/>
              </a:defRPr>
            </a:lvl4pPr>
            <a:lvl5pPr>
              <a:buNone/>
              <a:defRPr sz="2100" b="1">
                <a:solidFill>
                  <a:srgbClr val="172B4D"/>
                </a:solidFill>
                <a:latin typeface="Apple SD Gothic Neo"/>
                <a:ea typeface="Apple SD Gothic Neo"/>
                <a:cs typeface="Apple SD Gothic Neo"/>
              </a:defRPr>
            </a:lvl5pPr>
            <a:lvl6pPr>
              <a:buNone/>
              <a:defRPr sz="2100" b="1">
                <a:solidFill>
                  <a:srgbClr val="172B4D"/>
                </a:solidFill>
                <a:latin typeface="Apple SD Gothic Neo"/>
                <a:ea typeface="Apple SD Gothic Neo"/>
                <a:cs typeface="Apple SD Gothic Neo"/>
              </a:defRPr>
            </a:lvl6pPr>
            <a:lvl7pPr>
              <a:buNone/>
              <a:defRPr sz="2100" b="1">
                <a:solidFill>
                  <a:srgbClr val="172B4D"/>
                </a:solidFill>
                <a:latin typeface="Apple SD Gothic Neo"/>
                <a:ea typeface="Apple SD Gothic Neo"/>
                <a:cs typeface="Apple SD Gothic Neo"/>
              </a:defRPr>
            </a:lvl7pPr>
            <a:lvl8pPr>
              <a:buNone/>
              <a:defRPr sz="2100" b="1">
                <a:solidFill>
                  <a:srgbClr val="172B4D"/>
                </a:solidFill>
                <a:latin typeface="Apple SD Gothic Neo"/>
                <a:ea typeface="Apple SD Gothic Neo"/>
                <a:cs typeface="Apple SD Gothic Neo"/>
              </a:defRPr>
            </a:lvl8pPr>
            <a:lvl9pPr>
              <a:buNone/>
              <a:defRPr sz="2100" b="1">
                <a:solidFill>
                  <a:srgbClr val="172B4D"/>
                </a:solidFill>
                <a:latin typeface="Apple SD Gothic Neo"/>
                <a:ea typeface="Apple SD Gothic Neo"/>
                <a:cs typeface="Apple SD Gothic Neo"/>
              </a:defRPr>
            </a:lvl9pPr>
          </a:lstStyle>
          <a:p xmlns:a="http://schemas.openxmlformats.org/drawingml/2006/main">
            <a:pPr>
              <a:buNone/>
              <a:defRPr sz="2100" b="1">
                <a:solidFill>
                  <a:srgbClr val="172B4D"/>
                </a:solidFill>
                <a:latin typeface="Apple SD Gothic Neo"/>
                <a:ea typeface="Apple SD Gothic Neo"/>
                <a:cs typeface="Apple SD Gothic Neo"/>
              </a:defRPr>
            </a:pPr>
            <a:r>
              <a:rPr sz="2100" b="1">
                <a:solidFill>
                  <a:srgbClr val="172B4D"/>
                </a:solidFill>
                <a:latin typeface="Apple SD Gothic Neo"/>
                <a:ea typeface="Apple SD Gothic Neo"/>
                <a:cs typeface="Apple SD Gothic Neo"/>
              </a:rPr>
              <a:t>모델 입력 비용</a:t>
            </a:r>
          </a:p>
        </p:txBody>
      </p:sp>
      <p:sp>
        <p:nvSpPr>
          <p:cNvPr id="10" name="">
            <a:extLst xmlns:a="http://schemas.openxmlformats.org/drawingml/2006/main">
              <a:ext uri="{FF2B5EF4-FFF2-40B4-BE49-F238E27FC236}">
                <a16:creationId xmlns:a16="http://schemas.microsoft.com/office/drawing/2014/main" id="{87CC46CC-AD91-4E04-891A-3C76E0E12158}"/>
              </a:ext>
            </a:extLst>
          </p:cNvPr>
          <p:cNvSpPr>
            <a:spLocks xmlns:a="http://schemas.openxmlformats.org/drawingml/2006/main" noGrp="1"/>
          </p:cNvSpPr>
          <p:nvPr/>
        </p:nvSpPr>
        <p:spPr>
          <a:xfrm xmlns:a="http://schemas.openxmlformats.org/drawingml/2006/main">
            <a:off x="857250" y="2990850"/>
            <a:ext cx="29146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253650"/>
                </a:solidFill>
                <a:latin typeface="Apple SD Gothic Neo"/>
                <a:ea typeface="Apple SD Gothic Neo"/>
                <a:cs typeface="Apple SD Gothic Neo"/>
              </a:defRPr>
            </a:defPPr>
            <a:lvl1pPr>
              <a:buNone/>
              <a:defRPr sz="1800" b="0">
                <a:solidFill>
                  <a:srgbClr val="253650"/>
                </a:solidFill>
                <a:latin typeface="Apple SD Gothic Neo"/>
                <a:ea typeface="Apple SD Gothic Neo"/>
                <a:cs typeface="Apple SD Gothic Neo"/>
              </a:defRPr>
            </a:lvl1pPr>
            <a:lvl2pPr>
              <a:buNone/>
              <a:defRPr sz="1800" b="0">
                <a:solidFill>
                  <a:srgbClr val="253650"/>
                </a:solidFill>
                <a:latin typeface="Apple SD Gothic Neo"/>
                <a:ea typeface="Apple SD Gothic Neo"/>
                <a:cs typeface="Apple SD Gothic Neo"/>
              </a:defRPr>
            </a:lvl2pPr>
            <a:lvl3pPr>
              <a:buNone/>
              <a:defRPr sz="1800" b="0">
                <a:solidFill>
                  <a:srgbClr val="253650"/>
                </a:solidFill>
                <a:latin typeface="Apple SD Gothic Neo"/>
                <a:ea typeface="Apple SD Gothic Neo"/>
                <a:cs typeface="Apple SD Gothic Neo"/>
              </a:defRPr>
            </a:lvl3pPr>
            <a:lvl4pPr>
              <a:buNone/>
              <a:defRPr sz="1800" b="0">
                <a:solidFill>
                  <a:srgbClr val="253650"/>
                </a:solidFill>
                <a:latin typeface="Apple SD Gothic Neo"/>
                <a:ea typeface="Apple SD Gothic Neo"/>
                <a:cs typeface="Apple SD Gothic Neo"/>
              </a:defRPr>
            </a:lvl4pPr>
            <a:lvl5pPr>
              <a:buNone/>
              <a:defRPr sz="1800" b="0">
                <a:solidFill>
                  <a:srgbClr val="253650"/>
                </a:solidFill>
                <a:latin typeface="Apple SD Gothic Neo"/>
                <a:ea typeface="Apple SD Gothic Neo"/>
                <a:cs typeface="Apple SD Gothic Neo"/>
              </a:defRPr>
            </a:lvl5pPr>
            <a:lvl6pPr>
              <a:buNone/>
              <a:defRPr sz="1800" b="0">
                <a:solidFill>
                  <a:srgbClr val="253650"/>
                </a:solidFill>
                <a:latin typeface="Apple SD Gothic Neo"/>
                <a:ea typeface="Apple SD Gothic Neo"/>
                <a:cs typeface="Apple SD Gothic Neo"/>
              </a:defRPr>
            </a:lvl6pPr>
            <a:lvl7pPr>
              <a:buNone/>
              <a:defRPr sz="1800" b="0">
                <a:solidFill>
                  <a:srgbClr val="253650"/>
                </a:solidFill>
                <a:latin typeface="Apple SD Gothic Neo"/>
                <a:ea typeface="Apple SD Gothic Neo"/>
                <a:cs typeface="Apple SD Gothic Neo"/>
              </a:defRPr>
            </a:lvl7pPr>
            <a:lvl8pPr>
              <a:buNone/>
              <a:defRPr sz="1800" b="0">
                <a:solidFill>
                  <a:srgbClr val="253650"/>
                </a:solidFill>
                <a:latin typeface="Apple SD Gothic Neo"/>
                <a:ea typeface="Apple SD Gothic Neo"/>
                <a:cs typeface="Apple SD Gothic Neo"/>
              </a:defRPr>
            </a:lvl8pPr>
            <a:lvl9pPr>
              <a:buNone/>
              <a:defRPr sz="1800" b="0">
                <a:solidFill>
                  <a:srgbClr val="253650"/>
                </a:solidFill>
                <a:latin typeface="Apple SD Gothic Neo"/>
                <a:ea typeface="Apple SD Gothic Neo"/>
                <a:cs typeface="Apple SD Gothic Neo"/>
              </a:defRPr>
            </a:lvl9pPr>
          </a:lstStyle>
          <a:p xmlns:a="http://schemas.openxmlformats.org/drawingml/2006/main">
            <a:pPr>
              <a:buNone/>
              <a:defRPr sz="1800" b="0">
                <a:solidFill>
                  <a:srgbClr val="253650"/>
                </a:solidFill>
                <a:latin typeface="Apple SD Gothic Neo"/>
                <a:ea typeface="Apple SD Gothic Neo"/>
                <a:cs typeface="Apple SD Gothic Neo"/>
              </a:defRPr>
            </a:pPr>
            <a:r>
              <a:rPr sz="1800" b="0">
                <a:solidFill>
                  <a:srgbClr val="253650"/>
                </a:solidFill>
                <a:latin typeface="Apple SD Gothic Neo"/>
                <a:ea typeface="Apple SD Gothic Neo"/>
                <a:cs typeface="Apple SD Gothic Neo"/>
              </a:rPr>
              <a:t>근거·조건과 Reviewer 입력으로</a:t>
            </a:r>
          </a:p>
          <a:p xmlns:a="http://schemas.openxmlformats.org/drawingml/2006/main">
            <a:pPr>
              <a:buNone/>
              <a:defRPr sz="1800" b="0">
                <a:solidFill>
                  <a:srgbClr val="253650"/>
                </a:solidFill>
                <a:latin typeface="Apple SD Gothic Neo"/>
                <a:ea typeface="Apple SD Gothic Neo"/>
                <a:cs typeface="Apple SD Gothic Neo"/>
              </a:defRPr>
            </a:pPr>
            <a:r>
              <a:rPr sz="1800" b="0">
                <a:solidFill>
                  <a:srgbClr val="253650"/>
                </a:solidFill>
                <a:latin typeface="Apple SD Gothic Neo"/>
                <a:ea typeface="Apple SD Gothic Neo"/>
                <a:cs typeface="Apple SD Gothic Neo"/>
              </a:rPr>
              <a:t>전체 토큰이 원본보다 늘었습니다.</a:t>
            </a:r>
          </a:p>
          <a:p xmlns:a="http://schemas.openxmlformats.org/drawingml/2006/main">
            <a:pPr>
              <a:buNone/>
              <a:defRPr sz="1800" b="0">
                <a:solidFill>
                  <a:srgbClr val="253650"/>
                </a:solidFill>
                <a:latin typeface="Apple SD Gothic Neo"/>
                <a:ea typeface="Apple SD Gothic Neo"/>
                <a:cs typeface="Apple SD Gothic Neo"/>
              </a:defRPr>
            </a:pPr>
            <a:r>
              <a:rPr sz="1800" b="0">
                <a:solidFill>
                  <a:srgbClr val="253650"/>
                </a:solidFill>
                <a:latin typeface="Apple SD Gothic Neo"/>
                <a:ea typeface="Apple SD Gothic Neo"/>
                <a:cs typeface="Apple SD Gothic Neo"/>
              </a:rPr>
              <a:t>처리시간과 사용량을 구분해 봤습니다.</a:t>
            </a:r>
          </a:p>
        </p:txBody>
      </p:sp>
      <p:sp>
        <p:nvSpPr>
          <p:cNvPr id="11" name="">
            <a:extLst xmlns:a="http://schemas.openxmlformats.org/drawingml/2006/main">
              <a:ext uri="{FF2B5EF4-FFF2-40B4-BE49-F238E27FC236}">
                <a16:creationId xmlns:a16="http://schemas.microsoft.com/office/drawing/2014/main" id="{6293DE1B-EBA1-41AD-9310-53C85B30D1EC}"/>
              </a:ext>
            </a:extLst>
          </p:cNvPr>
          <p:cNvSpPr>
            <a:spLocks xmlns:a="http://schemas.openxmlformats.org/drawingml/2006/main" noGrp="1"/>
          </p:cNvSpPr>
          <p:nvPr/>
        </p:nvSpPr>
        <p:spPr>
          <a:xfrm xmlns:a="http://schemas.openxmlformats.org/drawingml/2006/main">
            <a:off x="4381500" y="1924050"/>
            <a:ext cx="3409950" cy="33337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2386518-E054-4FC6-A4AF-CAC786253326}"/>
              </a:ext>
            </a:extLst>
          </p:cNvPr>
          <p:cNvSpPr>
            <a:spLocks xmlns:a="http://schemas.openxmlformats.org/drawingml/2006/main" noGrp="1"/>
          </p:cNvSpPr>
          <p:nvPr/>
        </p:nvSpPr>
        <p:spPr>
          <a:xfrm xmlns:a="http://schemas.openxmlformats.org/drawingml/2006/main">
            <a:off x="4381500" y="1924050"/>
            <a:ext cx="57150" cy="3333750"/>
          </a:xfrm>
          <a:prstGeom xmlns:a="http://schemas.openxmlformats.org/drawingml/2006/main" prst="rect">
            <a:avLst/>
          </a:prstGeom>
          <a:solidFill xmlns:a="http://schemas.openxmlformats.org/drawingml/2006/main">
            <a:srgbClr val="235ECB"/>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23364A8-A7E9-47DC-AF16-071BD6BA364F}"/>
              </a:ext>
            </a:extLst>
          </p:cNvPr>
          <p:cNvSpPr>
            <a:spLocks xmlns:a="http://schemas.openxmlformats.org/drawingml/2006/main" noGrp="1"/>
          </p:cNvSpPr>
          <p:nvPr/>
        </p:nvSpPr>
        <p:spPr>
          <a:xfrm xmlns:a="http://schemas.openxmlformats.org/drawingml/2006/main">
            <a:off x="4629150" y="2171700"/>
            <a:ext cx="29146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72B4D"/>
                </a:solidFill>
                <a:latin typeface="Apple SD Gothic Neo"/>
                <a:ea typeface="Apple SD Gothic Neo"/>
                <a:cs typeface="Apple SD Gothic Neo"/>
              </a:defRPr>
            </a:defPPr>
            <a:lvl1pPr>
              <a:buNone/>
              <a:defRPr sz="2100" b="1">
                <a:solidFill>
                  <a:srgbClr val="172B4D"/>
                </a:solidFill>
                <a:latin typeface="Apple SD Gothic Neo"/>
                <a:ea typeface="Apple SD Gothic Neo"/>
                <a:cs typeface="Apple SD Gothic Neo"/>
              </a:defRPr>
            </a:lvl1pPr>
            <a:lvl2pPr>
              <a:buNone/>
              <a:defRPr sz="2100" b="1">
                <a:solidFill>
                  <a:srgbClr val="172B4D"/>
                </a:solidFill>
                <a:latin typeface="Apple SD Gothic Neo"/>
                <a:ea typeface="Apple SD Gothic Neo"/>
                <a:cs typeface="Apple SD Gothic Neo"/>
              </a:defRPr>
            </a:lvl2pPr>
            <a:lvl3pPr>
              <a:buNone/>
              <a:defRPr sz="2100" b="1">
                <a:solidFill>
                  <a:srgbClr val="172B4D"/>
                </a:solidFill>
                <a:latin typeface="Apple SD Gothic Neo"/>
                <a:ea typeface="Apple SD Gothic Neo"/>
                <a:cs typeface="Apple SD Gothic Neo"/>
              </a:defRPr>
            </a:lvl3pPr>
            <a:lvl4pPr>
              <a:buNone/>
              <a:defRPr sz="2100" b="1">
                <a:solidFill>
                  <a:srgbClr val="172B4D"/>
                </a:solidFill>
                <a:latin typeface="Apple SD Gothic Neo"/>
                <a:ea typeface="Apple SD Gothic Neo"/>
                <a:cs typeface="Apple SD Gothic Neo"/>
              </a:defRPr>
            </a:lvl4pPr>
            <a:lvl5pPr>
              <a:buNone/>
              <a:defRPr sz="2100" b="1">
                <a:solidFill>
                  <a:srgbClr val="172B4D"/>
                </a:solidFill>
                <a:latin typeface="Apple SD Gothic Neo"/>
                <a:ea typeface="Apple SD Gothic Neo"/>
                <a:cs typeface="Apple SD Gothic Neo"/>
              </a:defRPr>
            </a:lvl5pPr>
            <a:lvl6pPr>
              <a:buNone/>
              <a:defRPr sz="2100" b="1">
                <a:solidFill>
                  <a:srgbClr val="172B4D"/>
                </a:solidFill>
                <a:latin typeface="Apple SD Gothic Neo"/>
                <a:ea typeface="Apple SD Gothic Neo"/>
                <a:cs typeface="Apple SD Gothic Neo"/>
              </a:defRPr>
            </a:lvl6pPr>
            <a:lvl7pPr>
              <a:buNone/>
              <a:defRPr sz="2100" b="1">
                <a:solidFill>
                  <a:srgbClr val="172B4D"/>
                </a:solidFill>
                <a:latin typeface="Apple SD Gothic Neo"/>
                <a:ea typeface="Apple SD Gothic Neo"/>
                <a:cs typeface="Apple SD Gothic Neo"/>
              </a:defRPr>
            </a:lvl7pPr>
            <a:lvl8pPr>
              <a:buNone/>
              <a:defRPr sz="2100" b="1">
                <a:solidFill>
                  <a:srgbClr val="172B4D"/>
                </a:solidFill>
                <a:latin typeface="Apple SD Gothic Neo"/>
                <a:ea typeface="Apple SD Gothic Neo"/>
                <a:cs typeface="Apple SD Gothic Neo"/>
              </a:defRPr>
            </a:lvl8pPr>
            <a:lvl9pPr>
              <a:buNone/>
              <a:defRPr sz="2100" b="1">
                <a:solidFill>
                  <a:srgbClr val="172B4D"/>
                </a:solidFill>
                <a:latin typeface="Apple SD Gothic Neo"/>
                <a:ea typeface="Apple SD Gothic Neo"/>
                <a:cs typeface="Apple SD Gothic Neo"/>
              </a:defRPr>
            </a:lvl9pPr>
          </a:lstStyle>
          <a:p xmlns:a="http://schemas.openxmlformats.org/drawingml/2006/main">
            <a:pPr>
              <a:buNone/>
              <a:defRPr sz="2100" b="1">
                <a:solidFill>
                  <a:srgbClr val="172B4D"/>
                </a:solidFill>
                <a:latin typeface="Apple SD Gothic Neo"/>
                <a:ea typeface="Apple SD Gothic Neo"/>
                <a:cs typeface="Apple SD Gothic Neo"/>
              </a:defRPr>
            </a:pPr>
            <a:r>
              <a:rPr sz="2100" b="1">
                <a:solidFill>
                  <a:srgbClr val="172B4D"/>
                </a:solidFill>
                <a:latin typeface="Apple SD Gothic Neo"/>
                <a:ea typeface="Apple SD Gothic Neo"/>
                <a:cs typeface="Apple SD Gothic Neo"/>
              </a:rPr>
              <a:t>현재 자료의 한계</a:t>
            </a:r>
          </a:p>
        </p:txBody>
      </p:sp>
      <p:sp>
        <p:nvSpPr>
          <p:cNvPr id="14" name="">
            <a:extLst xmlns:a="http://schemas.openxmlformats.org/drawingml/2006/main">
              <a:ext uri="{FF2B5EF4-FFF2-40B4-BE49-F238E27FC236}">
                <a16:creationId xmlns:a16="http://schemas.microsoft.com/office/drawing/2014/main" id="{D5C4E047-5CF8-4BD4-B77B-6E29E9AAE1AE}"/>
              </a:ext>
            </a:extLst>
          </p:cNvPr>
          <p:cNvSpPr>
            <a:spLocks xmlns:a="http://schemas.openxmlformats.org/drawingml/2006/main" noGrp="1"/>
          </p:cNvSpPr>
          <p:nvPr/>
        </p:nvSpPr>
        <p:spPr>
          <a:xfrm xmlns:a="http://schemas.openxmlformats.org/drawingml/2006/main">
            <a:off x="4629150" y="2990850"/>
            <a:ext cx="29146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253650"/>
                </a:solidFill>
                <a:latin typeface="Apple SD Gothic Neo"/>
                <a:ea typeface="Apple SD Gothic Neo"/>
                <a:cs typeface="Apple SD Gothic Neo"/>
              </a:defRPr>
            </a:defPPr>
            <a:lvl1pPr>
              <a:buNone/>
              <a:defRPr sz="1800" b="0">
                <a:solidFill>
                  <a:srgbClr val="253650"/>
                </a:solidFill>
                <a:latin typeface="Apple SD Gothic Neo"/>
                <a:ea typeface="Apple SD Gothic Neo"/>
                <a:cs typeface="Apple SD Gothic Neo"/>
              </a:defRPr>
            </a:lvl1pPr>
            <a:lvl2pPr>
              <a:buNone/>
              <a:defRPr sz="1800" b="0">
                <a:solidFill>
                  <a:srgbClr val="253650"/>
                </a:solidFill>
                <a:latin typeface="Apple SD Gothic Neo"/>
                <a:ea typeface="Apple SD Gothic Neo"/>
                <a:cs typeface="Apple SD Gothic Neo"/>
              </a:defRPr>
            </a:lvl2pPr>
            <a:lvl3pPr>
              <a:buNone/>
              <a:defRPr sz="1800" b="0">
                <a:solidFill>
                  <a:srgbClr val="253650"/>
                </a:solidFill>
                <a:latin typeface="Apple SD Gothic Neo"/>
                <a:ea typeface="Apple SD Gothic Neo"/>
                <a:cs typeface="Apple SD Gothic Neo"/>
              </a:defRPr>
            </a:lvl3pPr>
            <a:lvl4pPr>
              <a:buNone/>
              <a:defRPr sz="1800" b="0">
                <a:solidFill>
                  <a:srgbClr val="253650"/>
                </a:solidFill>
                <a:latin typeface="Apple SD Gothic Neo"/>
                <a:ea typeface="Apple SD Gothic Neo"/>
                <a:cs typeface="Apple SD Gothic Neo"/>
              </a:defRPr>
            </a:lvl4pPr>
            <a:lvl5pPr>
              <a:buNone/>
              <a:defRPr sz="1800" b="0">
                <a:solidFill>
                  <a:srgbClr val="253650"/>
                </a:solidFill>
                <a:latin typeface="Apple SD Gothic Neo"/>
                <a:ea typeface="Apple SD Gothic Neo"/>
                <a:cs typeface="Apple SD Gothic Neo"/>
              </a:defRPr>
            </a:lvl5pPr>
            <a:lvl6pPr>
              <a:buNone/>
              <a:defRPr sz="1800" b="0">
                <a:solidFill>
                  <a:srgbClr val="253650"/>
                </a:solidFill>
                <a:latin typeface="Apple SD Gothic Neo"/>
                <a:ea typeface="Apple SD Gothic Neo"/>
                <a:cs typeface="Apple SD Gothic Neo"/>
              </a:defRPr>
            </a:lvl6pPr>
            <a:lvl7pPr>
              <a:buNone/>
              <a:defRPr sz="1800" b="0">
                <a:solidFill>
                  <a:srgbClr val="253650"/>
                </a:solidFill>
                <a:latin typeface="Apple SD Gothic Neo"/>
                <a:ea typeface="Apple SD Gothic Neo"/>
                <a:cs typeface="Apple SD Gothic Neo"/>
              </a:defRPr>
            </a:lvl7pPr>
            <a:lvl8pPr>
              <a:buNone/>
              <a:defRPr sz="1800" b="0">
                <a:solidFill>
                  <a:srgbClr val="253650"/>
                </a:solidFill>
                <a:latin typeface="Apple SD Gothic Neo"/>
                <a:ea typeface="Apple SD Gothic Neo"/>
                <a:cs typeface="Apple SD Gothic Neo"/>
              </a:defRPr>
            </a:lvl8pPr>
            <a:lvl9pPr>
              <a:buNone/>
              <a:defRPr sz="1800" b="0">
                <a:solidFill>
                  <a:srgbClr val="253650"/>
                </a:solidFill>
                <a:latin typeface="Apple SD Gothic Neo"/>
                <a:ea typeface="Apple SD Gothic Neo"/>
                <a:cs typeface="Apple SD Gothic Neo"/>
              </a:defRPr>
            </a:lvl9pPr>
          </a:lstStyle>
          <a:p xmlns:a="http://schemas.openxmlformats.org/drawingml/2006/main">
            <a:pPr>
              <a:buNone/>
              <a:defRPr sz="1800" b="0">
                <a:solidFill>
                  <a:srgbClr val="253650"/>
                </a:solidFill>
                <a:latin typeface="Apple SD Gothic Neo"/>
                <a:ea typeface="Apple SD Gothic Neo"/>
                <a:cs typeface="Apple SD Gothic Neo"/>
              </a:defRPr>
            </a:pPr>
            <a:r>
              <a:rPr sz="1800" b="0">
                <a:solidFill>
                  <a:srgbClr val="253650"/>
                </a:solidFill>
                <a:latin typeface="Apple SD Gothic Neo"/>
                <a:ea typeface="Apple SD Gothic Neo"/>
                <a:cs typeface="Apple SD Gothic Neo"/>
              </a:rPr>
              <a:t>시계열·배포 이력·호출 관계가 없습니다.</a:t>
            </a:r>
          </a:p>
          <a:p xmlns:a="http://schemas.openxmlformats.org/drawingml/2006/main">
            <a:pPr>
              <a:buNone/>
              <a:defRPr sz="1800" b="0">
                <a:solidFill>
                  <a:srgbClr val="253650"/>
                </a:solidFill>
                <a:latin typeface="Apple SD Gothic Neo"/>
                <a:ea typeface="Apple SD Gothic Neo"/>
                <a:cs typeface="Apple SD Gothic Neo"/>
              </a:defRPr>
            </a:pPr>
            <a:r>
              <a:rPr sz="1800" b="0">
                <a:solidFill>
                  <a:srgbClr val="253650"/>
                </a:solidFill>
                <a:latin typeface="Apple SD Gothic Neo"/>
                <a:ea typeface="Apple SD Gothic Neo"/>
                <a:cs typeface="Apple SD Gothic Neo"/>
              </a:rPr>
              <a:t>근본 원인과 실제 복구를 확정할 수 없습니다.</a:t>
            </a:r>
          </a:p>
        </p:txBody>
      </p:sp>
      <p:sp>
        <p:nvSpPr>
          <p:cNvPr id="15" name="">
            <a:extLst xmlns:a="http://schemas.openxmlformats.org/drawingml/2006/main">
              <a:ext uri="{FF2B5EF4-FFF2-40B4-BE49-F238E27FC236}">
                <a16:creationId xmlns:a16="http://schemas.microsoft.com/office/drawing/2014/main" id="{A05833A4-20F0-4A59-8D16-69E1B237A49A}"/>
              </a:ext>
            </a:extLst>
          </p:cNvPr>
          <p:cNvSpPr>
            <a:spLocks xmlns:a="http://schemas.openxmlformats.org/drawingml/2006/main" noGrp="1"/>
          </p:cNvSpPr>
          <p:nvPr/>
        </p:nvSpPr>
        <p:spPr>
          <a:xfrm xmlns:a="http://schemas.openxmlformats.org/drawingml/2006/main">
            <a:off x="8153400" y="1924050"/>
            <a:ext cx="3409950" cy="33337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6807E07-9BE8-4D42-BBA0-1C83757777CB}"/>
              </a:ext>
            </a:extLst>
          </p:cNvPr>
          <p:cNvSpPr>
            <a:spLocks xmlns:a="http://schemas.openxmlformats.org/drawingml/2006/main" noGrp="1"/>
          </p:cNvSpPr>
          <p:nvPr/>
        </p:nvSpPr>
        <p:spPr>
          <a:xfrm xmlns:a="http://schemas.openxmlformats.org/drawingml/2006/main">
            <a:off x="8153400" y="1924050"/>
            <a:ext cx="57150" cy="3333750"/>
          </a:xfrm>
          <a:prstGeom xmlns:a="http://schemas.openxmlformats.org/drawingml/2006/main" prst="rect">
            <a:avLst/>
          </a:prstGeom>
          <a:solidFill xmlns:a="http://schemas.openxmlformats.org/drawingml/2006/main">
            <a:srgbClr val="A05D1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CE973E0-2CB2-41B6-A68A-DEB9834FADAB}"/>
              </a:ext>
            </a:extLst>
          </p:cNvPr>
          <p:cNvSpPr>
            <a:spLocks xmlns:a="http://schemas.openxmlformats.org/drawingml/2006/main" noGrp="1"/>
          </p:cNvSpPr>
          <p:nvPr/>
        </p:nvSpPr>
        <p:spPr>
          <a:xfrm xmlns:a="http://schemas.openxmlformats.org/drawingml/2006/main">
            <a:off x="8401050" y="2171700"/>
            <a:ext cx="29146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72B4D"/>
                </a:solidFill>
                <a:latin typeface="Apple SD Gothic Neo"/>
                <a:ea typeface="Apple SD Gothic Neo"/>
                <a:cs typeface="Apple SD Gothic Neo"/>
              </a:defRPr>
            </a:defPPr>
            <a:lvl1pPr>
              <a:buNone/>
              <a:defRPr sz="2100" b="1">
                <a:solidFill>
                  <a:srgbClr val="172B4D"/>
                </a:solidFill>
                <a:latin typeface="Apple SD Gothic Neo"/>
                <a:ea typeface="Apple SD Gothic Neo"/>
                <a:cs typeface="Apple SD Gothic Neo"/>
              </a:defRPr>
            </a:lvl1pPr>
            <a:lvl2pPr>
              <a:buNone/>
              <a:defRPr sz="2100" b="1">
                <a:solidFill>
                  <a:srgbClr val="172B4D"/>
                </a:solidFill>
                <a:latin typeface="Apple SD Gothic Neo"/>
                <a:ea typeface="Apple SD Gothic Neo"/>
                <a:cs typeface="Apple SD Gothic Neo"/>
              </a:defRPr>
            </a:lvl2pPr>
            <a:lvl3pPr>
              <a:buNone/>
              <a:defRPr sz="2100" b="1">
                <a:solidFill>
                  <a:srgbClr val="172B4D"/>
                </a:solidFill>
                <a:latin typeface="Apple SD Gothic Neo"/>
                <a:ea typeface="Apple SD Gothic Neo"/>
                <a:cs typeface="Apple SD Gothic Neo"/>
              </a:defRPr>
            </a:lvl3pPr>
            <a:lvl4pPr>
              <a:buNone/>
              <a:defRPr sz="2100" b="1">
                <a:solidFill>
                  <a:srgbClr val="172B4D"/>
                </a:solidFill>
                <a:latin typeface="Apple SD Gothic Neo"/>
                <a:ea typeface="Apple SD Gothic Neo"/>
                <a:cs typeface="Apple SD Gothic Neo"/>
              </a:defRPr>
            </a:lvl4pPr>
            <a:lvl5pPr>
              <a:buNone/>
              <a:defRPr sz="2100" b="1">
                <a:solidFill>
                  <a:srgbClr val="172B4D"/>
                </a:solidFill>
                <a:latin typeface="Apple SD Gothic Neo"/>
                <a:ea typeface="Apple SD Gothic Neo"/>
                <a:cs typeface="Apple SD Gothic Neo"/>
              </a:defRPr>
            </a:lvl5pPr>
            <a:lvl6pPr>
              <a:buNone/>
              <a:defRPr sz="2100" b="1">
                <a:solidFill>
                  <a:srgbClr val="172B4D"/>
                </a:solidFill>
                <a:latin typeface="Apple SD Gothic Neo"/>
                <a:ea typeface="Apple SD Gothic Neo"/>
                <a:cs typeface="Apple SD Gothic Neo"/>
              </a:defRPr>
            </a:lvl6pPr>
            <a:lvl7pPr>
              <a:buNone/>
              <a:defRPr sz="2100" b="1">
                <a:solidFill>
                  <a:srgbClr val="172B4D"/>
                </a:solidFill>
                <a:latin typeface="Apple SD Gothic Neo"/>
                <a:ea typeface="Apple SD Gothic Neo"/>
                <a:cs typeface="Apple SD Gothic Neo"/>
              </a:defRPr>
            </a:lvl7pPr>
            <a:lvl8pPr>
              <a:buNone/>
              <a:defRPr sz="2100" b="1">
                <a:solidFill>
                  <a:srgbClr val="172B4D"/>
                </a:solidFill>
                <a:latin typeface="Apple SD Gothic Neo"/>
                <a:ea typeface="Apple SD Gothic Neo"/>
                <a:cs typeface="Apple SD Gothic Neo"/>
              </a:defRPr>
            </a:lvl8pPr>
            <a:lvl9pPr>
              <a:buNone/>
              <a:defRPr sz="2100" b="1">
                <a:solidFill>
                  <a:srgbClr val="172B4D"/>
                </a:solidFill>
                <a:latin typeface="Apple SD Gothic Neo"/>
                <a:ea typeface="Apple SD Gothic Neo"/>
                <a:cs typeface="Apple SD Gothic Neo"/>
              </a:defRPr>
            </a:lvl9pPr>
          </a:lstStyle>
          <a:p xmlns:a="http://schemas.openxmlformats.org/drawingml/2006/main">
            <a:pPr>
              <a:buNone/>
              <a:defRPr sz="2100" b="1">
                <a:solidFill>
                  <a:srgbClr val="172B4D"/>
                </a:solidFill>
                <a:latin typeface="Apple SD Gothic Neo"/>
                <a:ea typeface="Apple SD Gothic Neo"/>
                <a:cs typeface="Apple SD Gothic Neo"/>
              </a:defRPr>
            </a:pPr>
            <a:r>
              <a:rPr sz="2100" b="1">
                <a:solidFill>
                  <a:srgbClr val="172B4D"/>
                </a:solidFill>
                <a:latin typeface="Apple SD Gothic Neo"/>
                <a:ea typeface="Apple SD Gothic Neo"/>
                <a:cs typeface="Apple SD Gothic Neo"/>
              </a:rPr>
              <a:t>남은 확장 과제</a:t>
            </a:r>
          </a:p>
        </p:txBody>
      </p:sp>
      <p:sp>
        <p:nvSpPr>
          <p:cNvPr id="18" name="">
            <a:extLst xmlns:a="http://schemas.openxmlformats.org/drawingml/2006/main">
              <a:ext uri="{FF2B5EF4-FFF2-40B4-BE49-F238E27FC236}">
                <a16:creationId xmlns:a16="http://schemas.microsoft.com/office/drawing/2014/main" id="{738DCFD3-2724-45E8-9553-8AB3F3A0FE46}"/>
              </a:ext>
            </a:extLst>
          </p:cNvPr>
          <p:cNvSpPr>
            <a:spLocks xmlns:a="http://schemas.openxmlformats.org/drawingml/2006/main" noGrp="1"/>
          </p:cNvSpPr>
          <p:nvPr/>
        </p:nvSpPr>
        <p:spPr>
          <a:xfrm xmlns:a="http://schemas.openxmlformats.org/drawingml/2006/main">
            <a:off x="8401050" y="2990850"/>
            <a:ext cx="29146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253650"/>
                </a:solidFill>
                <a:latin typeface="Apple SD Gothic Neo"/>
                <a:ea typeface="Apple SD Gothic Neo"/>
                <a:cs typeface="Apple SD Gothic Neo"/>
              </a:defRPr>
            </a:defPPr>
            <a:lvl1pPr>
              <a:buNone/>
              <a:defRPr sz="1800" b="0">
                <a:solidFill>
                  <a:srgbClr val="253650"/>
                </a:solidFill>
                <a:latin typeface="Apple SD Gothic Neo"/>
                <a:ea typeface="Apple SD Gothic Neo"/>
                <a:cs typeface="Apple SD Gothic Neo"/>
              </a:defRPr>
            </a:lvl1pPr>
            <a:lvl2pPr>
              <a:buNone/>
              <a:defRPr sz="1800" b="0">
                <a:solidFill>
                  <a:srgbClr val="253650"/>
                </a:solidFill>
                <a:latin typeface="Apple SD Gothic Neo"/>
                <a:ea typeface="Apple SD Gothic Neo"/>
                <a:cs typeface="Apple SD Gothic Neo"/>
              </a:defRPr>
            </a:lvl2pPr>
            <a:lvl3pPr>
              <a:buNone/>
              <a:defRPr sz="1800" b="0">
                <a:solidFill>
                  <a:srgbClr val="253650"/>
                </a:solidFill>
                <a:latin typeface="Apple SD Gothic Neo"/>
                <a:ea typeface="Apple SD Gothic Neo"/>
                <a:cs typeface="Apple SD Gothic Neo"/>
              </a:defRPr>
            </a:lvl3pPr>
            <a:lvl4pPr>
              <a:buNone/>
              <a:defRPr sz="1800" b="0">
                <a:solidFill>
                  <a:srgbClr val="253650"/>
                </a:solidFill>
                <a:latin typeface="Apple SD Gothic Neo"/>
                <a:ea typeface="Apple SD Gothic Neo"/>
                <a:cs typeface="Apple SD Gothic Neo"/>
              </a:defRPr>
            </a:lvl4pPr>
            <a:lvl5pPr>
              <a:buNone/>
              <a:defRPr sz="1800" b="0">
                <a:solidFill>
                  <a:srgbClr val="253650"/>
                </a:solidFill>
                <a:latin typeface="Apple SD Gothic Neo"/>
                <a:ea typeface="Apple SD Gothic Neo"/>
                <a:cs typeface="Apple SD Gothic Neo"/>
              </a:defRPr>
            </a:lvl5pPr>
            <a:lvl6pPr>
              <a:buNone/>
              <a:defRPr sz="1800" b="0">
                <a:solidFill>
                  <a:srgbClr val="253650"/>
                </a:solidFill>
                <a:latin typeface="Apple SD Gothic Neo"/>
                <a:ea typeface="Apple SD Gothic Neo"/>
                <a:cs typeface="Apple SD Gothic Neo"/>
              </a:defRPr>
            </a:lvl6pPr>
            <a:lvl7pPr>
              <a:buNone/>
              <a:defRPr sz="1800" b="0">
                <a:solidFill>
                  <a:srgbClr val="253650"/>
                </a:solidFill>
                <a:latin typeface="Apple SD Gothic Neo"/>
                <a:ea typeface="Apple SD Gothic Neo"/>
                <a:cs typeface="Apple SD Gothic Neo"/>
              </a:defRPr>
            </a:lvl7pPr>
            <a:lvl8pPr>
              <a:buNone/>
              <a:defRPr sz="1800" b="0">
                <a:solidFill>
                  <a:srgbClr val="253650"/>
                </a:solidFill>
                <a:latin typeface="Apple SD Gothic Neo"/>
                <a:ea typeface="Apple SD Gothic Neo"/>
                <a:cs typeface="Apple SD Gothic Neo"/>
              </a:defRPr>
            </a:lvl8pPr>
            <a:lvl9pPr>
              <a:buNone/>
              <a:defRPr sz="1800" b="0">
                <a:solidFill>
                  <a:srgbClr val="253650"/>
                </a:solidFill>
                <a:latin typeface="Apple SD Gothic Neo"/>
                <a:ea typeface="Apple SD Gothic Neo"/>
                <a:cs typeface="Apple SD Gothic Neo"/>
              </a:defRPr>
            </a:lvl9pPr>
          </a:lstStyle>
          <a:p xmlns:a="http://schemas.openxmlformats.org/drawingml/2006/main">
            <a:pPr>
              <a:buNone/>
              <a:defRPr sz="1800" b="0">
                <a:solidFill>
                  <a:srgbClr val="253650"/>
                </a:solidFill>
                <a:latin typeface="Apple SD Gothic Neo"/>
                <a:ea typeface="Apple SD Gothic Neo"/>
                <a:cs typeface="Apple SD Gothic Neo"/>
              </a:defRPr>
            </a:pPr>
            <a:r>
              <a:rPr sz="1800" b="0">
                <a:solidFill>
                  <a:srgbClr val="253650"/>
                </a:solidFill>
                <a:latin typeface="Apple SD Gothic Neo"/>
                <a:ea typeface="Apple SD Gothic Neo"/>
                <a:cs typeface="Apple SD Gothic Neo"/>
              </a:rPr>
              <a:t>미지원 billing-service 대체 정책, 제한된 지시 표현, 문서 증가 시 토큰 예산을 개선해야 합니다.</a:t>
            </a:r>
          </a:p>
        </p:txBody>
      </p:sp>
    </p:spTree>
    <p:extLst>
      <p:ext uri="{BB962C8B-B14F-4D97-AF65-F5344CB8AC3E}">
        <p14:creationId xmlns:p14="http://schemas.microsoft.com/office/powerpoint/2010/main" val="1599725477"/>
      </p:ext>
    </p:extLst>
  </p:cSld>
</p:sld>
</file>

<file path=ppt/slides/slide9.xml><?xml version="1.0" encoding="utf-8"?>
<p:sld xmlns:p="http://schemas.openxmlformats.org/presentationml/2006/main">
  <p:cSld>
    <p:bg>
      <p:bgPr>
        <a:solidFill xmlns:a="http://schemas.openxmlformats.org/drawingml/2006/main">
          <a:srgbClr val="F4F6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49268AE-2A55-4C27-8951-62438144579A}"/>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35EC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E5B0822-2564-48EE-B01E-3705461C1616}"/>
              </a:ext>
            </a:extLst>
          </p:cNvPr>
          <p:cNvSpPr>
            <a:spLocks xmlns:a="http://schemas.openxmlformats.org/drawingml/2006/main" noGrp="1"/>
          </p:cNvSpPr>
          <p:nvPr/>
        </p:nvSpPr>
        <p:spPr>
          <a:xfrm xmlns:a="http://schemas.openxmlformats.org/drawingml/2006/main">
            <a:off x="609600" y="38100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235ECB"/>
                </a:solidFill>
                <a:latin typeface="Apple SD Gothic Neo"/>
                <a:ea typeface="Apple SD Gothic Neo"/>
                <a:cs typeface="Apple SD Gothic Neo"/>
              </a:defRPr>
            </a:defPPr>
            <a:lvl1pPr>
              <a:buNone/>
              <a:defRPr sz="1275" b="1">
                <a:solidFill>
                  <a:srgbClr val="235ECB"/>
                </a:solidFill>
                <a:latin typeface="Apple SD Gothic Neo"/>
                <a:ea typeface="Apple SD Gothic Neo"/>
                <a:cs typeface="Apple SD Gothic Neo"/>
              </a:defRPr>
            </a:lvl1pPr>
            <a:lvl2pPr>
              <a:buNone/>
              <a:defRPr sz="1275" b="1">
                <a:solidFill>
                  <a:srgbClr val="235ECB"/>
                </a:solidFill>
                <a:latin typeface="Apple SD Gothic Neo"/>
                <a:ea typeface="Apple SD Gothic Neo"/>
                <a:cs typeface="Apple SD Gothic Neo"/>
              </a:defRPr>
            </a:lvl2pPr>
            <a:lvl3pPr>
              <a:buNone/>
              <a:defRPr sz="1275" b="1">
                <a:solidFill>
                  <a:srgbClr val="235ECB"/>
                </a:solidFill>
                <a:latin typeface="Apple SD Gothic Neo"/>
                <a:ea typeface="Apple SD Gothic Neo"/>
                <a:cs typeface="Apple SD Gothic Neo"/>
              </a:defRPr>
            </a:lvl3pPr>
            <a:lvl4pPr>
              <a:buNone/>
              <a:defRPr sz="1275" b="1">
                <a:solidFill>
                  <a:srgbClr val="235ECB"/>
                </a:solidFill>
                <a:latin typeface="Apple SD Gothic Neo"/>
                <a:ea typeface="Apple SD Gothic Neo"/>
                <a:cs typeface="Apple SD Gothic Neo"/>
              </a:defRPr>
            </a:lvl4pPr>
            <a:lvl5pPr>
              <a:buNone/>
              <a:defRPr sz="1275" b="1">
                <a:solidFill>
                  <a:srgbClr val="235ECB"/>
                </a:solidFill>
                <a:latin typeface="Apple SD Gothic Neo"/>
                <a:ea typeface="Apple SD Gothic Neo"/>
                <a:cs typeface="Apple SD Gothic Neo"/>
              </a:defRPr>
            </a:lvl5pPr>
            <a:lvl6pPr>
              <a:buNone/>
              <a:defRPr sz="1275" b="1">
                <a:solidFill>
                  <a:srgbClr val="235ECB"/>
                </a:solidFill>
                <a:latin typeface="Apple SD Gothic Neo"/>
                <a:ea typeface="Apple SD Gothic Neo"/>
                <a:cs typeface="Apple SD Gothic Neo"/>
              </a:defRPr>
            </a:lvl6pPr>
            <a:lvl7pPr>
              <a:buNone/>
              <a:defRPr sz="1275" b="1">
                <a:solidFill>
                  <a:srgbClr val="235ECB"/>
                </a:solidFill>
                <a:latin typeface="Apple SD Gothic Neo"/>
                <a:ea typeface="Apple SD Gothic Neo"/>
                <a:cs typeface="Apple SD Gothic Neo"/>
              </a:defRPr>
            </a:lvl7pPr>
            <a:lvl8pPr>
              <a:buNone/>
              <a:defRPr sz="1275" b="1">
                <a:solidFill>
                  <a:srgbClr val="235ECB"/>
                </a:solidFill>
                <a:latin typeface="Apple SD Gothic Neo"/>
                <a:ea typeface="Apple SD Gothic Neo"/>
                <a:cs typeface="Apple SD Gothic Neo"/>
              </a:defRPr>
            </a:lvl8pPr>
            <a:lvl9pPr>
              <a:buNone/>
              <a:defRPr sz="1275" b="1">
                <a:solidFill>
                  <a:srgbClr val="235ECB"/>
                </a:solidFill>
                <a:latin typeface="Apple SD Gothic Neo"/>
                <a:ea typeface="Apple SD Gothic Neo"/>
                <a:cs typeface="Apple SD Gothic Neo"/>
              </a:defRPr>
            </a:lvl9pPr>
          </a:lstStyle>
          <a:p xmlns:a="http://schemas.openxmlformats.org/drawingml/2006/main">
            <a:pPr>
              <a:buNone/>
              <a:defRPr sz="1275" b="1">
                <a:solidFill>
                  <a:srgbClr val="235ECB"/>
                </a:solidFill>
                <a:latin typeface="Apple SD Gothic Neo"/>
                <a:ea typeface="Apple SD Gothic Neo"/>
                <a:cs typeface="Apple SD Gothic Neo"/>
              </a:defRPr>
            </a:pPr>
            <a:r>
              <a:rPr sz="1275" b="1">
                <a:solidFill>
                  <a:srgbClr val="235ECB"/>
                </a:solidFill>
                <a:latin typeface="Apple SD Gothic Neo"/>
                <a:ea typeface="Apple SD Gothic Neo"/>
                <a:cs typeface="Apple SD Gothic Neo"/>
              </a:rPr>
              <a:t>8. 검증과 다음 단계</a:t>
            </a:r>
          </a:p>
        </p:txBody>
      </p:sp>
      <p:sp>
        <p:nvSpPr>
          <p:cNvPr id="3" name="">
            <a:extLst xmlns:a="http://schemas.openxmlformats.org/drawingml/2006/main">
              <a:ext uri="{FF2B5EF4-FFF2-40B4-BE49-F238E27FC236}">
                <a16:creationId xmlns:a16="http://schemas.microsoft.com/office/drawing/2014/main" id="{336ECEF4-0284-4908-8C22-883ECD939683}"/>
              </a:ext>
            </a:extLst>
          </p:cNvPr>
          <p:cNvSpPr>
            <a:spLocks xmlns:a="http://schemas.openxmlformats.org/drawingml/2006/main" noGrp="1"/>
          </p:cNvSpPr>
          <p:nvPr/>
        </p:nvSpPr>
        <p:spPr>
          <a:xfrm xmlns:a="http://schemas.openxmlformats.org/drawingml/2006/main">
            <a:off x="609600" y="838200"/>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172B4D"/>
                </a:solidFill>
                <a:latin typeface="Apple SD Gothic Neo"/>
                <a:ea typeface="Apple SD Gothic Neo"/>
                <a:cs typeface="Apple SD Gothic Neo"/>
              </a:defRPr>
            </a:defPPr>
            <a:lvl1pPr>
              <a:buNone/>
              <a:defRPr sz="2850" b="1">
                <a:solidFill>
                  <a:srgbClr val="172B4D"/>
                </a:solidFill>
                <a:latin typeface="Apple SD Gothic Neo"/>
                <a:ea typeface="Apple SD Gothic Neo"/>
                <a:cs typeface="Apple SD Gothic Neo"/>
              </a:defRPr>
            </a:lvl1pPr>
            <a:lvl2pPr>
              <a:buNone/>
              <a:defRPr sz="2850" b="1">
                <a:solidFill>
                  <a:srgbClr val="172B4D"/>
                </a:solidFill>
                <a:latin typeface="Apple SD Gothic Neo"/>
                <a:ea typeface="Apple SD Gothic Neo"/>
                <a:cs typeface="Apple SD Gothic Neo"/>
              </a:defRPr>
            </a:lvl2pPr>
            <a:lvl3pPr>
              <a:buNone/>
              <a:defRPr sz="2850" b="1">
                <a:solidFill>
                  <a:srgbClr val="172B4D"/>
                </a:solidFill>
                <a:latin typeface="Apple SD Gothic Neo"/>
                <a:ea typeface="Apple SD Gothic Neo"/>
                <a:cs typeface="Apple SD Gothic Neo"/>
              </a:defRPr>
            </a:lvl3pPr>
            <a:lvl4pPr>
              <a:buNone/>
              <a:defRPr sz="2850" b="1">
                <a:solidFill>
                  <a:srgbClr val="172B4D"/>
                </a:solidFill>
                <a:latin typeface="Apple SD Gothic Neo"/>
                <a:ea typeface="Apple SD Gothic Neo"/>
                <a:cs typeface="Apple SD Gothic Neo"/>
              </a:defRPr>
            </a:lvl4pPr>
            <a:lvl5pPr>
              <a:buNone/>
              <a:defRPr sz="2850" b="1">
                <a:solidFill>
                  <a:srgbClr val="172B4D"/>
                </a:solidFill>
                <a:latin typeface="Apple SD Gothic Neo"/>
                <a:ea typeface="Apple SD Gothic Neo"/>
                <a:cs typeface="Apple SD Gothic Neo"/>
              </a:defRPr>
            </a:lvl5pPr>
            <a:lvl6pPr>
              <a:buNone/>
              <a:defRPr sz="2850" b="1">
                <a:solidFill>
                  <a:srgbClr val="172B4D"/>
                </a:solidFill>
                <a:latin typeface="Apple SD Gothic Neo"/>
                <a:ea typeface="Apple SD Gothic Neo"/>
                <a:cs typeface="Apple SD Gothic Neo"/>
              </a:defRPr>
            </a:lvl6pPr>
            <a:lvl7pPr>
              <a:buNone/>
              <a:defRPr sz="2850" b="1">
                <a:solidFill>
                  <a:srgbClr val="172B4D"/>
                </a:solidFill>
                <a:latin typeface="Apple SD Gothic Neo"/>
                <a:ea typeface="Apple SD Gothic Neo"/>
                <a:cs typeface="Apple SD Gothic Neo"/>
              </a:defRPr>
            </a:lvl7pPr>
            <a:lvl8pPr>
              <a:buNone/>
              <a:defRPr sz="2850" b="1">
                <a:solidFill>
                  <a:srgbClr val="172B4D"/>
                </a:solidFill>
                <a:latin typeface="Apple SD Gothic Neo"/>
                <a:ea typeface="Apple SD Gothic Neo"/>
                <a:cs typeface="Apple SD Gothic Neo"/>
              </a:defRPr>
            </a:lvl8pPr>
            <a:lvl9pPr>
              <a:buNone/>
              <a:defRPr sz="2850" b="1">
                <a:solidFill>
                  <a:srgbClr val="172B4D"/>
                </a:solidFill>
                <a:latin typeface="Apple SD Gothic Neo"/>
                <a:ea typeface="Apple SD Gothic Neo"/>
                <a:cs typeface="Apple SD Gothic Neo"/>
              </a:defRPr>
            </a:lvl9pPr>
          </a:lstStyle>
          <a:p xmlns:a="http://schemas.openxmlformats.org/drawingml/2006/main">
            <a:pPr>
              <a:buNone/>
              <a:defRPr sz="2850" b="1">
                <a:solidFill>
                  <a:srgbClr val="172B4D"/>
                </a:solidFill>
                <a:latin typeface="Apple SD Gothic Neo"/>
                <a:ea typeface="Apple SD Gothic Neo"/>
                <a:cs typeface="Apple SD Gothic Neo"/>
              </a:defRPr>
            </a:pPr>
            <a:r>
              <a:rPr sz="2850" b="1">
                <a:solidFill>
                  <a:srgbClr val="172B4D"/>
                </a:solidFill>
                <a:latin typeface="Apple SD Gothic Neo"/>
                <a:ea typeface="Apple SD Gothic Neo"/>
                <a:cs typeface="Apple SD Gothic Neo"/>
              </a:rPr>
              <a:t>원본의 기능과 실제 변경을 구분했습니다</a:t>
            </a:r>
          </a:p>
        </p:txBody>
      </p:sp>
      <p:sp>
        <p:nvSpPr>
          <p:cNvPr id="4" name="">
            <a:extLst xmlns:a="http://schemas.openxmlformats.org/drawingml/2006/main">
              <a:ext uri="{FF2B5EF4-FFF2-40B4-BE49-F238E27FC236}">
                <a16:creationId xmlns:a16="http://schemas.microsoft.com/office/drawing/2014/main" id="{6746D2B6-2B9E-4F62-82D8-DDA1CD208D13}"/>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7E0E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AD38444-3352-421A-8FE3-50E567869EE8}"/>
              </a:ext>
            </a:extLst>
          </p:cNvPr>
          <p:cNvSpPr>
            <a:spLocks xmlns:a="http://schemas.openxmlformats.org/drawingml/2006/main" noGrp="1"/>
          </p:cNvSpPr>
          <p:nvPr/>
        </p:nvSpPr>
        <p:spPr>
          <a:xfrm xmlns:a="http://schemas.openxmlformats.org/drawingml/2006/main">
            <a:off x="609600" y="63436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5D6D84"/>
                </a:solidFill>
                <a:latin typeface="Apple SD Gothic Neo"/>
                <a:ea typeface="Apple SD Gothic Neo"/>
                <a:cs typeface="Apple SD Gothic Neo"/>
              </a:defRPr>
            </a:defPPr>
            <a:lvl1pPr>
              <a:buNone/>
              <a:defRPr sz="975" b="0">
                <a:solidFill>
                  <a:srgbClr val="5D6D84"/>
                </a:solidFill>
                <a:latin typeface="Apple SD Gothic Neo"/>
                <a:ea typeface="Apple SD Gothic Neo"/>
                <a:cs typeface="Apple SD Gothic Neo"/>
              </a:defRPr>
            </a:lvl1pPr>
            <a:lvl2pPr>
              <a:buNone/>
              <a:defRPr sz="975" b="0">
                <a:solidFill>
                  <a:srgbClr val="5D6D84"/>
                </a:solidFill>
                <a:latin typeface="Apple SD Gothic Neo"/>
                <a:ea typeface="Apple SD Gothic Neo"/>
                <a:cs typeface="Apple SD Gothic Neo"/>
              </a:defRPr>
            </a:lvl2pPr>
            <a:lvl3pPr>
              <a:buNone/>
              <a:defRPr sz="975" b="0">
                <a:solidFill>
                  <a:srgbClr val="5D6D84"/>
                </a:solidFill>
                <a:latin typeface="Apple SD Gothic Neo"/>
                <a:ea typeface="Apple SD Gothic Neo"/>
                <a:cs typeface="Apple SD Gothic Neo"/>
              </a:defRPr>
            </a:lvl3pPr>
            <a:lvl4pPr>
              <a:buNone/>
              <a:defRPr sz="975" b="0">
                <a:solidFill>
                  <a:srgbClr val="5D6D84"/>
                </a:solidFill>
                <a:latin typeface="Apple SD Gothic Neo"/>
                <a:ea typeface="Apple SD Gothic Neo"/>
                <a:cs typeface="Apple SD Gothic Neo"/>
              </a:defRPr>
            </a:lvl4pPr>
            <a:lvl5pPr>
              <a:buNone/>
              <a:defRPr sz="975" b="0">
                <a:solidFill>
                  <a:srgbClr val="5D6D84"/>
                </a:solidFill>
                <a:latin typeface="Apple SD Gothic Neo"/>
                <a:ea typeface="Apple SD Gothic Neo"/>
                <a:cs typeface="Apple SD Gothic Neo"/>
              </a:defRPr>
            </a:lvl5pPr>
            <a:lvl6pPr>
              <a:buNone/>
              <a:defRPr sz="975" b="0">
                <a:solidFill>
                  <a:srgbClr val="5D6D84"/>
                </a:solidFill>
                <a:latin typeface="Apple SD Gothic Neo"/>
                <a:ea typeface="Apple SD Gothic Neo"/>
                <a:cs typeface="Apple SD Gothic Neo"/>
              </a:defRPr>
            </a:lvl6pPr>
            <a:lvl7pPr>
              <a:buNone/>
              <a:defRPr sz="975" b="0">
                <a:solidFill>
                  <a:srgbClr val="5D6D84"/>
                </a:solidFill>
                <a:latin typeface="Apple SD Gothic Neo"/>
                <a:ea typeface="Apple SD Gothic Neo"/>
                <a:cs typeface="Apple SD Gothic Neo"/>
              </a:defRPr>
            </a:lvl7pPr>
            <a:lvl8pPr>
              <a:buNone/>
              <a:defRPr sz="975" b="0">
                <a:solidFill>
                  <a:srgbClr val="5D6D84"/>
                </a:solidFill>
                <a:latin typeface="Apple SD Gothic Neo"/>
                <a:ea typeface="Apple SD Gothic Neo"/>
                <a:cs typeface="Apple SD Gothic Neo"/>
              </a:defRPr>
            </a:lvl8pPr>
            <a:lvl9pPr>
              <a:buNone/>
              <a:defRPr sz="975" b="0">
                <a:solidFill>
                  <a:srgbClr val="5D6D84"/>
                </a:solidFill>
                <a:latin typeface="Apple SD Gothic Neo"/>
                <a:ea typeface="Apple SD Gothic Neo"/>
                <a:cs typeface="Apple SD Gothic Neo"/>
              </a:defRPr>
            </a:lvl9pPr>
          </a:lstStyle>
          <a:p xmlns:a="http://schemas.openxmlformats.org/drawingml/2006/main">
            <a:pPr>
              <a:buNone/>
              <a:defRPr sz="975" b="0">
                <a:solidFill>
                  <a:srgbClr val="5D6D84"/>
                </a:solidFill>
                <a:latin typeface="Apple SD Gothic Neo"/>
                <a:ea typeface="Apple SD Gothic Neo"/>
                <a:cs typeface="Apple SD Gothic Neo"/>
              </a:defRPr>
            </a:pPr>
            <a:r>
              <a:rPr sz="975" b="0">
                <a:solidFill>
                  <a:srgbClr val="5D6D84"/>
                </a:solidFill>
                <a:latin typeface="Apple SD Gothic Neo"/>
                <a:ea typeface="Apple SD Gothic Neo"/>
                <a:cs typeface="Apple SD Gothic Neo"/>
              </a:rPr>
              <a:t>근거: original_final_feature_audit.md / final_review.md / 실제 응답 기록</a:t>
            </a:r>
          </a:p>
        </p:txBody>
      </p:sp>
      <p:sp>
        <p:nvSpPr>
          <p:cNvPr id="6" name="">
            <a:extLst xmlns:a="http://schemas.openxmlformats.org/drawingml/2006/main">
              <a:ext uri="{FF2B5EF4-FFF2-40B4-BE49-F238E27FC236}">
                <a16:creationId xmlns:a16="http://schemas.microsoft.com/office/drawing/2014/main" id="{7C367B15-A620-4BEF-9169-F22DCF16AC62}"/>
              </a:ext>
            </a:extLst>
          </p:cNvPr>
          <p:cNvSpPr>
            <a:spLocks xmlns:a="http://schemas.openxmlformats.org/drawingml/2006/main" noGrp="1"/>
          </p:cNvSpPr>
          <p:nvPr/>
        </p:nvSpPr>
        <p:spPr>
          <a:xfrm xmlns:a="http://schemas.openxmlformats.org/drawingml/2006/main">
            <a:off x="11049000" y="633412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5D6D84"/>
                </a:solidFill>
                <a:latin typeface="Apple SD Gothic Neo"/>
                <a:ea typeface="Apple SD Gothic Neo"/>
                <a:cs typeface="Apple SD Gothic Neo"/>
              </a:defRPr>
            </a:defPPr>
            <a:lvl1pPr>
              <a:buNone/>
              <a:defRPr sz="1125" b="1">
                <a:solidFill>
                  <a:srgbClr val="5D6D84"/>
                </a:solidFill>
                <a:latin typeface="Apple SD Gothic Neo"/>
                <a:ea typeface="Apple SD Gothic Neo"/>
                <a:cs typeface="Apple SD Gothic Neo"/>
              </a:defRPr>
            </a:lvl1pPr>
            <a:lvl2pPr>
              <a:buNone/>
              <a:defRPr sz="1125" b="1">
                <a:solidFill>
                  <a:srgbClr val="5D6D84"/>
                </a:solidFill>
                <a:latin typeface="Apple SD Gothic Neo"/>
                <a:ea typeface="Apple SD Gothic Neo"/>
                <a:cs typeface="Apple SD Gothic Neo"/>
              </a:defRPr>
            </a:lvl2pPr>
            <a:lvl3pPr>
              <a:buNone/>
              <a:defRPr sz="1125" b="1">
                <a:solidFill>
                  <a:srgbClr val="5D6D84"/>
                </a:solidFill>
                <a:latin typeface="Apple SD Gothic Neo"/>
                <a:ea typeface="Apple SD Gothic Neo"/>
                <a:cs typeface="Apple SD Gothic Neo"/>
              </a:defRPr>
            </a:lvl3pPr>
            <a:lvl4pPr>
              <a:buNone/>
              <a:defRPr sz="1125" b="1">
                <a:solidFill>
                  <a:srgbClr val="5D6D84"/>
                </a:solidFill>
                <a:latin typeface="Apple SD Gothic Neo"/>
                <a:ea typeface="Apple SD Gothic Neo"/>
                <a:cs typeface="Apple SD Gothic Neo"/>
              </a:defRPr>
            </a:lvl4pPr>
            <a:lvl5pPr>
              <a:buNone/>
              <a:defRPr sz="1125" b="1">
                <a:solidFill>
                  <a:srgbClr val="5D6D84"/>
                </a:solidFill>
                <a:latin typeface="Apple SD Gothic Neo"/>
                <a:ea typeface="Apple SD Gothic Neo"/>
                <a:cs typeface="Apple SD Gothic Neo"/>
              </a:defRPr>
            </a:lvl5pPr>
            <a:lvl6pPr>
              <a:buNone/>
              <a:defRPr sz="1125" b="1">
                <a:solidFill>
                  <a:srgbClr val="5D6D84"/>
                </a:solidFill>
                <a:latin typeface="Apple SD Gothic Neo"/>
                <a:ea typeface="Apple SD Gothic Neo"/>
                <a:cs typeface="Apple SD Gothic Neo"/>
              </a:defRPr>
            </a:lvl6pPr>
            <a:lvl7pPr>
              <a:buNone/>
              <a:defRPr sz="1125" b="1">
                <a:solidFill>
                  <a:srgbClr val="5D6D84"/>
                </a:solidFill>
                <a:latin typeface="Apple SD Gothic Neo"/>
                <a:ea typeface="Apple SD Gothic Neo"/>
                <a:cs typeface="Apple SD Gothic Neo"/>
              </a:defRPr>
            </a:lvl7pPr>
            <a:lvl8pPr>
              <a:buNone/>
              <a:defRPr sz="1125" b="1">
                <a:solidFill>
                  <a:srgbClr val="5D6D84"/>
                </a:solidFill>
                <a:latin typeface="Apple SD Gothic Neo"/>
                <a:ea typeface="Apple SD Gothic Neo"/>
                <a:cs typeface="Apple SD Gothic Neo"/>
              </a:defRPr>
            </a:lvl8pPr>
            <a:lvl9pPr>
              <a:buNone/>
              <a:defRPr sz="1125" b="1">
                <a:solidFill>
                  <a:srgbClr val="5D6D84"/>
                </a:solidFill>
                <a:latin typeface="Apple SD Gothic Neo"/>
                <a:ea typeface="Apple SD Gothic Neo"/>
                <a:cs typeface="Apple SD Gothic Neo"/>
              </a:defRPr>
            </a:lvl9pPr>
          </a:lstStyle>
          <a:p xmlns:a="http://schemas.openxmlformats.org/drawingml/2006/main">
            <a:pPr>
              <a:buNone/>
              <a:defRPr sz="1125" b="1">
                <a:solidFill>
                  <a:srgbClr val="5D6D84"/>
                </a:solidFill>
                <a:latin typeface="Apple SD Gothic Neo"/>
                <a:ea typeface="Apple SD Gothic Neo"/>
                <a:cs typeface="Apple SD Gothic Neo"/>
              </a:defRPr>
            </a:pPr>
            <a:r>
              <a:rPr sz="1125" b="1">
                <a:solidFill>
                  <a:srgbClr val="5D6D84"/>
                </a:solidFill>
                <a:latin typeface="Apple SD Gothic Neo"/>
                <a:ea typeface="Apple SD Gothic Neo"/>
                <a:cs typeface="Apple SD Gothic Neo"/>
              </a:rPr>
              <a:t>09</a:t>
            </a:r>
          </a:p>
        </p:txBody>
      </p:sp>
      <p:sp>
        <p:nvSpPr>
          <p:cNvPr id="7" name="">
            <a:extLst xmlns:a="http://schemas.openxmlformats.org/drawingml/2006/main">
              <a:ext uri="{FF2B5EF4-FFF2-40B4-BE49-F238E27FC236}">
                <a16:creationId xmlns:a16="http://schemas.microsoft.com/office/drawing/2014/main" id="{61DBBECB-38B1-4D47-A65F-5020AE5CB6AC}"/>
              </a:ext>
            </a:extLst>
          </p:cNvPr>
          <p:cNvSpPr>
            <a:spLocks xmlns:a="http://schemas.openxmlformats.org/drawingml/2006/main" noGrp="1"/>
          </p:cNvSpPr>
          <p:nvPr/>
        </p:nvSpPr>
        <p:spPr>
          <a:xfrm xmlns:a="http://schemas.openxmlformats.org/drawingml/2006/main">
            <a:off x="609600" y="1952625"/>
            <a:ext cx="10972800" cy="1114425"/>
          </a:xfrm>
          <a:prstGeom xmlns:a="http://schemas.openxmlformats.org/drawingml/2006/main" prst="rect">
            <a:avLst/>
          </a:prstGeom>
          <a:solidFill xmlns:a="http://schemas.openxmlformats.org/drawingml/2006/main">
            <a:srgbClr val="E7F3F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EE7133E-ABE0-4111-88B5-4EE7A84F4F31}"/>
              </a:ext>
            </a:extLst>
          </p:cNvPr>
          <p:cNvSpPr>
            <a:spLocks xmlns:a="http://schemas.openxmlformats.org/drawingml/2006/main" noGrp="1"/>
          </p:cNvSpPr>
          <p:nvPr/>
        </p:nvSpPr>
        <p:spPr>
          <a:xfrm xmlns:a="http://schemas.openxmlformats.org/drawingml/2006/main">
            <a:off x="876300" y="2238375"/>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0E7267"/>
                </a:solidFill>
                <a:latin typeface="Apple SD Gothic Neo"/>
                <a:ea typeface="Apple SD Gothic Neo"/>
                <a:cs typeface="Apple SD Gothic Neo"/>
              </a:defRPr>
            </a:defPPr>
            <a:lvl1pPr>
              <a:buNone/>
              <a:defRPr sz="2550" b="1">
                <a:solidFill>
                  <a:srgbClr val="0E7267"/>
                </a:solidFill>
                <a:latin typeface="Apple SD Gothic Neo"/>
                <a:ea typeface="Apple SD Gothic Neo"/>
                <a:cs typeface="Apple SD Gothic Neo"/>
              </a:defRPr>
            </a:lvl1pPr>
            <a:lvl2pPr>
              <a:buNone/>
              <a:defRPr sz="2550" b="1">
                <a:solidFill>
                  <a:srgbClr val="0E7267"/>
                </a:solidFill>
                <a:latin typeface="Apple SD Gothic Neo"/>
                <a:ea typeface="Apple SD Gothic Neo"/>
                <a:cs typeface="Apple SD Gothic Neo"/>
              </a:defRPr>
            </a:lvl2pPr>
            <a:lvl3pPr>
              <a:buNone/>
              <a:defRPr sz="2550" b="1">
                <a:solidFill>
                  <a:srgbClr val="0E7267"/>
                </a:solidFill>
                <a:latin typeface="Apple SD Gothic Neo"/>
                <a:ea typeface="Apple SD Gothic Neo"/>
                <a:cs typeface="Apple SD Gothic Neo"/>
              </a:defRPr>
            </a:lvl3pPr>
            <a:lvl4pPr>
              <a:buNone/>
              <a:defRPr sz="2550" b="1">
                <a:solidFill>
                  <a:srgbClr val="0E7267"/>
                </a:solidFill>
                <a:latin typeface="Apple SD Gothic Neo"/>
                <a:ea typeface="Apple SD Gothic Neo"/>
                <a:cs typeface="Apple SD Gothic Neo"/>
              </a:defRPr>
            </a:lvl4pPr>
            <a:lvl5pPr>
              <a:buNone/>
              <a:defRPr sz="2550" b="1">
                <a:solidFill>
                  <a:srgbClr val="0E7267"/>
                </a:solidFill>
                <a:latin typeface="Apple SD Gothic Neo"/>
                <a:ea typeface="Apple SD Gothic Neo"/>
                <a:cs typeface="Apple SD Gothic Neo"/>
              </a:defRPr>
            </a:lvl5pPr>
            <a:lvl6pPr>
              <a:buNone/>
              <a:defRPr sz="2550" b="1">
                <a:solidFill>
                  <a:srgbClr val="0E7267"/>
                </a:solidFill>
                <a:latin typeface="Apple SD Gothic Neo"/>
                <a:ea typeface="Apple SD Gothic Neo"/>
                <a:cs typeface="Apple SD Gothic Neo"/>
              </a:defRPr>
            </a:lvl6pPr>
            <a:lvl7pPr>
              <a:buNone/>
              <a:defRPr sz="2550" b="1">
                <a:solidFill>
                  <a:srgbClr val="0E7267"/>
                </a:solidFill>
                <a:latin typeface="Apple SD Gothic Neo"/>
                <a:ea typeface="Apple SD Gothic Neo"/>
                <a:cs typeface="Apple SD Gothic Neo"/>
              </a:defRPr>
            </a:lvl7pPr>
            <a:lvl8pPr>
              <a:buNone/>
              <a:defRPr sz="2550" b="1">
                <a:solidFill>
                  <a:srgbClr val="0E7267"/>
                </a:solidFill>
                <a:latin typeface="Apple SD Gothic Neo"/>
                <a:ea typeface="Apple SD Gothic Neo"/>
                <a:cs typeface="Apple SD Gothic Neo"/>
              </a:defRPr>
            </a:lvl8pPr>
            <a:lvl9pPr>
              <a:buNone/>
              <a:defRPr sz="2550" b="1">
                <a:solidFill>
                  <a:srgbClr val="0E7267"/>
                </a:solidFill>
                <a:latin typeface="Apple SD Gothic Neo"/>
                <a:ea typeface="Apple SD Gothic Neo"/>
                <a:cs typeface="Apple SD Gothic Neo"/>
              </a:defRPr>
            </a:lvl9pPr>
          </a:lstStyle>
          <a:p xmlns:a="http://schemas.openxmlformats.org/drawingml/2006/main">
            <a:pPr>
              <a:buNone/>
              <a:defRPr sz="2550" b="1">
                <a:solidFill>
                  <a:srgbClr val="0E7267"/>
                </a:solidFill>
                <a:latin typeface="Apple SD Gothic Neo"/>
                <a:ea typeface="Apple SD Gothic Neo"/>
                <a:cs typeface="Apple SD Gothic Neo"/>
              </a:defRPr>
            </a:pPr>
            <a:r>
              <a:rPr sz="2550" b="1">
                <a:solidFill>
                  <a:srgbClr val="0E7267"/>
                </a:solidFill>
                <a:latin typeface="Apple SD Gothic Neo"/>
                <a:ea typeface="Apple SD Gothic Neo"/>
                <a:cs typeface="Apple SD Gothic Neo"/>
              </a:rPr>
              <a:t>자동 검사: Python 90개 / 화면 처리 5개</a:t>
            </a:r>
          </a:p>
        </p:txBody>
      </p:sp>
      <p:sp>
        <p:nvSpPr>
          <p:cNvPr id="9" name="">
            <a:extLst xmlns:a="http://schemas.openxmlformats.org/drawingml/2006/main">
              <a:ext uri="{FF2B5EF4-FFF2-40B4-BE49-F238E27FC236}">
                <a16:creationId xmlns:a16="http://schemas.microsoft.com/office/drawing/2014/main" id="{7D98720A-1A18-4F57-9B72-21D8557BDBE3}"/>
              </a:ext>
            </a:extLst>
          </p:cNvPr>
          <p:cNvSpPr>
            <a:spLocks xmlns:a="http://schemas.openxmlformats.org/drawingml/2006/main" noGrp="1"/>
          </p:cNvSpPr>
          <p:nvPr/>
        </p:nvSpPr>
        <p:spPr>
          <a:xfrm xmlns:a="http://schemas.openxmlformats.org/drawingml/2006/main">
            <a:off x="609600" y="35147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72B4D"/>
                </a:solidFill>
                <a:latin typeface="Apple SD Gothic Neo"/>
                <a:ea typeface="Apple SD Gothic Neo"/>
                <a:cs typeface="Apple SD Gothic Neo"/>
              </a:defRPr>
            </a:defPPr>
            <a:lvl1pPr>
              <a:buNone/>
              <a:defRPr sz="2250" b="1">
                <a:solidFill>
                  <a:srgbClr val="172B4D"/>
                </a:solidFill>
                <a:latin typeface="Apple SD Gothic Neo"/>
                <a:ea typeface="Apple SD Gothic Neo"/>
                <a:cs typeface="Apple SD Gothic Neo"/>
              </a:defRPr>
            </a:lvl1pPr>
            <a:lvl2pPr>
              <a:buNone/>
              <a:defRPr sz="2250" b="1">
                <a:solidFill>
                  <a:srgbClr val="172B4D"/>
                </a:solidFill>
                <a:latin typeface="Apple SD Gothic Neo"/>
                <a:ea typeface="Apple SD Gothic Neo"/>
                <a:cs typeface="Apple SD Gothic Neo"/>
              </a:defRPr>
            </a:lvl2pPr>
            <a:lvl3pPr>
              <a:buNone/>
              <a:defRPr sz="2250" b="1">
                <a:solidFill>
                  <a:srgbClr val="172B4D"/>
                </a:solidFill>
                <a:latin typeface="Apple SD Gothic Neo"/>
                <a:ea typeface="Apple SD Gothic Neo"/>
                <a:cs typeface="Apple SD Gothic Neo"/>
              </a:defRPr>
            </a:lvl3pPr>
            <a:lvl4pPr>
              <a:buNone/>
              <a:defRPr sz="2250" b="1">
                <a:solidFill>
                  <a:srgbClr val="172B4D"/>
                </a:solidFill>
                <a:latin typeface="Apple SD Gothic Neo"/>
                <a:ea typeface="Apple SD Gothic Neo"/>
                <a:cs typeface="Apple SD Gothic Neo"/>
              </a:defRPr>
            </a:lvl4pPr>
            <a:lvl5pPr>
              <a:buNone/>
              <a:defRPr sz="2250" b="1">
                <a:solidFill>
                  <a:srgbClr val="172B4D"/>
                </a:solidFill>
                <a:latin typeface="Apple SD Gothic Neo"/>
                <a:ea typeface="Apple SD Gothic Neo"/>
                <a:cs typeface="Apple SD Gothic Neo"/>
              </a:defRPr>
            </a:lvl5pPr>
            <a:lvl6pPr>
              <a:buNone/>
              <a:defRPr sz="2250" b="1">
                <a:solidFill>
                  <a:srgbClr val="172B4D"/>
                </a:solidFill>
                <a:latin typeface="Apple SD Gothic Neo"/>
                <a:ea typeface="Apple SD Gothic Neo"/>
                <a:cs typeface="Apple SD Gothic Neo"/>
              </a:defRPr>
            </a:lvl6pPr>
            <a:lvl7pPr>
              <a:buNone/>
              <a:defRPr sz="2250" b="1">
                <a:solidFill>
                  <a:srgbClr val="172B4D"/>
                </a:solidFill>
                <a:latin typeface="Apple SD Gothic Neo"/>
                <a:ea typeface="Apple SD Gothic Neo"/>
                <a:cs typeface="Apple SD Gothic Neo"/>
              </a:defRPr>
            </a:lvl7pPr>
            <a:lvl8pPr>
              <a:buNone/>
              <a:defRPr sz="2250" b="1">
                <a:solidFill>
                  <a:srgbClr val="172B4D"/>
                </a:solidFill>
                <a:latin typeface="Apple SD Gothic Neo"/>
                <a:ea typeface="Apple SD Gothic Neo"/>
                <a:cs typeface="Apple SD Gothic Neo"/>
              </a:defRPr>
            </a:lvl8pPr>
            <a:lvl9pPr>
              <a:buNone/>
              <a:defRPr sz="2250" b="1">
                <a:solidFill>
                  <a:srgbClr val="172B4D"/>
                </a:solidFill>
                <a:latin typeface="Apple SD Gothic Neo"/>
                <a:ea typeface="Apple SD Gothic Neo"/>
                <a:cs typeface="Apple SD Gothic Neo"/>
              </a:defRPr>
            </a:lvl9pPr>
          </a:lstStyle>
          <a:p xmlns:a="http://schemas.openxmlformats.org/drawingml/2006/main">
            <a:pPr>
              <a:buNone/>
              <a:defRPr sz="2250" b="1">
                <a:solidFill>
                  <a:srgbClr val="172B4D"/>
                </a:solidFill>
                <a:latin typeface="Apple SD Gothic Neo"/>
                <a:ea typeface="Apple SD Gothic Neo"/>
                <a:cs typeface="Apple SD Gothic Neo"/>
              </a:defRPr>
            </a:pPr>
            <a:r>
              <a:rPr sz="2250" b="1">
                <a:solidFill>
                  <a:srgbClr val="172B4D"/>
                </a:solidFill>
                <a:latin typeface="Apple SD Gothic Neo"/>
                <a:ea typeface="Apple SD Gothic Neo"/>
                <a:cs typeface="Apple SD Gothic Neo"/>
              </a:rPr>
              <a:t>실제 API: 동일 입력 66건과 별도 기능 10건</a:t>
            </a:r>
          </a:p>
        </p:txBody>
      </p:sp>
      <p:sp>
        <p:nvSpPr>
          <p:cNvPr id="10" name="">
            <a:extLst xmlns:a="http://schemas.openxmlformats.org/drawingml/2006/main">
              <a:ext uri="{FF2B5EF4-FFF2-40B4-BE49-F238E27FC236}">
                <a16:creationId xmlns:a16="http://schemas.microsoft.com/office/drawing/2014/main" id="{2CC32EE7-A919-4C75-BD65-9119ADDF81E6}"/>
              </a:ext>
            </a:extLst>
          </p:cNvPr>
          <p:cNvSpPr>
            <a:spLocks xmlns:a="http://schemas.openxmlformats.org/drawingml/2006/main" noGrp="1"/>
          </p:cNvSpPr>
          <p:nvPr/>
        </p:nvSpPr>
        <p:spPr>
          <a:xfrm xmlns:a="http://schemas.openxmlformats.org/drawingml/2006/main">
            <a:off x="609600" y="41529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53650"/>
                </a:solidFill>
                <a:latin typeface="Apple SD Gothic Neo"/>
                <a:ea typeface="Apple SD Gothic Neo"/>
                <a:cs typeface="Apple SD Gothic Neo"/>
              </a:defRPr>
            </a:defPPr>
            <a:lvl1pPr>
              <a:buNone/>
              <a:defRPr sz="1950" b="0">
                <a:solidFill>
                  <a:srgbClr val="253650"/>
                </a:solidFill>
                <a:latin typeface="Apple SD Gothic Neo"/>
                <a:ea typeface="Apple SD Gothic Neo"/>
                <a:cs typeface="Apple SD Gothic Neo"/>
              </a:defRPr>
            </a:lvl1pPr>
            <a:lvl2pPr>
              <a:buNone/>
              <a:defRPr sz="1950" b="0">
                <a:solidFill>
                  <a:srgbClr val="253650"/>
                </a:solidFill>
                <a:latin typeface="Apple SD Gothic Neo"/>
                <a:ea typeface="Apple SD Gothic Neo"/>
                <a:cs typeface="Apple SD Gothic Neo"/>
              </a:defRPr>
            </a:lvl2pPr>
            <a:lvl3pPr>
              <a:buNone/>
              <a:defRPr sz="1950" b="0">
                <a:solidFill>
                  <a:srgbClr val="253650"/>
                </a:solidFill>
                <a:latin typeface="Apple SD Gothic Neo"/>
                <a:ea typeface="Apple SD Gothic Neo"/>
                <a:cs typeface="Apple SD Gothic Neo"/>
              </a:defRPr>
            </a:lvl3pPr>
            <a:lvl4pPr>
              <a:buNone/>
              <a:defRPr sz="1950" b="0">
                <a:solidFill>
                  <a:srgbClr val="253650"/>
                </a:solidFill>
                <a:latin typeface="Apple SD Gothic Neo"/>
                <a:ea typeface="Apple SD Gothic Neo"/>
                <a:cs typeface="Apple SD Gothic Neo"/>
              </a:defRPr>
            </a:lvl4pPr>
            <a:lvl5pPr>
              <a:buNone/>
              <a:defRPr sz="1950" b="0">
                <a:solidFill>
                  <a:srgbClr val="253650"/>
                </a:solidFill>
                <a:latin typeface="Apple SD Gothic Neo"/>
                <a:ea typeface="Apple SD Gothic Neo"/>
                <a:cs typeface="Apple SD Gothic Neo"/>
              </a:defRPr>
            </a:lvl5pPr>
            <a:lvl6pPr>
              <a:buNone/>
              <a:defRPr sz="1950" b="0">
                <a:solidFill>
                  <a:srgbClr val="253650"/>
                </a:solidFill>
                <a:latin typeface="Apple SD Gothic Neo"/>
                <a:ea typeface="Apple SD Gothic Neo"/>
                <a:cs typeface="Apple SD Gothic Neo"/>
              </a:defRPr>
            </a:lvl6pPr>
            <a:lvl7pPr>
              <a:buNone/>
              <a:defRPr sz="1950" b="0">
                <a:solidFill>
                  <a:srgbClr val="253650"/>
                </a:solidFill>
                <a:latin typeface="Apple SD Gothic Neo"/>
                <a:ea typeface="Apple SD Gothic Neo"/>
                <a:cs typeface="Apple SD Gothic Neo"/>
              </a:defRPr>
            </a:lvl7pPr>
            <a:lvl8pPr>
              <a:buNone/>
              <a:defRPr sz="1950" b="0">
                <a:solidFill>
                  <a:srgbClr val="253650"/>
                </a:solidFill>
                <a:latin typeface="Apple SD Gothic Neo"/>
                <a:ea typeface="Apple SD Gothic Neo"/>
                <a:cs typeface="Apple SD Gothic Neo"/>
              </a:defRPr>
            </a:lvl8pPr>
            <a:lvl9pPr>
              <a:buNone/>
              <a:defRPr sz="1950" b="0">
                <a:solidFill>
                  <a:srgbClr val="253650"/>
                </a:solidFill>
                <a:latin typeface="Apple SD Gothic Neo"/>
                <a:ea typeface="Apple SD Gothic Neo"/>
                <a:cs typeface="Apple SD Gothic Neo"/>
              </a:defRPr>
            </a:lvl9pPr>
          </a:lstStyle>
          <a:p xmlns:a="http://schemas.openxmlformats.org/drawingml/2006/main">
            <a:pPr>
              <a:buNone/>
              <a:defRPr sz="1950" b="0">
                <a:solidFill>
                  <a:srgbClr val="253650"/>
                </a:solidFill>
                <a:latin typeface="Apple SD Gothic Neo"/>
                <a:ea typeface="Apple SD Gothic Neo"/>
                <a:cs typeface="Apple SD Gothic Neo"/>
              </a:defRPr>
            </a:pPr>
            <a:r>
              <a:rPr sz="1950" b="0">
                <a:solidFill>
                  <a:srgbClr val="253650"/>
                </a:solidFill>
                <a:latin typeface="Apple SD Gothic Neo"/>
                <a:ea typeface="Apple SD Gothic Neo"/>
                <a:cs typeface="Apple SD Gothic Neo"/>
              </a:rPr>
              <a:t>기존 추적 기능으로 실행·토큰·원문·샘플·소스 해시를 대조했습니다.</a:t>
            </a:r>
          </a:p>
        </p:txBody>
      </p:sp>
      <p:sp>
        <p:nvSpPr>
          <p:cNvPr id="11" name="">
            <a:extLst xmlns:a="http://schemas.openxmlformats.org/drawingml/2006/main">
              <a:ext uri="{FF2B5EF4-FFF2-40B4-BE49-F238E27FC236}">
                <a16:creationId xmlns:a16="http://schemas.microsoft.com/office/drawing/2014/main" id="{3C5A4584-B405-415C-8C71-23E066268FE4}"/>
              </a:ext>
            </a:extLst>
          </p:cNvPr>
          <p:cNvSpPr>
            <a:spLocks xmlns:a="http://schemas.openxmlformats.org/drawingml/2006/main" noGrp="1"/>
          </p:cNvSpPr>
          <p:nvPr/>
        </p:nvSpPr>
        <p:spPr>
          <a:xfrm xmlns:a="http://schemas.openxmlformats.org/drawingml/2006/main">
            <a:off x="609600" y="52959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235ECB"/>
                </a:solidFill>
                <a:latin typeface="Apple SD Gothic Neo"/>
                <a:ea typeface="Apple SD Gothic Neo"/>
                <a:cs typeface="Apple SD Gothic Neo"/>
              </a:defRPr>
            </a:defPPr>
            <a:lvl1pPr>
              <a:buNone/>
              <a:defRPr sz="1875" b="1">
                <a:solidFill>
                  <a:srgbClr val="235ECB"/>
                </a:solidFill>
                <a:latin typeface="Apple SD Gothic Neo"/>
                <a:ea typeface="Apple SD Gothic Neo"/>
                <a:cs typeface="Apple SD Gothic Neo"/>
              </a:defRPr>
            </a:lvl1pPr>
            <a:lvl2pPr>
              <a:buNone/>
              <a:defRPr sz="1875" b="1">
                <a:solidFill>
                  <a:srgbClr val="235ECB"/>
                </a:solidFill>
                <a:latin typeface="Apple SD Gothic Neo"/>
                <a:ea typeface="Apple SD Gothic Neo"/>
                <a:cs typeface="Apple SD Gothic Neo"/>
              </a:defRPr>
            </a:lvl2pPr>
            <a:lvl3pPr>
              <a:buNone/>
              <a:defRPr sz="1875" b="1">
                <a:solidFill>
                  <a:srgbClr val="235ECB"/>
                </a:solidFill>
                <a:latin typeface="Apple SD Gothic Neo"/>
                <a:ea typeface="Apple SD Gothic Neo"/>
                <a:cs typeface="Apple SD Gothic Neo"/>
              </a:defRPr>
            </a:lvl3pPr>
            <a:lvl4pPr>
              <a:buNone/>
              <a:defRPr sz="1875" b="1">
                <a:solidFill>
                  <a:srgbClr val="235ECB"/>
                </a:solidFill>
                <a:latin typeface="Apple SD Gothic Neo"/>
                <a:ea typeface="Apple SD Gothic Neo"/>
                <a:cs typeface="Apple SD Gothic Neo"/>
              </a:defRPr>
            </a:lvl4pPr>
            <a:lvl5pPr>
              <a:buNone/>
              <a:defRPr sz="1875" b="1">
                <a:solidFill>
                  <a:srgbClr val="235ECB"/>
                </a:solidFill>
                <a:latin typeface="Apple SD Gothic Neo"/>
                <a:ea typeface="Apple SD Gothic Neo"/>
                <a:cs typeface="Apple SD Gothic Neo"/>
              </a:defRPr>
            </a:lvl5pPr>
            <a:lvl6pPr>
              <a:buNone/>
              <a:defRPr sz="1875" b="1">
                <a:solidFill>
                  <a:srgbClr val="235ECB"/>
                </a:solidFill>
                <a:latin typeface="Apple SD Gothic Neo"/>
                <a:ea typeface="Apple SD Gothic Neo"/>
                <a:cs typeface="Apple SD Gothic Neo"/>
              </a:defRPr>
            </a:lvl6pPr>
            <a:lvl7pPr>
              <a:buNone/>
              <a:defRPr sz="1875" b="1">
                <a:solidFill>
                  <a:srgbClr val="235ECB"/>
                </a:solidFill>
                <a:latin typeface="Apple SD Gothic Neo"/>
                <a:ea typeface="Apple SD Gothic Neo"/>
                <a:cs typeface="Apple SD Gothic Neo"/>
              </a:defRPr>
            </a:lvl7pPr>
            <a:lvl8pPr>
              <a:buNone/>
              <a:defRPr sz="1875" b="1">
                <a:solidFill>
                  <a:srgbClr val="235ECB"/>
                </a:solidFill>
                <a:latin typeface="Apple SD Gothic Neo"/>
                <a:ea typeface="Apple SD Gothic Neo"/>
                <a:cs typeface="Apple SD Gothic Neo"/>
              </a:defRPr>
            </a:lvl8pPr>
            <a:lvl9pPr>
              <a:buNone/>
              <a:defRPr sz="1875" b="1">
                <a:solidFill>
                  <a:srgbClr val="235ECB"/>
                </a:solidFill>
                <a:latin typeface="Apple SD Gothic Neo"/>
                <a:ea typeface="Apple SD Gothic Neo"/>
                <a:cs typeface="Apple SD Gothic Neo"/>
              </a:defRPr>
            </a:lvl9pPr>
          </a:lstStyle>
          <a:p xmlns:a="http://schemas.openxmlformats.org/drawingml/2006/main">
            <a:pPr>
              <a:buNone/>
              <a:defRPr sz="1875" b="1">
                <a:solidFill>
                  <a:srgbClr val="235ECB"/>
                </a:solidFill>
                <a:latin typeface="Apple SD Gothic Neo"/>
                <a:ea typeface="Apple SD Gothic Neo"/>
                <a:cs typeface="Apple SD Gothic Neo"/>
              </a:defRPr>
            </a:pPr>
            <a:r>
              <a:rPr sz="1875" b="1">
                <a:solidFill>
                  <a:srgbClr val="235ECB"/>
                </a:solidFill>
                <a:latin typeface="Apple SD Gothic Neo"/>
                <a:ea typeface="Apple SD Gothic Neo"/>
                <a:cs typeface="Apple SD Gothic Neo"/>
              </a:rPr>
              <a:t>다음 단계: 독립 정답 채점, 지원하지 않는 서비스 처리, 검색 입력 예산</a:t>
            </a:r>
          </a:p>
        </p:txBody>
      </p:sp>
    </p:spTree>
    <p:extLst>
      <p:ext uri="{BB962C8B-B14F-4D97-AF65-F5344CB8AC3E}">
        <p14:creationId xmlns:p14="http://schemas.microsoft.com/office/powerpoint/2010/main" val="19538049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ple SD Gothic Neo"/>
        <a:ea typeface=""/>
        <a:cs typeface=""/>
      </a:majorFont>
      <a:minorFont>
        <a:latin typeface="Apple SD Gothic Neo"/>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2026-10-21T04:28:15.5800000Z</dcterms:created>
  <dcterms:modified xsi:type="dcterms:W3CDTF">2026-10-21T04:28:15.5800000Z</dcterms:modified>
</coreProperties>
</file>